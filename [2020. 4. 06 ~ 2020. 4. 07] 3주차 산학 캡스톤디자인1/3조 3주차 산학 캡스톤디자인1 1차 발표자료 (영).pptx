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9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:hp="http://schemas.haansoft.com/office/presentation/8.0" xmlns:dsp="http://schemas.microsoft.com/office/drawing/2008/diagram" xmlns:dgm="http://schemas.openxmlformats.org/drawingml/2006/diagram" xmlns:c="http://schemas.openxmlformats.org/drawingml/2006/chart" xmlns="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425" autoAdjust="0"/>
    <p:restoredTop sz="94660"/>
  </p:normalViewPr>
  <p:slideViewPr>
    <p:cSldViewPr snapToGrid="0">
      <p:cViewPr varScale="1">
        <p:scale>
          <a:sx n="83" d="100"/>
          <a:sy n="83" d="100"/>
        </p:scale>
        <p:origin x="120" y="348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2020-04-08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90417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2020-04-08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4528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2020-04-08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68599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2020-04-08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89518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2020-04-08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9088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2020-04-08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35230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2020-04-08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83353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2020-04-08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26889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2020-04-08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4369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2020-04-08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52161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2020-04-08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7064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2020-04-08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2702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그룹 84"/>
          <p:cNvGrpSpPr/>
          <p:nvPr/>
        </p:nvGrpSpPr>
        <p:grpSpPr>
          <a:xfrm>
            <a:off x="1870995" y="2324896"/>
            <a:ext cx="8022314" cy="2862146"/>
            <a:chOff x="1870995" y="2324896"/>
            <a:chExt cx="8022314" cy="2862146"/>
          </a:xfrm>
        </p:grpSpPr>
        <p:grpSp>
          <p:nvGrpSpPr>
            <p:cNvPr id="7" name="그룹 6"/>
            <p:cNvGrpSpPr/>
            <p:nvPr/>
          </p:nvGrpSpPr>
          <p:grpSpPr>
            <a:xfrm>
              <a:off x="5443298" y="2424148"/>
              <a:ext cx="1424584" cy="2762894"/>
              <a:chOff x="5443298" y="2424148"/>
              <a:chExt cx="1424584" cy="2205001"/>
            </a:xfrm>
          </p:grpSpPr>
          <p:sp>
            <p:nvSpPr>
              <p:cNvPr id="36" name="한쪽 모서리가 둥근 사각형 35"/>
              <p:cNvSpPr/>
              <p:nvPr/>
            </p:nvSpPr>
            <p:spPr>
              <a:xfrm>
                <a:off x="5443298" y="2424148"/>
                <a:ext cx="1424584" cy="2205001"/>
              </a:xfrm>
              <a:prstGeom prst="round1Rect">
                <a:avLst>
                  <a:gd name="adj" fmla="val 0"/>
                </a:avLst>
              </a:prstGeom>
              <a:solidFill>
                <a:srgbClr val="00D65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altLang="ko-KR" sz="1000">
                  <a:solidFill>
                    <a:prstClr val="white"/>
                  </a:solidFill>
                </a:endParaRPr>
              </a:p>
              <a:p>
                <a:pPr algn="ctr">
                  <a:defRPr/>
                </a:pPr>
                <a:endParaRPr lang="en-US" altLang="ko-KR" sz="1000">
                  <a:solidFill>
                    <a:prstClr val="white"/>
                  </a:solidFill>
                </a:endParaRPr>
              </a:p>
              <a:p>
                <a:pPr algn="ctr">
                  <a:defRPr/>
                </a:pPr>
                <a:endParaRPr lang="en-US" altLang="ko-KR" sz="1000">
                  <a:solidFill>
                    <a:prstClr val="white"/>
                  </a:solidFill>
                </a:endParaRPr>
              </a:p>
              <a:p>
                <a:pPr algn="ctr">
                  <a:defRPr/>
                </a:pPr>
                <a:endParaRPr lang="en-US" altLang="ko-KR" sz="1000">
                  <a:solidFill>
                    <a:prstClr val="white"/>
                  </a:solidFill>
                </a:endParaRPr>
              </a:p>
              <a:p>
                <a:pPr algn="ctr">
                  <a:defRPr/>
                </a:pPr>
                <a:endParaRPr lang="en-US" altLang="ko-KR" sz="1000">
                  <a:solidFill>
                    <a:prstClr val="white"/>
                  </a:solidFill>
                </a:endParaRPr>
              </a:p>
              <a:p>
                <a:pPr algn="ctr">
                  <a:defRPr/>
                </a:pPr>
                <a:r>
                  <a:rPr lang="en-US" altLang="ko-KR" sz="1000">
                    <a:solidFill>
                      <a:prstClr val="white"/>
                    </a:solidFill>
                  </a:rPr>
                  <a:t>TEAM : Assistant</a:t>
                </a:r>
                <a:endParaRPr lang="ko-KR" altLang="en-US" sz="1000">
                  <a:solidFill>
                    <a:prstClr val="white"/>
                  </a:solidFill>
                </a:endParaRPr>
              </a:p>
            </p:txBody>
          </p:sp>
          <p:sp>
            <p:nvSpPr>
              <p:cNvPr id="72" name="자유형 71"/>
              <p:cNvSpPr/>
              <p:nvPr/>
            </p:nvSpPr>
            <p:spPr>
              <a:xfrm>
                <a:off x="5846533" y="3042222"/>
                <a:ext cx="618112" cy="618112"/>
              </a:xfrm>
              <a:custGeom>
                <a:avLst/>
                <a:gdLst>
                  <a:gd name="connsiteX0" fmla="*/ 222250 w 444500"/>
                  <a:gd name="connsiteY0" fmla="*/ 103981 h 444500"/>
                  <a:gd name="connsiteX1" fmla="*/ 296466 w 444500"/>
                  <a:gd name="connsiteY1" fmla="*/ 178197 h 444500"/>
                  <a:gd name="connsiteX2" fmla="*/ 222250 w 444500"/>
                  <a:gd name="connsiteY2" fmla="*/ 252413 h 444500"/>
                  <a:gd name="connsiteX3" fmla="*/ 148034 w 444500"/>
                  <a:gd name="connsiteY3" fmla="*/ 178197 h 444500"/>
                  <a:gd name="connsiteX4" fmla="*/ 222250 w 444500"/>
                  <a:gd name="connsiteY4" fmla="*/ 103981 h 444500"/>
                  <a:gd name="connsiteX5" fmla="*/ 222250 w 444500"/>
                  <a:gd name="connsiteY5" fmla="*/ 31644 h 444500"/>
                  <a:gd name="connsiteX6" fmla="*/ 31644 w 444500"/>
                  <a:gd name="connsiteY6" fmla="*/ 222250 h 444500"/>
                  <a:gd name="connsiteX7" fmla="*/ 87471 w 444500"/>
                  <a:gd name="connsiteY7" fmla="*/ 357029 h 444500"/>
                  <a:gd name="connsiteX8" fmla="*/ 88485 w 444500"/>
                  <a:gd name="connsiteY8" fmla="*/ 357712 h 444500"/>
                  <a:gd name="connsiteX9" fmla="*/ 105506 w 444500"/>
                  <a:gd name="connsiteY9" fmla="*/ 332466 h 444500"/>
                  <a:gd name="connsiteX10" fmla="*/ 222250 w 444500"/>
                  <a:gd name="connsiteY10" fmla="*/ 284109 h 444500"/>
                  <a:gd name="connsiteX11" fmla="*/ 338994 w 444500"/>
                  <a:gd name="connsiteY11" fmla="*/ 332466 h 444500"/>
                  <a:gd name="connsiteX12" fmla="*/ 356016 w 444500"/>
                  <a:gd name="connsiteY12" fmla="*/ 357712 h 444500"/>
                  <a:gd name="connsiteX13" fmla="*/ 357029 w 444500"/>
                  <a:gd name="connsiteY13" fmla="*/ 357029 h 444500"/>
                  <a:gd name="connsiteX14" fmla="*/ 412856 w 444500"/>
                  <a:gd name="connsiteY14" fmla="*/ 222250 h 444500"/>
                  <a:gd name="connsiteX15" fmla="*/ 222250 w 444500"/>
                  <a:gd name="connsiteY15" fmla="*/ 31644 h 444500"/>
                  <a:gd name="connsiteX16" fmla="*/ 222250 w 444500"/>
                  <a:gd name="connsiteY16" fmla="*/ 0 h 444500"/>
                  <a:gd name="connsiteX17" fmla="*/ 444500 w 444500"/>
                  <a:gd name="connsiteY17" fmla="*/ 222250 h 444500"/>
                  <a:gd name="connsiteX18" fmla="*/ 222250 w 444500"/>
                  <a:gd name="connsiteY18" fmla="*/ 444500 h 444500"/>
                  <a:gd name="connsiteX19" fmla="*/ 0 w 444500"/>
                  <a:gd name="connsiteY19" fmla="*/ 222250 h 444500"/>
                  <a:gd name="connsiteX20" fmla="*/ 222250 w 444500"/>
                  <a:gd name="connsiteY20" fmla="*/ 0 h 444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444500" h="444500">
                    <a:moveTo>
                      <a:pt x="222250" y="103981"/>
                    </a:moveTo>
                    <a:cubicBezTo>
                      <a:pt x="263238" y="103981"/>
                      <a:pt x="296466" y="137209"/>
                      <a:pt x="296466" y="178197"/>
                    </a:cubicBezTo>
                    <a:cubicBezTo>
                      <a:pt x="296466" y="219185"/>
                      <a:pt x="263238" y="252413"/>
                      <a:pt x="222250" y="252413"/>
                    </a:cubicBezTo>
                    <a:cubicBezTo>
                      <a:pt x="181262" y="252413"/>
                      <a:pt x="148034" y="219185"/>
                      <a:pt x="148034" y="178197"/>
                    </a:cubicBezTo>
                    <a:cubicBezTo>
                      <a:pt x="148034" y="137209"/>
                      <a:pt x="181262" y="103981"/>
                      <a:pt x="222250" y="103981"/>
                    </a:cubicBezTo>
                    <a:close/>
                    <a:moveTo>
                      <a:pt x="222250" y="31644"/>
                    </a:moveTo>
                    <a:cubicBezTo>
                      <a:pt x="116981" y="31644"/>
                      <a:pt x="31644" y="116981"/>
                      <a:pt x="31644" y="222250"/>
                    </a:cubicBezTo>
                    <a:cubicBezTo>
                      <a:pt x="31644" y="274884"/>
                      <a:pt x="52978" y="322536"/>
                      <a:pt x="87471" y="357029"/>
                    </a:cubicBezTo>
                    <a:lnTo>
                      <a:pt x="88485" y="357712"/>
                    </a:lnTo>
                    <a:lnTo>
                      <a:pt x="105506" y="332466"/>
                    </a:lnTo>
                    <a:cubicBezTo>
                      <a:pt x="135383" y="302589"/>
                      <a:pt x="176659" y="284109"/>
                      <a:pt x="222250" y="284109"/>
                    </a:cubicBezTo>
                    <a:cubicBezTo>
                      <a:pt x="267842" y="284109"/>
                      <a:pt x="309117" y="302589"/>
                      <a:pt x="338994" y="332466"/>
                    </a:cubicBezTo>
                    <a:lnTo>
                      <a:pt x="356016" y="357712"/>
                    </a:lnTo>
                    <a:lnTo>
                      <a:pt x="357029" y="357029"/>
                    </a:lnTo>
                    <a:cubicBezTo>
                      <a:pt x="391522" y="322536"/>
                      <a:pt x="412856" y="274884"/>
                      <a:pt x="412856" y="222250"/>
                    </a:cubicBezTo>
                    <a:cubicBezTo>
                      <a:pt x="412856" y="116981"/>
                      <a:pt x="327519" y="31644"/>
                      <a:pt x="222250" y="31644"/>
                    </a:cubicBezTo>
                    <a:close/>
                    <a:moveTo>
                      <a:pt x="222250" y="0"/>
                    </a:moveTo>
                    <a:cubicBezTo>
                      <a:pt x="344995" y="0"/>
                      <a:pt x="444500" y="99505"/>
                      <a:pt x="444500" y="222250"/>
                    </a:cubicBezTo>
                    <a:cubicBezTo>
                      <a:pt x="444500" y="344995"/>
                      <a:pt x="344995" y="444500"/>
                      <a:pt x="222250" y="444500"/>
                    </a:cubicBezTo>
                    <a:cubicBezTo>
                      <a:pt x="99505" y="444500"/>
                      <a:pt x="0" y="344995"/>
                      <a:pt x="0" y="222250"/>
                    </a:cubicBezTo>
                    <a:cubicBezTo>
                      <a:pt x="0" y="99505"/>
                      <a:pt x="99505" y="0"/>
                      <a:pt x="222250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 sz="2400">
                  <a:solidFill>
                    <a:prstClr val="black"/>
                  </a:solidFill>
                </a:endParaRPr>
              </a:p>
            </p:txBody>
          </p:sp>
          <p:sp>
            <p:nvSpPr>
              <p:cNvPr id="35" name="타원 34"/>
              <p:cNvSpPr/>
              <p:nvPr/>
            </p:nvSpPr>
            <p:spPr>
              <a:xfrm>
                <a:off x="6280708" y="3006309"/>
                <a:ext cx="223119" cy="223119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36000" tIns="36000" rIns="36000" bIns="36000" anchor="ctr"/>
              <a:lstStyle/>
              <a:p>
                <a:pPr algn="ctr">
                  <a:defRPr/>
                </a:pPr>
                <a:r>
                  <a:rPr lang="en-US" altLang="ko-KR" sz="1100">
                    <a:solidFill>
                      <a:prstClr val="white"/>
                    </a:solidFill>
                  </a:rPr>
                  <a:t>5</a:t>
                </a:r>
              </a:p>
            </p:txBody>
          </p:sp>
        </p:grpSp>
        <p:sp>
          <p:nvSpPr>
            <p:cNvPr id="80" name="한쪽 모서리가 둥근 사각형 79"/>
            <p:cNvSpPr/>
            <p:nvPr/>
          </p:nvSpPr>
          <p:spPr>
            <a:xfrm>
              <a:off x="1870995" y="2436455"/>
              <a:ext cx="3375019" cy="2742483"/>
            </a:xfrm>
            <a:prstGeom prst="round1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rgbClr val="00D65E"/>
              </a:solidFill>
            </a:ln>
            <a:effectLst>
              <a:outerShdw dist="38100" dir="10800000" algn="r" rotWithShape="0">
                <a:srgbClr val="00D65E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lnSpc>
                  <a:spcPct val="150000"/>
                </a:lnSpc>
                <a:defRPr/>
              </a:pPr>
              <a:r>
                <a:rPr lang="en-US" altLang="ko-KR" b="1" i="1">
                  <a:solidFill>
                    <a:prstClr val="black">
                      <a:lumMod val="65000"/>
                      <a:lumOff val="35000"/>
                    </a:prstClr>
                  </a:solidFill>
                </a:rPr>
                <a:t>INC-CAPSTONE DESIGN1</a:t>
              </a:r>
              <a:endParaRPr lang="ko-KR" altLang="en-US" sz="2800" b="1" i="1">
                <a:solidFill>
                  <a:srgbClr val="00D65E"/>
                </a:solidFill>
              </a:endParaRPr>
            </a:p>
            <a:p>
              <a:pPr algn="ctr">
                <a:lnSpc>
                  <a:spcPct val="150000"/>
                </a:lnSpc>
                <a:defRPr/>
              </a:pPr>
              <a:r>
                <a:rPr lang="en-US" altLang="ko-KR" sz="1400" b="1" i="1">
                  <a:solidFill>
                    <a:srgbClr val="00D65E"/>
                  </a:solidFill>
                </a:rPr>
                <a:t>Developing Motivation Application</a:t>
              </a:r>
            </a:p>
          </p:txBody>
        </p:sp>
        <p:grpSp>
          <p:nvGrpSpPr>
            <p:cNvPr id="84" name="그룹 83"/>
            <p:cNvGrpSpPr/>
            <p:nvPr/>
          </p:nvGrpSpPr>
          <p:grpSpPr>
            <a:xfrm>
              <a:off x="7008970" y="2324896"/>
              <a:ext cx="2884339" cy="2858064"/>
              <a:chOff x="7008971" y="2324896"/>
              <a:chExt cx="2884339" cy="2858064"/>
            </a:xfrm>
          </p:grpSpPr>
          <p:sp>
            <p:nvSpPr>
              <p:cNvPr id="58" name="양쪽 모서리가 둥근 사각형 57"/>
              <p:cNvSpPr/>
              <p:nvPr/>
            </p:nvSpPr>
            <p:spPr>
              <a:xfrm>
                <a:off x="7008971" y="2424148"/>
                <a:ext cx="2772780" cy="551250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rgbClr val="00D65E"/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lvl="0">
                  <a:defRPr/>
                </a:pPr>
                <a:r>
                  <a:rPr lang="ko-KR" altLang="en-US" sz="2400">
                    <a:solidFill>
                      <a:prstClr val="white"/>
                    </a:solidFill>
                  </a:rPr>
                  <a:t>● </a:t>
                </a:r>
                <a:r>
                  <a:rPr lang="en-US" altLang="ko-KR" sz="1200">
                    <a:solidFill>
                      <a:prstClr val="white"/>
                    </a:solidFill>
                  </a:rPr>
                  <a:t>Computer Engineering </a:t>
                </a:r>
                <a:r>
                  <a:rPr lang="ko-KR" altLang="en-US" sz="1200">
                    <a:solidFill>
                      <a:prstClr val="white"/>
                    </a:solidFill>
                  </a:rPr>
                  <a:t>구명회</a:t>
                </a:r>
              </a:p>
            </p:txBody>
          </p:sp>
          <p:sp>
            <p:nvSpPr>
              <p:cNvPr id="59" name="자유형 58"/>
              <p:cNvSpPr/>
              <p:nvPr/>
            </p:nvSpPr>
            <p:spPr>
              <a:xfrm>
                <a:off x="7204550" y="2660722"/>
                <a:ext cx="91780" cy="107742"/>
              </a:xfrm>
              <a:custGeom>
                <a:avLst/>
                <a:gdLst>
                  <a:gd name="connsiteX0" fmla="*/ 0 w 73025"/>
                  <a:gd name="connsiteY0" fmla="*/ 31750 h 85725"/>
                  <a:gd name="connsiteX1" fmla="*/ 31750 w 73025"/>
                  <a:gd name="connsiteY1" fmla="*/ 85725 h 85725"/>
                  <a:gd name="connsiteX2" fmla="*/ 73025 w 73025"/>
                  <a:gd name="connsiteY2" fmla="*/ 0 h 85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3025" h="85725">
                    <a:moveTo>
                      <a:pt x="0" y="31750"/>
                    </a:moveTo>
                    <a:lnTo>
                      <a:pt x="31750" y="85725"/>
                    </a:lnTo>
                    <a:lnTo>
                      <a:pt x="73025" y="0"/>
                    </a:lnTo>
                  </a:path>
                </a:pathLst>
              </a:custGeom>
              <a:noFill/>
              <a:ln w="19050">
                <a:solidFill>
                  <a:srgbClr val="00D65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 sz="2400">
                  <a:solidFill>
                    <a:prstClr val="white"/>
                  </a:solidFill>
                </a:endParaRPr>
              </a:p>
            </p:txBody>
          </p:sp>
          <p:sp>
            <p:nvSpPr>
              <p:cNvPr id="60" name="양쪽 모서리가 둥근 사각형 59"/>
              <p:cNvSpPr/>
              <p:nvPr/>
            </p:nvSpPr>
            <p:spPr>
              <a:xfrm>
                <a:off x="7008971" y="2975398"/>
                <a:ext cx="2772780" cy="551250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chemeClr val="bg1"/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lvl="0">
                  <a:defRPr/>
                </a:pPr>
                <a:r>
                  <a:rPr lang="ko-KR" altLang="en-US" sz="2400">
                    <a:solidFill>
                      <a:srgbClr val="00D65E"/>
                    </a:solidFill>
                  </a:rPr>
                  <a:t>○</a:t>
                </a:r>
                <a:r>
                  <a:rPr lang="ko-KR" altLang="en-US" sz="2400">
                    <a:solidFill>
                      <a:srgbClr val="264259"/>
                    </a:solidFill>
                  </a:rPr>
                  <a:t> </a:t>
                </a:r>
                <a:r>
                  <a:rPr lang="en-US" altLang="ko-KR" sz="1200">
                    <a:solidFill>
                      <a:schemeClr val="tx1"/>
                    </a:solidFill>
                  </a:rPr>
                  <a:t>Computer Engineering</a:t>
                </a:r>
                <a:r>
                  <a:rPr lang="ko-KR" altLang="en-US" sz="1200">
                    <a:solidFill>
                      <a:srgbClr val="264259"/>
                    </a:solidFill>
                  </a:rPr>
                  <a:t> 김경수</a:t>
                </a:r>
              </a:p>
            </p:txBody>
          </p:sp>
          <p:sp>
            <p:nvSpPr>
              <p:cNvPr id="75" name="양쪽 모서리가 둥근 사각형 74"/>
              <p:cNvSpPr/>
              <p:nvPr/>
            </p:nvSpPr>
            <p:spPr>
              <a:xfrm>
                <a:off x="7008971" y="3526648"/>
                <a:ext cx="2772780" cy="551250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chemeClr val="bg1"/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lvl="0">
                  <a:defRPr/>
                </a:pPr>
                <a:r>
                  <a:rPr lang="ko-KR" altLang="en-US" sz="2400">
                    <a:solidFill>
                      <a:srgbClr val="00D65E"/>
                    </a:solidFill>
                  </a:rPr>
                  <a:t>○</a:t>
                </a:r>
                <a:r>
                  <a:rPr lang="ko-KR" altLang="en-US" sz="2400">
                    <a:solidFill>
                      <a:srgbClr val="264259"/>
                    </a:solidFill>
                  </a:rPr>
                  <a:t> </a:t>
                </a:r>
                <a:r>
                  <a:rPr lang="en-US" altLang="ko-KR" sz="1200">
                    <a:solidFill>
                      <a:schemeClr val="tx1"/>
                    </a:solidFill>
                  </a:rPr>
                  <a:t>Computer Engineering</a:t>
                </a:r>
                <a:r>
                  <a:rPr lang="ko-KR" altLang="en-US" sz="1200">
                    <a:solidFill>
                      <a:srgbClr val="264259"/>
                    </a:solidFill>
                  </a:rPr>
                  <a:t> 김선비</a:t>
                </a:r>
              </a:p>
            </p:txBody>
          </p:sp>
          <p:sp>
            <p:nvSpPr>
              <p:cNvPr id="76" name="양쪽 모서리가 둥근 사각형 75"/>
              <p:cNvSpPr/>
              <p:nvPr/>
            </p:nvSpPr>
            <p:spPr>
              <a:xfrm>
                <a:off x="7008971" y="4077899"/>
                <a:ext cx="2772780" cy="551250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chemeClr val="bg1"/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lvl="0">
                  <a:defRPr/>
                </a:pPr>
                <a:r>
                  <a:rPr lang="ko-KR" altLang="en-US" sz="2400">
                    <a:solidFill>
                      <a:srgbClr val="00D65E"/>
                    </a:solidFill>
                  </a:rPr>
                  <a:t>○</a:t>
                </a:r>
                <a:r>
                  <a:rPr lang="ko-KR" altLang="en-US" sz="2400">
                    <a:solidFill>
                      <a:srgbClr val="264259"/>
                    </a:solidFill>
                  </a:rPr>
                  <a:t> </a:t>
                </a:r>
                <a:r>
                  <a:rPr lang="en-US" altLang="ko-KR" sz="1200">
                    <a:solidFill>
                      <a:schemeClr val="tx1"/>
                    </a:solidFill>
                  </a:rPr>
                  <a:t>Computer Engineering</a:t>
                </a:r>
                <a:r>
                  <a:rPr lang="ko-KR" altLang="en-US" sz="1200">
                    <a:solidFill>
                      <a:srgbClr val="264259"/>
                    </a:solidFill>
                  </a:rPr>
                  <a:t> 박효정</a:t>
                </a:r>
              </a:p>
            </p:txBody>
          </p:sp>
          <p:sp>
            <p:nvSpPr>
              <p:cNvPr id="77" name="타원 76"/>
              <p:cNvSpPr/>
              <p:nvPr/>
            </p:nvSpPr>
            <p:spPr>
              <a:xfrm>
                <a:off x="9670191" y="2324896"/>
                <a:ext cx="223119" cy="223119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0D65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36000" tIns="36000" rIns="36000" bIns="36000" anchor="ctr"/>
              <a:lstStyle/>
              <a:p>
                <a:pPr algn="ctr">
                  <a:defRPr/>
                </a:pPr>
                <a:r>
                  <a:rPr lang="ko-KR" altLang="en-US" sz="700">
                    <a:solidFill>
                      <a:srgbClr val="00D65E"/>
                    </a:solidFill>
                  </a:rPr>
                  <a:t>팀장</a:t>
                </a:r>
              </a:p>
            </p:txBody>
          </p:sp>
          <p:sp>
            <p:nvSpPr>
              <p:cNvPr id="82" name="양쪽 모서리가 둥근 사각형 75"/>
              <p:cNvSpPr/>
              <p:nvPr/>
            </p:nvSpPr>
            <p:spPr>
              <a:xfrm>
                <a:off x="7011692" y="4631710"/>
                <a:ext cx="2772780" cy="551250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rgbClr val="FFFFFF">
                  <a:alpha val="100000"/>
                </a:srgbClr>
              </a:solidFill>
              <a:ln w="12700" cap="flat" cmpd="sng" algn="ctr">
                <a:solidFill>
                  <a:srgbClr val="D9D9D9">
                    <a:alpha val="100000"/>
                  </a:srgbClr>
                </a:solidFill>
                <a:prstDash val="solid"/>
                <a:miter/>
              </a:ln>
            </p:spPr>
            <p:txBody>
              <a:bodyPr anchor="ctr"/>
              <a:lstStyle/>
              <a:p>
                <a:pPr lvl="0">
                  <a:spcBef>
                    <a:spcPct val="0"/>
                  </a:spcBef>
                  <a:defRPr/>
                </a:pPr>
                <a:r>
                  <a:rPr kumimoji="0" lang="ko-KR" altLang="en-US" sz="2400" b="0" i="0" u="none" strike="noStrike" kern="1200" cap="none" spc="0" normalizeH="0" baseline="0">
                    <a:solidFill>
                      <a:srgbClr val="00D65E"/>
                    </a:solidFill>
                    <a:latin typeface="맑은 고딕"/>
                    <a:ea typeface="맑은 고딕"/>
                    <a:cs typeface="맑은 고딕"/>
                  </a:rPr>
                  <a:t>○</a:t>
                </a:r>
                <a:r>
                  <a:rPr kumimoji="0" lang="ko-KR" altLang="en-US" sz="2400" b="0" i="0" u="none" strike="noStrike" kern="1200" cap="none" spc="0" normalizeH="0" baseline="0">
                    <a:solidFill>
                      <a:srgbClr val="264259"/>
                    </a:solidFill>
                    <a:latin typeface="맑은 고딕"/>
                    <a:ea typeface="맑은 고딕"/>
                    <a:cs typeface="맑은 고딕"/>
                  </a:rPr>
                  <a:t> </a:t>
                </a:r>
                <a:r>
                  <a:rPr lang="en-US" altLang="ko-KR" sz="1200"/>
                  <a:t>Computer Engineering</a:t>
                </a:r>
                <a:r>
                  <a:rPr kumimoji="0" lang="ko-KR" altLang="en-US" sz="1200" b="0" i="0" u="none" strike="noStrike" kern="1200" cap="none" spc="0" normalizeH="0" baseline="0">
                    <a:solidFill>
                      <a:srgbClr val="264259"/>
                    </a:solidFill>
                    <a:latin typeface="맑은 고딕"/>
                    <a:ea typeface="맑은 고딕"/>
                    <a:cs typeface="맑은 고딕"/>
                  </a:rPr>
                  <a:t> 장자욱</a:t>
                </a: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한쪽 모서리가 둥근 사각형 35"/>
          <p:cNvSpPr/>
          <p:nvPr/>
        </p:nvSpPr>
        <p:spPr>
          <a:xfrm>
            <a:off x="0" y="0"/>
            <a:ext cx="3848100" cy="5549900"/>
          </a:xfrm>
          <a:prstGeom prst="round1Rect">
            <a:avLst>
              <a:gd name="adj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5" name="모서리가 둥근 직사각형 4"/>
          <p:cNvSpPr/>
          <p:nvPr/>
        </p:nvSpPr>
        <p:spPr>
          <a:xfrm>
            <a:off x="236537" y="304800"/>
            <a:ext cx="11669713" cy="6265862"/>
          </a:xfrm>
          <a:prstGeom prst="roundRect">
            <a:avLst>
              <a:gd name="adj" fmla="val 4810"/>
            </a:avLst>
          </a:prstGeom>
          <a:solidFill>
            <a:srgbClr val="264259"/>
          </a:solidFill>
          <a:ln w="63500">
            <a:solidFill>
              <a:schemeClr val="tx2">
                <a:lumMod val="50000"/>
              </a:schemeClr>
            </a:solidFill>
          </a:ln>
          <a:effectLst>
            <a:outerShdw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6" name="양쪽 모서리가 둥근 사각형 5"/>
          <p:cNvSpPr/>
          <p:nvPr/>
        </p:nvSpPr>
        <p:spPr>
          <a:xfrm rot="5400000">
            <a:off x="3271463" y="-2062957"/>
            <a:ext cx="6192000" cy="11001376"/>
          </a:xfrm>
          <a:prstGeom prst="round2SameRect">
            <a:avLst>
              <a:gd name="adj1" fmla="val 4506"/>
              <a:gd name="adj2" fmla="val 0"/>
            </a:avLst>
          </a:prstGeom>
          <a:solidFill>
            <a:schemeClr val="bg1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5" name="자유형 14"/>
          <p:cNvSpPr/>
          <p:nvPr/>
        </p:nvSpPr>
        <p:spPr>
          <a:xfrm>
            <a:off x="1574800" y="1863725"/>
            <a:ext cx="73025" cy="85725"/>
          </a:xfrm>
          <a:custGeom>
            <a:avLst/>
            <a:gdLst>
              <a:gd name="connsiteX0" fmla="*/ 0 w 73025"/>
              <a:gd name="connsiteY0" fmla="*/ 31750 h 85725"/>
              <a:gd name="connsiteX1" fmla="*/ 31750 w 73025"/>
              <a:gd name="connsiteY1" fmla="*/ 85725 h 85725"/>
              <a:gd name="connsiteX2" fmla="*/ 73025 w 73025"/>
              <a:gd name="connsiteY2" fmla="*/ 0 h 85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3025" h="85725">
                <a:moveTo>
                  <a:pt x="0" y="31750"/>
                </a:moveTo>
                <a:lnTo>
                  <a:pt x="31750" y="85725"/>
                </a:lnTo>
                <a:lnTo>
                  <a:pt x="73025" y="0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9" name="Freeform 9"/>
          <p:cNvSpPr/>
          <p:nvPr/>
        </p:nvSpPr>
        <p:spPr>
          <a:xfrm>
            <a:off x="477298" y="2470961"/>
            <a:ext cx="141676" cy="186968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lvl="0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23" name="Freeform 36"/>
          <p:cNvSpPr>
            <a:spLocks noEditPoints="1"/>
          </p:cNvSpPr>
          <p:nvPr/>
        </p:nvSpPr>
        <p:spPr>
          <a:xfrm>
            <a:off x="491434" y="4397002"/>
            <a:ext cx="113404" cy="190736"/>
          </a:xfrm>
          <a:custGeom>
            <a:avLst/>
            <a:gdLst>
              <a:gd name="T0" fmla="*/ 937 w 1926"/>
              <a:gd name="T1" fmla="*/ 3639 h 4045"/>
              <a:gd name="T2" fmla="*/ 893 w 1926"/>
              <a:gd name="T3" fmla="*/ 3665 h 4045"/>
              <a:gd name="T4" fmla="*/ 863 w 1926"/>
              <a:gd name="T5" fmla="*/ 3712 h 4045"/>
              <a:gd name="T6" fmla="*/ 851 w 1926"/>
              <a:gd name="T7" fmla="*/ 3772 h 4045"/>
              <a:gd name="T8" fmla="*/ 863 w 1926"/>
              <a:gd name="T9" fmla="*/ 3832 h 4045"/>
              <a:gd name="T10" fmla="*/ 893 w 1926"/>
              <a:gd name="T11" fmla="*/ 3878 h 4045"/>
              <a:gd name="T12" fmla="*/ 937 w 1926"/>
              <a:gd name="T13" fmla="*/ 3905 h 4045"/>
              <a:gd name="T14" fmla="*/ 988 w 1926"/>
              <a:gd name="T15" fmla="*/ 3905 h 4045"/>
              <a:gd name="T16" fmla="*/ 1033 w 1926"/>
              <a:gd name="T17" fmla="*/ 3878 h 4045"/>
              <a:gd name="T18" fmla="*/ 1064 w 1926"/>
              <a:gd name="T19" fmla="*/ 3832 h 4045"/>
              <a:gd name="T20" fmla="*/ 1075 w 1926"/>
              <a:gd name="T21" fmla="*/ 3772 h 4045"/>
              <a:gd name="T22" fmla="*/ 1064 w 1926"/>
              <a:gd name="T23" fmla="*/ 3712 h 4045"/>
              <a:gd name="T24" fmla="*/ 1033 w 1926"/>
              <a:gd name="T25" fmla="*/ 3665 h 4045"/>
              <a:gd name="T26" fmla="*/ 988 w 1926"/>
              <a:gd name="T27" fmla="*/ 3639 h 4045"/>
              <a:gd name="T28" fmla="*/ 156 w 1926"/>
              <a:gd name="T29" fmla="*/ 434 h 4045"/>
              <a:gd name="T30" fmla="*/ 1770 w 1926"/>
              <a:gd name="T31" fmla="*/ 3540 h 4045"/>
              <a:gd name="T32" fmla="*/ 156 w 1926"/>
              <a:gd name="T33" fmla="*/ 434 h 4045"/>
              <a:gd name="T34" fmla="*/ 716 w 1926"/>
              <a:gd name="T35" fmla="*/ 200 h 4045"/>
              <a:gd name="T36" fmla="*/ 701 w 1926"/>
              <a:gd name="T37" fmla="*/ 217 h 4045"/>
              <a:gd name="T38" fmla="*/ 701 w 1926"/>
              <a:gd name="T39" fmla="*/ 243 h 4045"/>
              <a:gd name="T40" fmla="*/ 716 w 1926"/>
              <a:gd name="T41" fmla="*/ 260 h 4045"/>
              <a:gd name="T42" fmla="*/ 1199 w 1926"/>
              <a:gd name="T43" fmla="*/ 262 h 4045"/>
              <a:gd name="T44" fmla="*/ 1218 w 1926"/>
              <a:gd name="T45" fmla="*/ 254 h 4045"/>
              <a:gd name="T46" fmla="*/ 1226 w 1926"/>
              <a:gd name="T47" fmla="*/ 230 h 4045"/>
              <a:gd name="T48" fmla="*/ 1218 w 1926"/>
              <a:gd name="T49" fmla="*/ 207 h 4045"/>
              <a:gd name="T50" fmla="*/ 1199 w 1926"/>
              <a:gd name="T51" fmla="*/ 197 h 4045"/>
              <a:gd name="T52" fmla="*/ 224 w 1926"/>
              <a:gd name="T53" fmla="*/ 0 h 4045"/>
              <a:gd name="T54" fmla="*/ 1738 w 1926"/>
              <a:gd name="T55" fmla="*/ 4 h 4045"/>
              <a:gd name="T56" fmla="*/ 1805 w 1926"/>
              <a:gd name="T57" fmla="*/ 31 h 4045"/>
              <a:gd name="T58" fmla="*/ 1860 w 1926"/>
              <a:gd name="T59" fmla="*/ 81 h 4045"/>
              <a:gd name="T60" fmla="*/ 1900 w 1926"/>
              <a:gd name="T61" fmla="*/ 148 h 4045"/>
              <a:gd name="T62" fmla="*/ 1923 w 1926"/>
              <a:gd name="T63" fmla="*/ 229 h 4045"/>
              <a:gd name="T64" fmla="*/ 1926 w 1926"/>
              <a:gd name="T65" fmla="*/ 3772 h 4045"/>
              <a:gd name="T66" fmla="*/ 1915 w 1926"/>
              <a:gd name="T67" fmla="*/ 3857 h 4045"/>
              <a:gd name="T68" fmla="*/ 1882 w 1926"/>
              <a:gd name="T69" fmla="*/ 3932 h 4045"/>
              <a:gd name="T70" fmla="*/ 1834 w 1926"/>
              <a:gd name="T71" fmla="*/ 3992 h 4045"/>
              <a:gd name="T72" fmla="*/ 1773 w 1926"/>
              <a:gd name="T73" fmla="*/ 4032 h 4045"/>
              <a:gd name="T74" fmla="*/ 1702 w 1926"/>
              <a:gd name="T75" fmla="*/ 4045 h 4045"/>
              <a:gd name="T76" fmla="*/ 188 w 1926"/>
              <a:gd name="T77" fmla="*/ 4041 h 4045"/>
              <a:gd name="T78" fmla="*/ 122 w 1926"/>
              <a:gd name="T79" fmla="*/ 4014 h 4045"/>
              <a:gd name="T80" fmla="*/ 66 w 1926"/>
              <a:gd name="T81" fmla="*/ 3964 h 4045"/>
              <a:gd name="T82" fmla="*/ 25 w 1926"/>
              <a:gd name="T83" fmla="*/ 3897 h 4045"/>
              <a:gd name="T84" fmla="*/ 3 w 1926"/>
              <a:gd name="T85" fmla="*/ 3816 h 4045"/>
              <a:gd name="T86" fmla="*/ 0 w 1926"/>
              <a:gd name="T87" fmla="*/ 273 h 4045"/>
              <a:gd name="T88" fmla="*/ 12 w 1926"/>
              <a:gd name="T89" fmla="*/ 188 h 4045"/>
              <a:gd name="T90" fmla="*/ 43 w 1926"/>
              <a:gd name="T91" fmla="*/ 113 h 4045"/>
              <a:gd name="T92" fmla="*/ 92 w 1926"/>
              <a:gd name="T93" fmla="*/ 53 h 4045"/>
              <a:gd name="T94" fmla="*/ 154 w 1926"/>
              <a:gd name="T95" fmla="*/ 13 h 4045"/>
              <a:gd name="T96" fmla="*/ 224 w 1926"/>
              <a:gd name="T97" fmla="*/ 0 h 40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926" h="4045">
                <a:moveTo>
                  <a:pt x="963" y="3636"/>
                </a:moveTo>
                <a:lnTo>
                  <a:pt x="937" y="3639"/>
                </a:lnTo>
                <a:lnTo>
                  <a:pt x="914" y="3649"/>
                </a:lnTo>
                <a:lnTo>
                  <a:pt x="893" y="3665"/>
                </a:lnTo>
                <a:lnTo>
                  <a:pt x="876" y="3686"/>
                </a:lnTo>
                <a:lnTo>
                  <a:pt x="863" y="3712"/>
                </a:lnTo>
                <a:lnTo>
                  <a:pt x="854" y="3741"/>
                </a:lnTo>
                <a:lnTo>
                  <a:pt x="851" y="3772"/>
                </a:lnTo>
                <a:lnTo>
                  <a:pt x="854" y="3804"/>
                </a:lnTo>
                <a:lnTo>
                  <a:pt x="863" y="3832"/>
                </a:lnTo>
                <a:lnTo>
                  <a:pt x="876" y="3857"/>
                </a:lnTo>
                <a:lnTo>
                  <a:pt x="893" y="3878"/>
                </a:lnTo>
                <a:lnTo>
                  <a:pt x="914" y="3894"/>
                </a:lnTo>
                <a:lnTo>
                  <a:pt x="937" y="3905"/>
                </a:lnTo>
                <a:lnTo>
                  <a:pt x="963" y="3909"/>
                </a:lnTo>
                <a:lnTo>
                  <a:pt x="988" y="3905"/>
                </a:lnTo>
                <a:lnTo>
                  <a:pt x="1013" y="3894"/>
                </a:lnTo>
                <a:lnTo>
                  <a:pt x="1033" y="3878"/>
                </a:lnTo>
                <a:lnTo>
                  <a:pt x="1051" y="3857"/>
                </a:lnTo>
                <a:lnTo>
                  <a:pt x="1064" y="3832"/>
                </a:lnTo>
                <a:lnTo>
                  <a:pt x="1072" y="3804"/>
                </a:lnTo>
                <a:lnTo>
                  <a:pt x="1075" y="3772"/>
                </a:lnTo>
                <a:lnTo>
                  <a:pt x="1072" y="3741"/>
                </a:lnTo>
                <a:lnTo>
                  <a:pt x="1064" y="3712"/>
                </a:lnTo>
                <a:lnTo>
                  <a:pt x="1051" y="3686"/>
                </a:lnTo>
                <a:lnTo>
                  <a:pt x="1033" y="3665"/>
                </a:lnTo>
                <a:lnTo>
                  <a:pt x="1013" y="3649"/>
                </a:lnTo>
                <a:lnTo>
                  <a:pt x="988" y="3639"/>
                </a:lnTo>
                <a:lnTo>
                  <a:pt x="963" y="3636"/>
                </a:lnTo>
                <a:close/>
                <a:moveTo>
                  <a:pt x="156" y="434"/>
                </a:moveTo>
                <a:lnTo>
                  <a:pt x="156" y="3540"/>
                </a:lnTo>
                <a:lnTo>
                  <a:pt x="1770" y="3540"/>
                </a:lnTo>
                <a:lnTo>
                  <a:pt x="1770" y="434"/>
                </a:lnTo>
                <a:lnTo>
                  <a:pt x="156" y="434"/>
                </a:lnTo>
                <a:close/>
                <a:moveTo>
                  <a:pt x="727" y="197"/>
                </a:moveTo>
                <a:lnTo>
                  <a:pt x="716" y="200"/>
                </a:lnTo>
                <a:lnTo>
                  <a:pt x="707" y="207"/>
                </a:lnTo>
                <a:lnTo>
                  <a:pt x="701" y="217"/>
                </a:lnTo>
                <a:lnTo>
                  <a:pt x="699" y="230"/>
                </a:lnTo>
                <a:lnTo>
                  <a:pt x="701" y="243"/>
                </a:lnTo>
                <a:lnTo>
                  <a:pt x="707" y="254"/>
                </a:lnTo>
                <a:lnTo>
                  <a:pt x="716" y="260"/>
                </a:lnTo>
                <a:lnTo>
                  <a:pt x="727" y="262"/>
                </a:lnTo>
                <a:lnTo>
                  <a:pt x="1199" y="262"/>
                </a:lnTo>
                <a:lnTo>
                  <a:pt x="1210" y="260"/>
                </a:lnTo>
                <a:lnTo>
                  <a:pt x="1218" y="254"/>
                </a:lnTo>
                <a:lnTo>
                  <a:pt x="1224" y="243"/>
                </a:lnTo>
                <a:lnTo>
                  <a:pt x="1226" y="230"/>
                </a:lnTo>
                <a:lnTo>
                  <a:pt x="1224" y="217"/>
                </a:lnTo>
                <a:lnTo>
                  <a:pt x="1218" y="207"/>
                </a:lnTo>
                <a:lnTo>
                  <a:pt x="1210" y="200"/>
                </a:lnTo>
                <a:lnTo>
                  <a:pt x="1199" y="197"/>
                </a:lnTo>
                <a:lnTo>
                  <a:pt x="727" y="197"/>
                </a:lnTo>
                <a:close/>
                <a:moveTo>
                  <a:pt x="224" y="0"/>
                </a:moveTo>
                <a:lnTo>
                  <a:pt x="1702" y="0"/>
                </a:lnTo>
                <a:lnTo>
                  <a:pt x="1738" y="4"/>
                </a:lnTo>
                <a:lnTo>
                  <a:pt x="1773" y="13"/>
                </a:lnTo>
                <a:lnTo>
                  <a:pt x="1805" y="31"/>
                </a:lnTo>
                <a:lnTo>
                  <a:pt x="1834" y="53"/>
                </a:lnTo>
                <a:lnTo>
                  <a:pt x="1860" y="81"/>
                </a:lnTo>
                <a:lnTo>
                  <a:pt x="1882" y="113"/>
                </a:lnTo>
                <a:lnTo>
                  <a:pt x="1900" y="148"/>
                </a:lnTo>
                <a:lnTo>
                  <a:pt x="1915" y="188"/>
                </a:lnTo>
                <a:lnTo>
                  <a:pt x="1923" y="229"/>
                </a:lnTo>
                <a:lnTo>
                  <a:pt x="1926" y="273"/>
                </a:lnTo>
                <a:lnTo>
                  <a:pt x="1926" y="3772"/>
                </a:lnTo>
                <a:lnTo>
                  <a:pt x="1923" y="3816"/>
                </a:lnTo>
                <a:lnTo>
                  <a:pt x="1915" y="3857"/>
                </a:lnTo>
                <a:lnTo>
                  <a:pt x="1900" y="3897"/>
                </a:lnTo>
                <a:lnTo>
                  <a:pt x="1882" y="3932"/>
                </a:lnTo>
                <a:lnTo>
                  <a:pt x="1860" y="3964"/>
                </a:lnTo>
                <a:lnTo>
                  <a:pt x="1834" y="3992"/>
                </a:lnTo>
                <a:lnTo>
                  <a:pt x="1805" y="4014"/>
                </a:lnTo>
                <a:lnTo>
                  <a:pt x="1773" y="4032"/>
                </a:lnTo>
                <a:lnTo>
                  <a:pt x="1738" y="4041"/>
                </a:lnTo>
                <a:lnTo>
                  <a:pt x="1702" y="4045"/>
                </a:lnTo>
                <a:lnTo>
                  <a:pt x="224" y="4045"/>
                </a:lnTo>
                <a:lnTo>
                  <a:pt x="188" y="4041"/>
                </a:lnTo>
                <a:lnTo>
                  <a:pt x="154" y="4032"/>
                </a:lnTo>
                <a:lnTo>
                  <a:pt x="122" y="4014"/>
                </a:lnTo>
                <a:lnTo>
                  <a:pt x="92" y="3992"/>
                </a:lnTo>
                <a:lnTo>
                  <a:pt x="66" y="3964"/>
                </a:lnTo>
                <a:lnTo>
                  <a:pt x="43" y="3932"/>
                </a:lnTo>
                <a:lnTo>
                  <a:pt x="25" y="3897"/>
                </a:lnTo>
                <a:lnTo>
                  <a:pt x="12" y="3857"/>
                </a:lnTo>
                <a:lnTo>
                  <a:pt x="3" y="3816"/>
                </a:lnTo>
                <a:lnTo>
                  <a:pt x="0" y="3772"/>
                </a:lnTo>
                <a:lnTo>
                  <a:pt x="0" y="273"/>
                </a:lnTo>
                <a:lnTo>
                  <a:pt x="3" y="229"/>
                </a:lnTo>
                <a:lnTo>
                  <a:pt x="12" y="188"/>
                </a:lnTo>
                <a:lnTo>
                  <a:pt x="25" y="148"/>
                </a:lnTo>
                <a:lnTo>
                  <a:pt x="43" y="113"/>
                </a:lnTo>
                <a:lnTo>
                  <a:pt x="66" y="81"/>
                </a:lnTo>
                <a:lnTo>
                  <a:pt x="92" y="53"/>
                </a:lnTo>
                <a:lnTo>
                  <a:pt x="122" y="31"/>
                </a:lnTo>
                <a:lnTo>
                  <a:pt x="154" y="13"/>
                </a:lnTo>
                <a:lnTo>
                  <a:pt x="188" y="4"/>
                </a:lnTo>
                <a:lnTo>
                  <a:pt x="224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lvl="0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24" name="자유형 23"/>
          <p:cNvSpPr/>
          <p:nvPr/>
        </p:nvSpPr>
        <p:spPr>
          <a:xfrm>
            <a:off x="462778" y="3768685"/>
            <a:ext cx="170716" cy="149410"/>
          </a:xfrm>
          <a:custGeom>
            <a:avLst/>
            <a:gdLst>
              <a:gd name="connsiteX0" fmla="*/ 149021 w 448462"/>
              <a:gd name="connsiteY0" fmla="*/ 328125 h 392491"/>
              <a:gd name="connsiteX1" fmla="*/ 210588 w 448462"/>
              <a:gd name="connsiteY1" fmla="*/ 357224 h 392491"/>
              <a:gd name="connsiteX2" fmla="*/ 160375 w 448462"/>
              <a:gd name="connsiteY2" fmla="*/ 391211 h 392491"/>
              <a:gd name="connsiteX3" fmla="*/ 158502 w 448462"/>
              <a:gd name="connsiteY3" fmla="*/ 392025 h 392491"/>
              <a:gd name="connsiteX4" fmla="*/ 156629 w 448462"/>
              <a:gd name="connsiteY4" fmla="*/ 392491 h 392491"/>
              <a:gd name="connsiteX5" fmla="*/ 154757 w 448462"/>
              <a:gd name="connsiteY5" fmla="*/ 392375 h 392491"/>
              <a:gd name="connsiteX6" fmla="*/ 153001 w 448462"/>
              <a:gd name="connsiteY6" fmla="*/ 391676 h 392491"/>
              <a:gd name="connsiteX7" fmla="*/ 151362 w 448462"/>
              <a:gd name="connsiteY7" fmla="*/ 390396 h 392491"/>
              <a:gd name="connsiteX8" fmla="*/ 150075 w 448462"/>
              <a:gd name="connsiteY8" fmla="*/ 388883 h 392491"/>
              <a:gd name="connsiteX9" fmla="*/ 149255 w 448462"/>
              <a:gd name="connsiteY9" fmla="*/ 387137 h 392491"/>
              <a:gd name="connsiteX10" fmla="*/ 149021 w 448462"/>
              <a:gd name="connsiteY10" fmla="*/ 385158 h 392491"/>
              <a:gd name="connsiteX11" fmla="*/ 441235 w 448462"/>
              <a:gd name="connsiteY11" fmla="*/ 0 h 392491"/>
              <a:gd name="connsiteX12" fmla="*/ 442983 w 448462"/>
              <a:gd name="connsiteY12" fmla="*/ 233 h 392491"/>
              <a:gd name="connsiteX13" fmla="*/ 444615 w 448462"/>
              <a:gd name="connsiteY13" fmla="*/ 816 h 392491"/>
              <a:gd name="connsiteX14" fmla="*/ 446131 w 448462"/>
              <a:gd name="connsiteY14" fmla="*/ 1866 h 392491"/>
              <a:gd name="connsiteX15" fmla="*/ 447530 w 448462"/>
              <a:gd name="connsiteY15" fmla="*/ 3615 h 392491"/>
              <a:gd name="connsiteX16" fmla="*/ 448346 w 448462"/>
              <a:gd name="connsiteY16" fmla="*/ 5714 h 392491"/>
              <a:gd name="connsiteX17" fmla="*/ 448462 w 448462"/>
              <a:gd name="connsiteY17" fmla="*/ 7696 h 392491"/>
              <a:gd name="connsiteX18" fmla="*/ 447879 w 448462"/>
              <a:gd name="connsiteY18" fmla="*/ 9911 h 392491"/>
              <a:gd name="connsiteX19" fmla="*/ 307990 w 448462"/>
              <a:gd name="connsiteY19" fmla="*/ 362641 h 392491"/>
              <a:gd name="connsiteX20" fmla="*/ 306708 w 448462"/>
              <a:gd name="connsiteY20" fmla="*/ 364973 h 392491"/>
              <a:gd name="connsiteX21" fmla="*/ 305076 w 448462"/>
              <a:gd name="connsiteY21" fmla="*/ 366955 h 392491"/>
              <a:gd name="connsiteX22" fmla="*/ 303094 w 448462"/>
              <a:gd name="connsiteY22" fmla="*/ 368588 h 392491"/>
              <a:gd name="connsiteX23" fmla="*/ 300646 w 448462"/>
              <a:gd name="connsiteY23" fmla="*/ 369870 h 392491"/>
              <a:gd name="connsiteX24" fmla="*/ 298314 w 448462"/>
              <a:gd name="connsiteY24" fmla="*/ 370570 h 392491"/>
              <a:gd name="connsiteX25" fmla="*/ 295983 w 448462"/>
              <a:gd name="connsiteY25" fmla="*/ 370803 h 392491"/>
              <a:gd name="connsiteX26" fmla="*/ 293068 w 448462"/>
              <a:gd name="connsiteY26" fmla="*/ 370453 h 392491"/>
              <a:gd name="connsiteX27" fmla="*/ 290387 w 448462"/>
              <a:gd name="connsiteY27" fmla="*/ 369404 h 392491"/>
              <a:gd name="connsiteX28" fmla="*/ 148982 w 448462"/>
              <a:gd name="connsiteY28" fmla="*/ 302123 h 392491"/>
              <a:gd name="connsiteX29" fmla="*/ 347858 w 448462"/>
              <a:gd name="connsiteY29" fmla="*/ 102379 h 392491"/>
              <a:gd name="connsiteX30" fmla="*/ 120771 w 448462"/>
              <a:gd name="connsiteY30" fmla="*/ 288830 h 392491"/>
              <a:gd name="connsiteX31" fmla="*/ 7344 w 448462"/>
              <a:gd name="connsiteY31" fmla="*/ 234842 h 392491"/>
              <a:gd name="connsiteX32" fmla="*/ 4896 w 448462"/>
              <a:gd name="connsiteY32" fmla="*/ 233209 h 392491"/>
              <a:gd name="connsiteX33" fmla="*/ 2798 w 448462"/>
              <a:gd name="connsiteY33" fmla="*/ 231227 h 392491"/>
              <a:gd name="connsiteX34" fmla="*/ 1282 w 448462"/>
              <a:gd name="connsiteY34" fmla="*/ 228895 h 392491"/>
              <a:gd name="connsiteX35" fmla="*/ 349 w 448462"/>
              <a:gd name="connsiteY35" fmla="*/ 226213 h 392491"/>
              <a:gd name="connsiteX36" fmla="*/ 0 w 448462"/>
              <a:gd name="connsiteY36" fmla="*/ 223298 h 392491"/>
              <a:gd name="connsiteX37" fmla="*/ 233 w 448462"/>
              <a:gd name="connsiteY37" fmla="*/ 220499 h 392491"/>
              <a:gd name="connsiteX38" fmla="*/ 1165 w 448462"/>
              <a:gd name="connsiteY38" fmla="*/ 217701 h 392491"/>
              <a:gd name="connsiteX39" fmla="*/ 2681 w 448462"/>
              <a:gd name="connsiteY39" fmla="*/ 215252 h 392491"/>
              <a:gd name="connsiteX40" fmla="*/ 4779 w 448462"/>
              <a:gd name="connsiteY40" fmla="*/ 213270 h 392491"/>
              <a:gd name="connsiteX41" fmla="*/ 7227 w 448462"/>
              <a:gd name="connsiteY41" fmla="*/ 211754 h 392491"/>
              <a:gd name="connsiteX42" fmla="*/ 437971 w 448462"/>
              <a:gd name="connsiteY42" fmla="*/ 583 h 392491"/>
              <a:gd name="connsiteX43" fmla="*/ 439603 w 448462"/>
              <a:gd name="connsiteY43" fmla="*/ 117 h 392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448462" h="392491">
                <a:moveTo>
                  <a:pt x="149021" y="328125"/>
                </a:moveTo>
                <a:lnTo>
                  <a:pt x="210588" y="357224"/>
                </a:lnTo>
                <a:lnTo>
                  <a:pt x="160375" y="391211"/>
                </a:lnTo>
                <a:lnTo>
                  <a:pt x="158502" y="392025"/>
                </a:lnTo>
                <a:lnTo>
                  <a:pt x="156629" y="392491"/>
                </a:lnTo>
                <a:lnTo>
                  <a:pt x="154757" y="392375"/>
                </a:lnTo>
                <a:lnTo>
                  <a:pt x="153001" y="391676"/>
                </a:lnTo>
                <a:lnTo>
                  <a:pt x="151362" y="390396"/>
                </a:lnTo>
                <a:lnTo>
                  <a:pt x="150075" y="388883"/>
                </a:lnTo>
                <a:lnTo>
                  <a:pt x="149255" y="387137"/>
                </a:lnTo>
                <a:lnTo>
                  <a:pt x="149021" y="385158"/>
                </a:lnTo>
                <a:close/>
                <a:moveTo>
                  <a:pt x="441235" y="0"/>
                </a:moveTo>
                <a:lnTo>
                  <a:pt x="442983" y="233"/>
                </a:lnTo>
                <a:lnTo>
                  <a:pt x="444615" y="816"/>
                </a:lnTo>
                <a:lnTo>
                  <a:pt x="446131" y="1866"/>
                </a:lnTo>
                <a:lnTo>
                  <a:pt x="447530" y="3615"/>
                </a:lnTo>
                <a:lnTo>
                  <a:pt x="448346" y="5714"/>
                </a:lnTo>
                <a:lnTo>
                  <a:pt x="448462" y="7696"/>
                </a:lnTo>
                <a:lnTo>
                  <a:pt x="447879" y="9911"/>
                </a:lnTo>
                <a:lnTo>
                  <a:pt x="307990" y="362641"/>
                </a:lnTo>
                <a:lnTo>
                  <a:pt x="306708" y="364973"/>
                </a:lnTo>
                <a:lnTo>
                  <a:pt x="305076" y="366955"/>
                </a:lnTo>
                <a:lnTo>
                  <a:pt x="303094" y="368588"/>
                </a:lnTo>
                <a:lnTo>
                  <a:pt x="300646" y="369870"/>
                </a:lnTo>
                <a:lnTo>
                  <a:pt x="298314" y="370570"/>
                </a:lnTo>
                <a:lnTo>
                  <a:pt x="295983" y="370803"/>
                </a:lnTo>
                <a:lnTo>
                  <a:pt x="293068" y="370453"/>
                </a:lnTo>
                <a:lnTo>
                  <a:pt x="290387" y="369404"/>
                </a:lnTo>
                <a:lnTo>
                  <a:pt x="148982" y="302123"/>
                </a:lnTo>
                <a:lnTo>
                  <a:pt x="347858" y="102379"/>
                </a:lnTo>
                <a:lnTo>
                  <a:pt x="120771" y="288830"/>
                </a:lnTo>
                <a:lnTo>
                  <a:pt x="7344" y="234842"/>
                </a:lnTo>
                <a:lnTo>
                  <a:pt x="4896" y="233209"/>
                </a:lnTo>
                <a:lnTo>
                  <a:pt x="2798" y="231227"/>
                </a:lnTo>
                <a:lnTo>
                  <a:pt x="1282" y="228895"/>
                </a:lnTo>
                <a:lnTo>
                  <a:pt x="349" y="226213"/>
                </a:lnTo>
                <a:lnTo>
                  <a:pt x="0" y="223298"/>
                </a:lnTo>
                <a:lnTo>
                  <a:pt x="233" y="220499"/>
                </a:lnTo>
                <a:lnTo>
                  <a:pt x="1165" y="217701"/>
                </a:lnTo>
                <a:lnTo>
                  <a:pt x="2681" y="215252"/>
                </a:lnTo>
                <a:lnTo>
                  <a:pt x="4779" y="213270"/>
                </a:lnTo>
                <a:lnTo>
                  <a:pt x="7227" y="211754"/>
                </a:lnTo>
                <a:lnTo>
                  <a:pt x="437971" y="583"/>
                </a:lnTo>
                <a:lnTo>
                  <a:pt x="439603" y="117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noAutofit/>
          </a:bodyPr>
          <a:lstStyle/>
          <a:p>
            <a:pPr lvl="0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25" name="Freeform 6"/>
          <p:cNvSpPr/>
          <p:nvPr/>
        </p:nvSpPr>
        <p:spPr>
          <a:xfrm rot="10800000" flipH="1" flipV="1">
            <a:off x="461886" y="3136838"/>
            <a:ext cx="172500" cy="152938"/>
          </a:xfrm>
          <a:custGeom>
            <a:avLst/>
            <a:gdLst>
              <a:gd name="T0" fmla="*/ 2689 w 3491"/>
              <a:gd name="T1" fmla="*/ 15 h 3097"/>
              <a:gd name="T2" fmla="*/ 2963 w 3491"/>
              <a:gd name="T3" fmla="*/ 108 h 3097"/>
              <a:gd name="T4" fmla="*/ 3204 w 3491"/>
              <a:gd name="T5" fmla="*/ 281 h 3097"/>
              <a:gd name="T6" fmla="*/ 3382 w 3491"/>
              <a:gd name="T7" fmla="*/ 518 h 3097"/>
              <a:gd name="T8" fmla="*/ 3475 w 3491"/>
              <a:gd name="T9" fmla="*/ 786 h 3097"/>
              <a:gd name="T10" fmla="*/ 3486 w 3491"/>
              <a:gd name="T11" fmla="*/ 1066 h 3097"/>
              <a:gd name="T12" fmla="*/ 3413 w 3491"/>
              <a:gd name="T13" fmla="*/ 1339 h 3097"/>
              <a:gd name="T14" fmla="*/ 3256 w 3491"/>
              <a:gd name="T15" fmla="*/ 1586 h 3097"/>
              <a:gd name="T16" fmla="*/ 1965 w 3491"/>
              <a:gd name="T17" fmla="*/ 2838 h 3097"/>
              <a:gd name="T18" fmla="*/ 1873 w 3491"/>
              <a:gd name="T19" fmla="*/ 2828 h 3097"/>
              <a:gd name="T20" fmla="*/ 1821 w 3491"/>
              <a:gd name="T21" fmla="*/ 2749 h 3097"/>
              <a:gd name="T22" fmla="*/ 1853 w 3491"/>
              <a:gd name="T23" fmla="*/ 2662 h 3097"/>
              <a:gd name="T24" fmla="*/ 3153 w 3491"/>
              <a:gd name="T25" fmla="*/ 1355 h 3097"/>
              <a:gd name="T26" fmla="*/ 3242 w 3491"/>
              <a:gd name="T27" fmla="*/ 1126 h 3097"/>
              <a:gd name="T28" fmla="*/ 3253 w 3491"/>
              <a:gd name="T29" fmla="*/ 885 h 3097"/>
              <a:gd name="T30" fmla="*/ 3183 w 3491"/>
              <a:gd name="T31" fmla="*/ 653 h 3097"/>
              <a:gd name="T32" fmla="*/ 3035 w 3491"/>
              <a:gd name="T33" fmla="*/ 448 h 3097"/>
              <a:gd name="T34" fmla="*/ 2825 w 3491"/>
              <a:gd name="T35" fmla="*/ 301 h 3097"/>
              <a:gd name="T36" fmla="*/ 2586 w 3491"/>
              <a:gd name="T37" fmla="*/ 234 h 3097"/>
              <a:gd name="T38" fmla="*/ 2340 w 3491"/>
              <a:gd name="T39" fmla="*/ 243 h 3097"/>
              <a:gd name="T40" fmla="*/ 2108 w 3491"/>
              <a:gd name="T41" fmla="*/ 331 h 3097"/>
              <a:gd name="T42" fmla="*/ 378 w 3491"/>
              <a:gd name="T43" fmla="*/ 1972 h 3097"/>
              <a:gd name="T44" fmla="*/ 258 w 3491"/>
              <a:gd name="T45" fmla="*/ 2149 h 3097"/>
              <a:gd name="T46" fmla="*/ 218 w 3491"/>
              <a:gd name="T47" fmla="*/ 2350 h 3097"/>
              <a:gd name="T48" fmla="*/ 258 w 3491"/>
              <a:gd name="T49" fmla="*/ 2551 h 3097"/>
              <a:gd name="T50" fmla="*/ 378 w 3491"/>
              <a:gd name="T51" fmla="*/ 2728 h 3097"/>
              <a:gd name="T52" fmla="*/ 558 w 3491"/>
              <a:gd name="T53" fmla="*/ 2846 h 3097"/>
              <a:gd name="T54" fmla="*/ 763 w 3491"/>
              <a:gd name="T55" fmla="*/ 2885 h 3097"/>
              <a:gd name="T56" fmla="*/ 968 w 3491"/>
              <a:gd name="T57" fmla="*/ 2846 h 3097"/>
              <a:gd name="T58" fmla="*/ 1149 w 3491"/>
              <a:gd name="T59" fmla="*/ 2728 h 3097"/>
              <a:gd name="T60" fmla="*/ 2809 w 3491"/>
              <a:gd name="T61" fmla="*/ 1091 h 3097"/>
              <a:gd name="T62" fmla="*/ 2837 w 3491"/>
              <a:gd name="T63" fmla="*/ 942 h 3097"/>
              <a:gd name="T64" fmla="*/ 2791 w 3491"/>
              <a:gd name="T65" fmla="*/ 797 h 3097"/>
              <a:gd name="T66" fmla="*/ 2677 w 3491"/>
              <a:gd name="T67" fmla="*/ 685 h 3097"/>
              <a:gd name="T68" fmla="*/ 2528 w 3491"/>
              <a:gd name="T69" fmla="*/ 641 h 3097"/>
              <a:gd name="T70" fmla="*/ 2377 w 3491"/>
              <a:gd name="T71" fmla="*/ 668 h 3097"/>
              <a:gd name="T72" fmla="*/ 1082 w 3491"/>
              <a:gd name="T73" fmla="*/ 1906 h 3097"/>
              <a:gd name="T74" fmla="*/ 992 w 3491"/>
              <a:gd name="T75" fmla="*/ 1937 h 3097"/>
              <a:gd name="T76" fmla="*/ 911 w 3491"/>
              <a:gd name="T77" fmla="*/ 1887 h 3097"/>
              <a:gd name="T78" fmla="*/ 900 w 3491"/>
              <a:gd name="T79" fmla="*/ 1796 h 3097"/>
              <a:gd name="T80" fmla="*/ 2165 w 3491"/>
              <a:gd name="T81" fmla="*/ 546 h 3097"/>
              <a:gd name="T82" fmla="*/ 2354 w 3491"/>
              <a:gd name="T83" fmla="*/ 449 h 3097"/>
              <a:gd name="T84" fmla="*/ 2562 w 3491"/>
              <a:gd name="T85" fmla="*/ 429 h 3097"/>
              <a:gd name="T86" fmla="*/ 2763 w 3491"/>
              <a:gd name="T87" fmla="*/ 488 h 3097"/>
              <a:gd name="T88" fmla="*/ 2932 w 3491"/>
              <a:gd name="T89" fmla="*/ 623 h 3097"/>
              <a:gd name="T90" fmla="*/ 3032 w 3491"/>
              <a:gd name="T91" fmla="*/ 809 h 3097"/>
              <a:gd name="T92" fmla="*/ 3053 w 3491"/>
              <a:gd name="T93" fmla="*/ 1012 h 3097"/>
              <a:gd name="T94" fmla="*/ 2993 w 3491"/>
              <a:gd name="T95" fmla="*/ 1209 h 3097"/>
              <a:gd name="T96" fmla="*/ 1303 w 3491"/>
              <a:gd name="T97" fmla="*/ 2879 h 3097"/>
              <a:gd name="T98" fmla="*/ 1094 w 3491"/>
              <a:gd name="T99" fmla="*/ 3025 h 3097"/>
              <a:gd name="T100" fmla="*/ 855 w 3491"/>
              <a:gd name="T101" fmla="*/ 3092 h 3097"/>
              <a:gd name="T102" fmla="*/ 609 w 3491"/>
              <a:gd name="T103" fmla="*/ 3083 h 3097"/>
              <a:gd name="T104" fmla="*/ 377 w 3491"/>
              <a:gd name="T105" fmla="*/ 2995 h 3097"/>
              <a:gd name="T106" fmla="*/ 178 w 3491"/>
              <a:gd name="T107" fmla="*/ 2832 h 3097"/>
              <a:gd name="T108" fmla="*/ 51 w 3491"/>
              <a:gd name="T109" fmla="*/ 2617 h 3097"/>
              <a:gd name="T110" fmla="*/ 0 w 3491"/>
              <a:gd name="T111" fmla="*/ 2381 h 3097"/>
              <a:gd name="T112" fmla="*/ 30 w 3491"/>
              <a:gd name="T113" fmla="*/ 2141 h 3097"/>
              <a:gd name="T114" fmla="*/ 139 w 3491"/>
              <a:gd name="T115" fmla="*/ 1920 h 3097"/>
              <a:gd name="T116" fmla="*/ 1872 w 3491"/>
              <a:gd name="T117" fmla="*/ 230 h 3097"/>
              <a:gd name="T118" fmla="*/ 2123 w 3491"/>
              <a:gd name="T119" fmla="*/ 76 h 3097"/>
              <a:gd name="T120" fmla="*/ 2402 w 3491"/>
              <a:gd name="T121" fmla="*/ 5 h 30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3491" h="3097">
                <a:moveTo>
                  <a:pt x="2474" y="0"/>
                </a:moveTo>
                <a:lnTo>
                  <a:pt x="2546" y="0"/>
                </a:lnTo>
                <a:lnTo>
                  <a:pt x="2618" y="5"/>
                </a:lnTo>
                <a:lnTo>
                  <a:pt x="2689" y="15"/>
                </a:lnTo>
                <a:lnTo>
                  <a:pt x="2758" y="31"/>
                </a:lnTo>
                <a:lnTo>
                  <a:pt x="2828" y="51"/>
                </a:lnTo>
                <a:lnTo>
                  <a:pt x="2896" y="76"/>
                </a:lnTo>
                <a:lnTo>
                  <a:pt x="2963" y="108"/>
                </a:lnTo>
                <a:lnTo>
                  <a:pt x="3026" y="143"/>
                </a:lnTo>
                <a:lnTo>
                  <a:pt x="3088" y="183"/>
                </a:lnTo>
                <a:lnTo>
                  <a:pt x="3147" y="230"/>
                </a:lnTo>
                <a:lnTo>
                  <a:pt x="3204" y="281"/>
                </a:lnTo>
                <a:lnTo>
                  <a:pt x="3256" y="336"/>
                </a:lnTo>
                <a:lnTo>
                  <a:pt x="3303" y="394"/>
                </a:lnTo>
                <a:lnTo>
                  <a:pt x="3345" y="455"/>
                </a:lnTo>
                <a:lnTo>
                  <a:pt x="3382" y="518"/>
                </a:lnTo>
                <a:lnTo>
                  <a:pt x="3413" y="582"/>
                </a:lnTo>
                <a:lnTo>
                  <a:pt x="3439" y="650"/>
                </a:lnTo>
                <a:lnTo>
                  <a:pt x="3460" y="717"/>
                </a:lnTo>
                <a:lnTo>
                  <a:pt x="3475" y="786"/>
                </a:lnTo>
                <a:lnTo>
                  <a:pt x="3486" y="856"/>
                </a:lnTo>
                <a:lnTo>
                  <a:pt x="3491" y="926"/>
                </a:lnTo>
                <a:lnTo>
                  <a:pt x="3491" y="996"/>
                </a:lnTo>
                <a:lnTo>
                  <a:pt x="3486" y="1066"/>
                </a:lnTo>
                <a:lnTo>
                  <a:pt x="3475" y="1136"/>
                </a:lnTo>
                <a:lnTo>
                  <a:pt x="3460" y="1205"/>
                </a:lnTo>
                <a:lnTo>
                  <a:pt x="3439" y="1273"/>
                </a:lnTo>
                <a:lnTo>
                  <a:pt x="3413" y="1339"/>
                </a:lnTo>
                <a:lnTo>
                  <a:pt x="3382" y="1404"/>
                </a:lnTo>
                <a:lnTo>
                  <a:pt x="3345" y="1467"/>
                </a:lnTo>
                <a:lnTo>
                  <a:pt x="3303" y="1528"/>
                </a:lnTo>
                <a:lnTo>
                  <a:pt x="3256" y="1586"/>
                </a:lnTo>
                <a:lnTo>
                  <a:pt x="3204" y="1641"/>
                </a:lnTo>
                <a:lnTo>
                  <a:pt x="2007" y="2813"/>
                </a:lnTo>
                <a:lnTo>
                  <a:pt x="1988" y="2828"/>
                </a:lnTo>
                <a:lnTo>
                  <a:pt x="1965" y="2838"/>
                </a:lnTo>
                <a:lnTo>
                  <a:pt x="1942" y="2844"/>
                </a:lnTo>
                <a:lnTo>
                  <a:pt x="1918" y="2844"/>
                </a:lnTo>
                <a:lnTo>
                  <a:pt x="1894" y="2838"/>
                </a:lnTo>
                <a:lnTo>
                  <a:pt x="1873" y="2828"/>
                </a:lnTo>
                <a:lnTo>
                  <a:pt x="1853" y="2813"/>
                </a:lnTo>
                <a:lnTo>
                  <a:pt x="1837" y="2793"/>
                </a:lnTo>
                <a:lnTo>
                  <a:pt x="1827" y="2772"/>
                </a:lnTo>
                <a:lnTo>
                  <a:pt x="1821" y="2749"/>
                </a:lnTo>
                <a:lnTo>
                  <a:pt x="1821" y="2726"/>
                </a:lnTo>
                <a:lnTo>
                  <a:pt x="1827" y="2703"/>
                </a:lnTo>
                <a:lnTo>
                  <a:pt x="1837" y="2681"/>
                </a:lnTo>
                <a:lnTo>
                  <a:pt x="1853" y="2662"/>
                </a:lnTo>
                <a:lnTo>
                  <a:pt x="3035" y="1505"/>
                </a:lnTo>
                <a:lnTo>
                  <a:pt x="3079" y="1458"/>
                </a:lnTo>
                <a:lnTo>
                  <a:pt x="3118" y="1407"/>
                </a:lnTo>
                <a:lnTo>
                  <a:pt x="3153" y="1355"/>
                </a:lnTo>
                <a:lnTo>
                  <a:pt x="3183" y="1300"/>
                </a:lnTo>
                <a:lnTo>
                  <a:pt x="3208" y="1243"/>
                </a:lnTo>
                <a:lnTo>
                  <a:pt x="3228" y="1185"/>
                </a:lnTo>
                <a:lnTo>
                  <a:pt x="3242" y="1126"/>
                </a:lnTo>
                <a:lnTo>
                  <a:pt x="3253" y="1066"/>
                </a:lnTo>
                <a:lnTo>
                  <a:pt x="3257" y="1006"/>
                </a:lnTo>
                <a:lnTo>
                  <a:pt x="3257" y="946"/>
                </a:lnTo>
                <a:lnTo>
                  <a:pt x="3253" y="885"/>
                </a:lnTo>
                <a:lnTo>
                  <a:pt x="3242" y="826"/>
                </a:lnTo>
                <a:lnTo>
                  <a:pt x="3228" y="766"/>
                </a:lnTo>
                <a:lnTo>
                  <a:pt x="3208" y="709"/>
                </a:lnTo>
                <a:lnTo>
                  <a:pt x="3183" y="653"/>
                </a:lnTo>
                <a:lnTo>
                  <a:pt x="3153" y="598"/>
                </a:lnTo>
                <a:lnTo>
                  <a:pt x="3118" y="545"/>
                </a:lnTo>
                <a:lnTo>
                  <a:pt x="3079" y="495"/>
                </a:lnTo>
                <a:lnTo>
                  <a:pt x="3035" y="448"/>
                </a:lnTo>
                <a:lnTo>
                  <a:pt x="2985" y="403"/>
                </a:lnTo>
                <a:lnTo>
                  <a:pt x="2935" y="364"/>
                </a:lnTo>
                <a:lnTo>
                  <a:pt x="2881" y="331"/>
                </a:lnTo>
                <a:lnTo>
                  <a:pt x="2825" y="301"/>
                </a:lnTo>
                <a:lnTo>
                  <a:pt x="2767" y="277"/>
                </a:lnTo>
                <a:lnTo>
                  <a:pt x="2708" y="258"/>
                </a:lnTo>
                <a:lnTo>
                  <a:pt x="2648" y="243"/>
                </a:lnTo>
                <a:lnTo>
                  <a:pt x="2586" y="234"/>
                </a:lnTo>
                <a:lnTo>
                  <a:pt x="2525" y="229"/>
                </a:lnTo>
                <a:lnTo>
                  <a:pt x="2464" y="229"/>
                </a:lnTo>
                <a:lnTo>
                  <a:pt x="2402" y="234"/>
                </a:lnTo>
                <a:lnTo>
                  <a:pt x="2340" y="243"/>
                </a:lnTo>
                <a:lnTo>
                  <a:pt x="2280" y="258"/>
                </a:lnTo>
                <a:lnTo>
                  <a:pt x="2221" y="277"/>
                </a:lnTo>
                <a:lnTo>
                  <a:pt x="2164" y="301"/>
                </a:lnTo>
                <a:lnTo>
                  <a:pt x="2108" y="331"/>
                </a:lnTo>
                <a:lnTo>
                  <a:pt x="2055" y="364"/>
                </a:lnTo>
                <a:lnTo>
                  <a:pt x="2003" y="403"/>
                </a:lnTo>
                <a:lnTo>
                  <a:pt x="1955" y="448"/>
                </a:lnTo>
                <a:lnTo>
                  <a:pt x="378" y="1972"/>
                </a:lnTo>
                <a:lnTo>
                  <a:pt x="341" y="2013"/>
                </a:lnTo>
                <a:lnTo>
                  <a:pt x="307" y="2057"/>
                </a:lnTo>
                <a:lnTo>
                  <a:pt x="280" y="2102"/>
                </a:lnTo>
                <a:lnTo>
                  <a:pt x="258" y="2149"/>
                </a:lnTo>
                <a:lnTo>
                  <a:pt x="241" y="2199"/>
                </a:lnTo>
                <a:lnTo>
                  <a:pt x="228" y="2248"/>
                </a:lnTo>
                <a:lnTo>
                  <a:pt x="220" y="2299"/>
                </a:lnTo>
                <a:lnTo>
                  <a:pt x="218" y="2350"/>
                </a:lnTo>
                <a:lnTo>
                  <a:pt x="220" y="2402"/>
                </a:lnTo>
                <a:lnTo>
                  <a:pt x="228" y="2452"/>
                </a:lnTo>
                <a:lnTo>
                  <a:pt x="241" y="2503"/>
                </a:lnTo>
                <a:lnTo>
                  <a:pt x="258" y="2551"/>
                </a:lnTo>
                <a:lnTo>
                  <a:pt x="280" y="2599"/>
                </a:lnTo>
                <a:lnTo>
                  <a:pt x="307" y="2644"/>
                </a:lnTo>
                <a:lnTo>
                  <a:pt x="341" y="2687"/>
                </a:lnTo>
                <a:lnTo>
                  <a:pt x="378" y="2728"/>
                </a:lnTo>
                <a:lnTo>
                  <a:pt x="419" y="2765"/>
                </a:lnTo>
                <a:lnTo>
                  <a:pt x="463" y="2796"/>
                </a:lnTo>
                <a:lnTo>
                  <a:pt x="509" y="2824"/>
                </a:lnTo>
                <a:lnTo>
                  <a:pt x="558" y="2846"/>
                </a:lnTo>
                <a:lnTo>
                  <a:pt x="608" y="2863"/>
                </a:lnTo>
                <a:lnTo>
                  <a:pt x="660" y="2874"/>
                </a:lnTo>
                <a:lnTo>
                  <a:pt x="711" y="2882"/>
                </a:lnTo>
                <a:lnTo>
                  <a:pt x="763" y="2885"/>
                </a:lnTo>
                <a:lnTo>
                  <a:pt x="816" y="2882"/>
                </a:lnTo>
                <a:lnTo>
                  <a:pt x="867" y="2874"/>
                </a:lnTo>
                <a:lnTo>
                  <a:pt x="919" y="2863"/>
                </a:lnTo>
                <a:lnTo>
                  <a:pt x="968" y="2846"/>
                </a:lnTo>
                <a:lnTo>
                  <a:pt x="1018" y="2824"/>
                </a:lnTo>
                <a:lnTo>
                  <a:pt x="1064" y="2796"/>
                </a:lnTo>
                <a:lnTo>
                  <a:pt x="1108" y="2765"/>
                </a:lnTo>
                <a:lnTo>
                  <a:pt x="1149" y="2728"/>
                </a:lnTo>
                <a:lnTo>
                  <a:pt x="2741" y="1187"/>
                </a:lnTo>
                <a:lnTo>
                  <a:pt x="2768" y="1158"/>
                </a:lnTo>
                <a:lnTo>
                  <a:pt x="2791" y="1125"/>
                </a:lnTo>
                <a:lnTo>
                  <a:pt x="2809" y="1091"/>
                </a:lnTo>
                <a:lnTo>
                  <a:pt x="2823" y="1055"/>
                </a:lnTo>
                <a:lnTo>
                  <a:pt x="2831" y="1018"/>
                </a:lnTo>
                <a:lnTo>
                  <a:pt x="2837" y="980"/>
                </a:lnTo>
                <a:lnTo>
                  <a:pt x="2837" y="942"/>
                </a:lnTo>
                <a:lnTo>
                  <a:pt x="2831" y="904"/>
                </a:lnTo>
                <a:lnTo>
                  <a:pt x="2823" y="867"/>
                </a:lnTo>
                <a:lnTo>
                  <a:pt x="2809" y="832"/>
                </a:lnTo>
                <a:lnTo>
                  <a:pt x="2791" y="797"/>
                </a:lnTo>
                <a:lnTo>
                  <a:pt x="2768" y="764"/>
                </a:lnTo>
                <a:lnTo>
                  <a:pt x="2741" y="734"/>
                </a:lnTo>
                <a:lnTo>
                  <a:pt x="2710" y="707"/>
                </a:lnTo>
                <a:lnTo>
                  <a:pt x="2677" y="685"/>
                </a:lnTo>
                <a:lnTo>
                  <a:pt x="2642" y="668"/>
                </a:lnTo>
                <a:lnTo>
                  <a:pt x="2605" y="654"/>
                </a:lnTo>
                <a:lnTo>
                  <a:pt x="2567" y="645"/>
                </a:lnTo>
                <a:lnTo>
                  <a:pt x="2528" y="641"/>
                </a:lnTo>
                <a:lnTo>
                  <a:pt x="2490" y="641"/>
                </a:lnTo>
                <a:lnTo>
                  <a:pt x="2452" y="645"/>
                </a:lnTo>
                <a:lnTo>
                  <a:pt x="2415" y="654"/>
                </a:lnTo>
                <a:lnTo>
                  <a:pt x="2377" y="668"/>
                </a:lnTo>
                <a:lnTo>
                  <a:pt x="2343" y="685"/>
                </a:lnTo>
                <a:lnTo>
                  <a:pt x="2309" y="707"/>
                </a:lnTo>
                <a:lnTo>
                  <a:pt x="2278" y="734"/>
                </a:lnTo>
                <a:lnTo>
                  <a:pt x="1082" y="1906"/>
                </a:lnTo>
                <a:lnTo>
                  <a:pt x="1062" y="1922"/>
                </a:lnTo>
                <a:lnTo>
                  <a:pt x="1040" y="1931"/>
                </a:lnTo>
                <a:lnTo>
                  <a:pt x="1017" y="1937"/>
                </a:lnTo>
                <a:lnTo>
                  <a:pt x="992" y="1937"/>
                </a:lnTo>
                <a:lnTo>
                  <a:pt x="969" y="1931"/>
                </a:lnTo>
                <a:lnTo>
                  <a:pt x="947" y="1922"/>
                </a:lnTo>
                <a:lnTo>
                  <a:pt x="927" y="1906"/>
                </a:lnTo>
                <a:lnTo>
                  <a:pt x="911" y="1887"/>
                </a:lnTo>
                <a:lnTo>
                  <a:pt x="900" y="1865"/>
                </a:lnTo>
                <a:lnTo>
                  <a:pt x="896" y="1842"/>
                </a:lnTo>
                <a:lnTo>
                  <a:pt x="896" y="1819"/>
                </a:lnTo>
                <a:lnTo>
                  <a:pt x="900" y="1796"/>
                </a:lnTo>
                <a:lnTo>
                  <a:pt x="911" y="1775"/>
                </a:lnTo>
                <a:lnTo>
                  <a:pt x="927" y="1755"/>
                </a:lnTo>
                <a:lnTo>
                  <a:pt x="2123" y="583"/>
                </a:lnTo>
                <a:lnTo>
                  <a:pt x="2165" y="546"/>
                </a:lnTo>
                <a:lnTo>
                  <a:pt x="2209" y="515"/>
                </a:lnTo>
                <a:lnTo>
                  <a:pt x="2255" y="488"/>
                </a:lnTo>
                <a:lnTo>
                  <a:pt x="2304" y="465"/>
                </a:lnTo>
                <a:lnTo>
                  <a:pt x="2354" y="449"/>
                </a:lnTo>
                <a:lnTo>
                  <a:pt x="2405" y="436"/>
                </a:lnTo>
                <a:lnTo>
                  <a:pt x="2457" y="429"/>
                </a:lnTo>
                <a:lnTo>
                  <a:pt x="2509" y="427"/>
                </a:lnTo>
                <a:lnTo>
                  <a:pt x="2562" y="429"/>
                </a:lnTo>
                <a:lnTo>
                  <a:pt x="2613" y="436"/>
                </a:lnTo>
                <a:lnTo>
                  <a:pt x="2665" y="449"/>
                </a:lnTo>
                <a:lnTo>
                  <a:pt x="2714" y="465"/>
                </a:lnTo>
                <a:lnTo>
                  <a:pt x="2763" y="488"/>
                </a:lnTo>
                <a:lnTo>
                  <a:pt x="2810" y="515"/>
                </a:lnTo>
                <a:lnTo>
                  <a:pt x="2854" y="546"/>
                </a:lnTo>
                <a:lnTo>
                  <a:pt x="2895" y="583"/>
                </a:lnTo>
                <a:lnTo>
                  <a:pt x="2932" y="623"/>
                </a:lnTo>
                <a:lnTo>
                  <a:pt x="2965" y="666"/>
                </a:lnTo>
                <a:lnTo>
                  <a:pt x="2993" y="713"/>
                </a:lnTo>
                <a:lnTo>
                  <a:pt x="3015" y="760"/>
                </a:lnTo>
                <a:lnTo>
                  <a:pt x="3032" y="809"/>
                </a:lnTo>
                <a:lnTo>
                  <a:pt x="3045" y="859"/>
                </a:lnTo>
                <a:lnTo>
                  <a:pt x="3053" y="910"/>
                </a:lnTo>
                <a:lnTo>
                  <a:pt x="3055" y="961"/>
                </a:lnTo>
                <a:lnTo>
                  <a:pt x="3053" y="1012"/>
                </a:lnTo>
                <a:lnTo>
                  <a:pt x="3045" y="1063"/>
                </a:lnTo>
                <a:lnTo>
                  <a:pt x="3032" y="1113"/>
                </a:lnTo>
                <a:lnTo>
                  <a:pt x="3015" y="1162"/>
                </a:lnTo>
                <a:lnTo>
                  <a:pt x="2993" y="1209"/>
                </a:lnTo>
                <a:lnTo>
                  <a:pt x="2965" y="1255"/>
                </a:lnTo>
                <a:lnTo>
                  <a:pt x="2932" y="1298"/>
                </a:lnTo>
                <a:lnTo>
                  <a:pt x="2895" y="1339"/>
                </a:lnTo>
                <a:lnTo>
                  <a:pt x="1303" y="2879"/>
                </a:lnTo>
                <a:lnTo>
                  <a:pt x="1255" y="2923"/>
                </a:lnTo>
                <a:lnTo>
                  <a:pt x="1203" y="2962"/>
                </a:lnTo>
                <a:lnTo>
                  <a:pt x="1150" y="2995"/>
                </a:lnTo>
                <a:lnTo>
                  <a:pt x="1094" y="3025"/>
                </a:lnTo>
                <a:lnTo>
                  <a:pt x="1036" y="3049"/>
                </a:lnTo>
                <a:lnTo>
                  <a:pt x="977" y="3068"/>
                </a:lnTo>
                <a:lnTo>
                  <a:pt x="917" y="3083"/>
                </a:lnTo>
                <a:lnTo>
                  <a:pt x="855" y="3092"/>
                </a:lnTo>
                <a:lnTo>
                  <a:pt x="794" y="3097"/>
                </a:lnTo>
                <a:lnTo>
                  <a:pt x="733" y="3097"/>
                </a:lnTo>
                <a:lnTo>
                  <a:pt x="671" y="3092"/>
                </a:lnTo>
                <a:lnTo>
                  <a:pt x="609" y="3083"/>
                </a:lnTo>
                <a:lnTo>
                  <a:pt x="549" y="3068"/>
                </a:lnTo>
                <a:lnTo>
                  <a:pt x="490" y="3049"/>
                </a:lnTo>
                <a:lnTo>
                  <a:pt x="433" y="3025"/>
                </a:lnTo>
                <a:lnTo>
                  <a:pt x="377" y="2995"/>
                </a:lnTo>
                <a:lnTo>
                  <a:pt x="323" y="2962"/>
                </a:lnTo>
                <a:lnTo>
                  <a:pt x="272" y="2923"/>
                </a:lnTo>
                <a:lnTo>
                  <a:pt x="224" y="2879"/>
                </a:lnTo>
                <a:lnTo>
                  <a:pt x="178" y="2832"/>
                </a:lnTo>
                <a:lnTo>
                  <a:pt x="139" y="2782"/>
                </a:lnTo>
                <a:lnTo>
                  <a:pt x="104" y="2729"/>
                </a:lnTo>
                <a:lnTo>
                  <a:pt x="75" y="2674"/>
                </a:lnTo>
                <a:lnTo>
                  <a:pt x="51" y="2617"/>
                </a:lnTo>
                <a:lnTo>
                  <a:pt x="30" y="2560"/>
                </a:lnTo>
                <a:lnTo>
                  <a:pt x="15" y="2501"/>
                </a:lnTo>
                <a:lnTo>
                  <a:pt x="5" y="2441"/>
                </a:lnTo>
                <a:lnTo>
                  <a:pt x="0" y="2381"/>
                </a:lnTo>
                <a:lnTo>
                  <a:pt x="0" y="2321"/>
                </a:lnTo>
                <a:lnTo>
                  <a:pt x="5" y="2260"/>
                </a:lnTo>
                <a:lnTo>
                  <a:pt x="15" y="2200"/>
                </a:lnTo>
                <a:lnTo>
                  <a:pt x="30" y="2141"/>
                </a:lnTo>
                <a:lnTo>
                  <a:pt x="51" y="2083"/>
                </a:lnTo>
                <a:lnTo>
                  <a:pt x="75" y="2027"/>
                </a:lnTo>
                <a:lnTo>
                  <a:pt x="104" y="1972"/>
                </a:lnTo>
                <a:lnTo>
                  <a:pt x="139" y="1920"/>
                </a:lnTo>
                <a:lnTo>
                  <a:pt x="178" y="1869"/>
                </a:lnTo>
                <a:lnTo>
                  <a:pt x="224" y="1822"/>
                </a:lnTo>
                <a:lnTo>
                  <a:pt x="1815" y="281"/>
                </a:lnTo>
                <a:lnTo>
                  <a:pt x="1872" y="230"/>
                </a:lnTo>
                <a:lnTo>
                  <a:pt x="1931" y="183"/>
                </a:lnTo>
                <a:lnTo>
                  <a:pt x="1992" y="143"/>
                </a:lnTo>
                <a:lnTo>
                  <a:pt x="2057" y="108"/>
                </a:lnTo>
                <a:lnTo>
                  <a:pt x="2123" y="76"/>
                </a:lnTo>
                <a:lnTo>
                  <a:pt x="2191" y="51"/>
                </a:lnTo>
                <a:lnTo>
                  <a:pt x="2261" y="31"/>
                </a:lnTo>
                <a:lnTo>
                  <a:pt x="2331" y="15"/>
                </a:lnTo>
                <a:lnTo>
                  <a:pt x="2402" y="5"/>
                </a:lnTo>
                <a:lnTo>
                  <a:pt x="2474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lvl="0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27" name="그룹 26"/>
          <p:cNvGrpSpPr/>
          <p:nvPr/>
        </p:nvGrpSpPr>
        <p:grpSpPr>
          <a:xfrm>
            <a:off x="393568" y="656552"/>
            <a:ext cx="323769" cy="323769"/>
            <a:chOff x="1593332" y="2172798"/>
            <a:chExt cx="1083168" cy="1083168"/>
          </a:xfrm>
        </p:grpSpPr>
        <p:sp>
          <p:nvSpPr>
            <p:cNvPr id="28" name="타원 27"/>
            <p:cNvSpPr/>
            <p:nvPr/>
          </p:nvSpPr>
          <p:spPr>
            <a:xfrm>
              <a:off x="1593332" y="2172798"/>
              <a:ext cx="1083168" cy="1083168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b="1">
                <a:solidFill>
                  <a:prstClr val="white"/>
                </a:solidFill>
              </a:endParaRPr>
            </a:p>
          </p:txBody>
        </p:sp>
        <p:pic>
          <p:nvPicPr>
            <p:cNvPr id="29" name="그림 28"/>
            <p:cNvPicPr>
              <a:picLocks noChangeAspect="1"/>
            </p:cNvPicPr>
            <p:nvPr/>
          </p:nvPicPr>
          <p:blipFill rotWithShape="1">
            <a:blip r:embed="rId2"/>
            <a:stretch>
              <a:fillRect/>
            </a:stretch>
          </p:blipFill>
          <p:spPr>
            <a:xfrm>
              <a:off x="1741655" y="2321121"/>
              <a:ext cx="786521" cy="786521"/>
            </a:xfrm>
            <a:prstGeom prst="rect">
              <a:avLst/>
            </a:prstGeom>
          </p:spPr>
        </p:pic>
      </p:grpSp>
      <p:sp>
        <p:nvSpPr>
          <p:cNvPr id="32" name="모서리가 둥근 직사각형 31"/>
          <p:cNvSpPr/>
          <p:nvPr/>
        </p:nvSpPr>
        <p:spPr>
          <a:xfrm>
            <a:off x="350136" y="1719059"/>
            <a:ext cx="396000" cy="396000"/>
          </a:xfrm>
          <a:prstGeom prst="roundRect">
            <a:avLst>
              <a:gd name="adj" fmla="val 16667"/>
            </a:avLst>
          </a:prstGeom>
          <a:solidFill>
            <a:srgbClr val="00D6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" anchor="ctr"/>
          <a:lstStyle/>
          <a:p>
            <a:pPr lvl="0">
              <a:defRPr/>
            </a:pPr>
            <a:endParaRPr lang="en-US" altLang="ko-KR" sz="1050">
              <a:solidFill>
                <a:prstClr val="white"/>
              </a:solidFill>
            </a:endParaRPr>
          </a:p>
        </p:txBody>
      </p:sp>
      <p:grpSp>
        <p:nvGrpSpPr>
          <p:cNvPr id="20" name="Group 12"/>
          <p:cNvGrpSpPr>
            <a:grpSpLocks noChangeAspect="1"/>
          </p:cNvGrpSpPr>
          <p:nvPr/>
        </p:nvGrpSpPr>
        <p:grpSpPr>
          <a:xfrm>
            <a:off x="433464" y="1832474"/>
            <a:ext cx="229344" cy="182438"/>
            <a:chOff x="6124" y="305"/>
            <a:chExt cx="841" cy="669"/>
          </a:xfrm>
          <a:solidFill>
            <a:schemeClr val="bg1"/>
          </a:solidFill>
        </p:grpSpPr>
        <p:sp>
          <p:nvSpPr>
            <p:cNvPr id="21" name="Freeform 13"/>
            <p:cNvSpPr/>
            <p:nvPr/>
          </p:nvSpPr>
          <p:spPr>
            <a:xfrm>
              <a:off x="6244" y="440"/>
              <a:ext cx="601" cy="534"/>
            </a:xfrm>
            <a:custGeom>
              <a:avLst/>
              <a:gdLst>
                <a:gd name="T0" fmla="*/ 902 w 1802"/>
                <a:gd name="T1" fmla="*/ 0 h 1602"/>
                <a:gd name="T2" fmla="*/ 2 w 1802"/>
                <a:gd name="T3" fmla="*/ 742 h 1602"/>
                <a:gd name="T4" fmla="*/ 2 w 1802"/>
                <a:gd name="T5" fmla="*/ 743 h 1602"/>
                <a:gd name="T6" fmla="*/ 2 w 1802"/>
                <a:gd name="T7" fmla="*/ 746 h 1602"/>
                <a:gd name="T8" fmla="*/ 0 w 1802"/>
                <a:gd name="T9" fmla="*/ 749 h 1602"/>
                <a:gd name="T10" fmla="*/ 0 w 1802"/>
                <a:gd name="T11" fmla="*/ 751 h 1602"/>
                <a:gd name="T12" fmla="*/ 0 w 1802"/>
                <a:gd name="T13" fmla="*/ 1501 h 1602"/>
                <a:gd name="T14" fmla="*/ 2 w 1802"/>
                <a:gd name="T15" fmla="*/ 1521 h 1602"/>
                <a:gd name="T16" fmla="*/ 16 w 1802"/>
                <a:gd name="T17" fmla="*/ 1557 h 1602"/>
                <a:gd name="T18" fmla="*/ 30 w 1802"/>
                <a:gd name="T19" fmla="*/ 1572 h 1602"/>
                <a:gd name="T20" fmla="*/ 45 w 1802"/>
                <a:gd name="T21" fmla="*/ 1586 h 1602"/>
                <a:gd name="T22" fmla="*/ 81 w 1802"/>
                <a:gd name="T23" fmla="*/ 1601 h 1602"/>
                <a:gd name="T24" fmla="*/ 100 w 1802"/>
                <a:gd name="T25" fmla="*/ 1602 h 1602"/>
                <a:gd name="T26" fmla="*/ 702 w 1802"/>
                <a:gd name="T27" fmla="*/ 1602 h 1602"/>
                <a:gd name="T28" fmla="*/ 702 w 1802"/>
                <a:gd name="T29" fmla="*/ 1001 h 1602"/>
                <a:gd name="T30" fmla="*/ 1102 w 1802"/>
                <a:gd name="T31" fmla="*/ 1001 h 1602"/>
                <a:gd name="T32" fmla="*/ 1102 w 1802"/>
                <a:gd name="T33" fmla="*/ 1602 h 1602"/>
                <a:gd name="T34" fmla="*/ 1703 w 1802"/>
                <a:gd name="T35" fmla="*/ 1602 h 1602"/>
                <a:gd name="T36" fmla="*/ 1723 w 1802"/>
                <a:gd name="T37" fmla="*/ 1601 h 1602"/>
                <a:gd name="T38" fmla="*/ 1758 w 1802"/>
                <a:gd name="T39" fmla="*/ 1586 h 1602"/>
                <a:gd name="T40" fmla="*/ 1773 w 1802"/>
                <a:gd name="T41" fmla="*/ 1572 h 1602"/>
                <a:gd name="T42" fmla="*/ 1786 w 1802"/>
                <a:gd name="T43" fmla="*/ 1557 h 1602"/>
                <a:gd name="T44" fmla="*/ 1802 w 1802"/>
                <a:gd name="T45" fmla="*/ 1521 h 1602"/>
                <a:gd name="T46" fmla="*/ 1802 w 1802"/>
                <a:gd name="T47" fmla="*/ 1501 h 1602"/>
                <a:gd name="T48" fmla="*/ 1802 w 1802"/>
                <a:gd name="T49" fmla="*/ 751 h 1602"/>
                <a:gd name="T50" fmla="*/ 1802 w 1802"/>
                <a:gd name="T51" fmla="*/ 745 h 1602"/>
                <a:gd name="T52" fmla="*/ 1801 w 1802"/>
                <a:gd name="T53" fmla="*/ 742 h 1602"/>
                <a:gd name="T54" fmla="*/ 902 w 1802"/>
                <a:gd name="T55" fmla="*/ 0 h 1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802" h="1602">
                  <a:moveTo>
                    <a:pt x="902" y="0"/>
                  </a:moveTo>
                  <a:lnTo>
                    <a:pt x="2" y="742"/>
                  </a:lnTo>
                  <a:lnTo>
                    <a:pt x="2" y="743"/>
                  </a:lnTo>
                  <a:lnTo>
                    <a:pt x="2" y="746"/>
                  </a:lnTo>
                  <a:lnTo>
                    <a:pt x="0" y="749"/>
                  </a:lnTo>
                  <a:lnTo>
                    <a:pt x="0" y="751"/>
                  </a:lnTo>
                  <a:lnTo>
                    <a:pt x="0" y="1501"/>
                  </a:lnTo>
                  <a:lnTo>
                    <a:pt x="2" y="1521"/>
                  </a:lnTo>
                  <a:lnTo>
                    <a:pt x="16" y="1557"/>
                  </a:lnTo>
                  <a:lnTo>
                    <a:pt x="30" y="1572"/>
                  </a:lnTo>
                  <a:lnTo>
                    <a:pt x="45" y="1586"/>
                  </a:lnTo>
                  <a:lnTo>
                    <a:pt x="81" y="1601"/>
                  </a:lnTo>
                  <a:lnTo>
                    <a:pt x="100" y="1602"/>
                  </a:lnTo>
                  <a:lnTo>
                    <a:pt x="702" y="1602"/>
                  </a:lnTo>
                  <a:lnTo>
                    <a:pt x="702" y="1001"/>
                  </a:lnTo>
                  <a:lnTo>
                    <a:pt x="1102" y="1001"/>
                  </a:lnTo>
                  <a:lnTo>
                    <a:pt x="1102" y="1602"/>
                  </a:lnTo>
                  <a:lnTo>
                    <a:pt x="1703" y="1602"/>
                  </a:lnTo>
                  <a:lnTo>
                    <a:pt x="1723" y="1601"/>
                  </a:lnTo>
                  <a:lnTo>
                    <a:pt x="1758" y="1586"/>
                  </a:lnTo>
                  <a:lnTo>
                    <a:pt x="1773" y="1572"/>
                  </a:lnTo>
                  <a:lnTo>
                    <a:pt x="1786" y="1557"/>
                  </a:lnTo>
                  <a:lnTo>
                    <a:pt x="1802" y="1521"/>
                  </a:lnTo>
                  <a:lnTo>
                    <a:pt x="1802" y="1501"/>
                  </a:lnTo>
                  <a:lnTo>
                    <a:pt x="1802" y="751"/>
                  </a:lnTo>
                  <a:lnTo>
                    <a:pt x="1802" y="745"/>
                  </a:lnTo>
                  <a:lnTo>
                    <a:pt x="1801" y="742"/>
                  </a:lnTo>
                  <a:lnTo>
                    <a:pt x="90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anchor="t" anchorCtr="0">
              <a:prstTxWarp prst="textNoShape">
                <a:avLst/>
              </a:prstTxWarp>
            </a:bodyPr>
            <a:lstStyle/>
            <a:p>
              <a:pPr lvl="0"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22" name="Freeform 14"/>
            <p:cNvSpPr/>
            <p:nvPr/>
          </p:nvSpPr>
          <p:spPr>
            <a:xfrm>
              <a:off x="6124" y="305"/>
              <a:ext cx="841" cy="394"/>
            </a:xfrm>
            <a:custGeom>
              <a:avLst/>
              <a:gdLst>
                <a:gd name="T0" fmla="*/ 2505 w 2522"/>
                <a:gd name="T1" fmla="*/ 978 h 1181"/>
                <a:gd name="T2" fmla="*/ 2162 w 2522"/>
                <a:gd name="T3" fmla="*/ 694 h 1181"/>
                <a:gd name="T4" fmla="*/ 2162 w 2522"/>
                <a:gd name="T5" fmla="*/ 54 h 1181"/>
                <a:gd name="T6" fmla="*/ 2162 w 2522"/>
                <a:gd name="T7" fmla="*/ 44 h 1181"/>
                <a:gd name="T8" fmla="*/ 2155 w 2522"/>
                <a:gd name="T9" fmla="*/ 26 h 1181"/>
                <a:gd name="T10" fmla="*/ 2149 w 2522"/>
                <a:gd name="T11" fmla="*/ 18 h 1181"/>
                <a:gd name="T12" fmla="*/ 2141 w 2522"/>
                <a:gd name="T13" fmla="*/ 13 h 1181"/>
                <a:gd name="T14" fmla="*/ 2123 w 2522"/>
                <a:gd name="T15" fmla="*/ 5 h 1181"/>
                <a:gd name="T16" fmla="*/ 2113 w 2522"/>
                <a:gd name="T17" fmla="*/ 5 h 1181"/>
                <a:gd name="T18" fmla="*/ 1812 w 2522"/>
                <a:gd name="T19" fmla="*/ 5 h 1181"/>
                <a:gd name="T20" fmla="*/ 1802 w 2522"/>
                <a:gd name="T21" fmla="*/ 5 h 1181"/>
                <a:gd name="T22" fmla="*/ 1783 w 2522"/>
                <a:gd name="T23" fmla="*/ 13 h 1181"/>
                <a:gd name="T24" fmla="*/ 1776 w 2522"/>
                <a:gd name="T25" fmla="*/ 18 h 1181"/>
                <a:gd name="T26" fmla="*/ 1770 w 2522"/>
                <a:gd name="T27" fmla="*/ 26 h 1181"/>
                <a:gd name="T28" fmla="*/ 1763 w 2522"/>
                <a:gd name="T29" fmla="*/ 44 h 1181"/>
                <a:gd name="T30" fmla="*/ 1762 w 2522"/>
                <a:gd name="T31" fmla="*/ 54 h 1181"/>
                <a:gd name="T32" fmla="*/ 1762 w 2522"/>
                <a:gd name="T33" fmla="*/ 360 h 1181"/>
                <a:gd name="T34" fmla="*/ 1380 w 2522"/>
                <a:gd name="T35" fmla="*/ 41 h 1181"/>
                <a:gd name="T36" fmla="*/ 1354 w 2522"/>
                <a:gd name="T37" fmla="*/ 23 h 1181"/>
                <a:gd name="T38" fmla="*/ 1295 w 2522"/>
                <a:gd name="T39" fmla="*/ 1 h 1181"/>
                <a:gd name="T40" fmla="*/ 1262 w 2522"/>
                <a:gd name="T41" fmla="*/ 0 h 1181"/>
                <a:gd name="T42" fmla="*/ 1227 w 2522"/>
                <a:gd name="T43" fmla="*/ 1 h 1181"/>
                <a:gd name="T44" fmla="*/ 1168 w 2522"/>
                <a:gd name="T45" fmla="*/ 23 h 1181"/>
                <a:gd name="T46" fmla="*/ 1142 w 2522"/>
                <a:gd name="T47" fmla="*/ 41 h 1181"/>
                <a:gd name="T48" fmla="*/ 17 w 2522"/>
                <a:gd name="T49" fmla="*/ 978 h 1181"/>
                <a:gd name="T50" fmla="*/ 10 w 2522"/>
                <a:gd name="T51" fmla="*/ 985 h 1181"/>
                <a:gd name="T52" fmla="*/ 1 w 2522"/>
                <a:gd name="T53" fmla="*/ 1001 h 1181"/>
                <a:gd name="T54" fmla="*/ 0 w 2522"/>
                <a:gd name="T55" fmla="*/ 1012 h 1181"/>
                <a:gd name="T56" fmla="*/ 0 w 2522"/>
                <a:gd name="T57" fmla="*/ 1023 h 1181"/>
                <a:gd name="T58" fmla="*/ 6 w 2522"/>
                <a:gd name="T59" fmla="*/ 1040 h 1181"/>
                <a:gd name="T60" fmla="*/ 12 w 2522"/>
                <a:gd name="T61" fmla="*/ 1048 h 1181"/>
                <a:gd name="T62" fmla="*/ 108 w 2522"/>
                <a:gd name="T63" fmla="*/ 1164 h 1181"/>
                <a:gd name="T64" fmla="*/ 122 w 2522"/>
                <a:gd name="T65" fmla="*/ 1177 h 1181"/>
                <a:gd name="T66" fmla="*/ 141 w 2522"/>
                <a:gd name="T67" fmla="*/ 1181 h 1181"/>
                <a:gd name="T68" fmla="*/ 160 w 2522"/>
                <a:gd name="T69" fmla="*/ 1181 h 1181"/>
                <a:gd name="T70" fmla="*/ 179 w 2522"/>
                <a:gd name="T71" fmla="*/ 1171 h 1181"/>
                <a:gd name="T72" fmla="*/ 1262 w 2522"/>
                <a:gd name="T73" fmla="*/ 268 h 1181"/>
                <a:gd name="T74" fmla="*/ 2344 w 2522"/>
                <a:gd name="T75" fmla="*/ 1171 h 1181"/>
                <a:gd name="T76" fmla="*/ 2358 w 2522"/>
                <a:gd name="T77" fmla="*/ 1180 h 1181"/>
                <a:gd name="T78" fmla="*/ 2377 w 2522"/>
                <a:gd name="T79" fmla="*/ 1181 h 1181"/>
                <a:gd name="T80" fmla="*/ 2383 w 2522"/>
                <a:gd name="T81" fmla="*/ 1181 h 1181"/>
                <a:gd name="T82" fmla="*/ 2401 w 2522"/>
                <a:gd name="T83" fmla="*/ 1177 h 1181"/>
                <a:gd name="T84" fmla="*/ 2414 w 2522"/>
                <a:gd name="T85" fmla="*/ 1164 h 1181"/>
                <a:gd name="T86" fmla="*/ 2512 w 2522"/>
                <a:gd name="T87" fmla="*/ 1048 h 1181"/>
                <a:gd name="T88" fmla="*/ 2518 w 2522"/>
                <a:gd name="T89" fmla="*/ 1040 h 1181"/>
                <a:gd name="T90" fmla="*/ 2522 w 2522"/>
                <a:gd name="T91" fmla="*/ 1023 h 1181"/>
                <a:gd name="T92" fmla="*/ 2522 w 2522"/>
                <a:gd name="T93" fmla="*/ 1012 h 1181"/>
                <a:gd name="T94" fmla="*/ 2521 w 2522"/>
                <a:gd name="T95" fmla="*/ 1001 h 1181"/>
                <a:gd name="T96" fmla="*/ 2512 w 2522"/>
                <a:gd name="T97" fmla="*/ 985 h 1181"/>
                <a:gd name="T98" fmla="*/ 2505 w 2522"/>
                <a:gd name="T99" fmla="*/ 978 h 1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22" h="1181">
                  <a:moveTo>
                    <a:pt x="2505" y="978"/>
                  </a:moveTo>
                  <a:lnTo>
                    <a:pt x="2162" y="694"/>
                  </a:lnTo>
                  <a:lnTo>
                    <a:pt x="2162" y="54"/>
                  </a:lnTo>
                  <a:lnTo>
                    <a:pt x="2162" y="44"/>
                  </a:lnTo>
                  <a:lnTo>
                    <a:pt x="2155" y="26"/>
                  </a:lnTo>
                  <a:lnTo>
                    <a:pt x="2149" y="18"/>
                  </a:lnTo>
                  <a:lnTo>
                    <a:pt x="2141" y="13"/>
                  </a:lnTo>
                  <a:lnTo>
                    <a:pt x="2123" y="5"/>
                  </a:lnTo>
                  <a:lnTo>
                    <a:pt x="2113" y="5"/>
                  </a:lnTo>
                  <a:lnTo>
                    <a:pt x="1812" y="5"/>
                  </a:lnTo>
                  <a:lnTo>
                    <a:pt x="1802" y="5"/>
                  </a:lnTo>
                  <a:lnTo>
                    <a:pt x="1783" y="13"/>
                  </a:lnTo>
                  <a:lnTo>
                    <a:pt x="1776" y="18"/>
                  </a:lnTo>
                  <a:lnTo>
                    <a:pt x="1770" y="26"/>
                  </a:lnTo>
                  <a:lnTo>
                    <a:pt x="1763" y="44"/>
                  </a:lnTo>
                  <a:lnTo>
                    <a:pt x="1762" y="54"/>
                  </a:lnTo>
                  <a:lnTo>
                    <a:pt x="1762" y="360"/>
                  </a:lnTo>
                  <a:lnTo>
                    <a:pt x="1380" y="41"/>
                  </a:lnTo>
                  <a:lnTo>
                    <a:pt x="1354" y="23"/>
                  </a:lnTo>
                  <a:lnTo>
                    <a:pt x="1295" y="1"/>
                  </a:lnTo>
                  <a:lnTo>
                    <a:pt x="1262" y="0"/>
                  </a:lnTo>
                  <a:lnTo>
                    <a:pt x="1227" y="1"/>
                  </a:lnTo>
                  <a:lnTo>
                    <a:pt x="1168" y="23"/>
                  </a:lnTo>
                  <a:lnTo>
                    <a:pt x="1142" y="41"/>
                  </a:lnTo>
                  <a:lnTo>
                    <a:pt x="17" y="978"/>
                  </a:lnTo>
                  <a:lnTo>
                    <a:pt x="10" y="985"/>
                  </a:lnTo>
                  <a:lnTo>
                    <a:pt x="1" y="1001"/>
                  </a:lnTo>
                  <a:lnTo>
                    <a:pt x="0" y="1012"/>
                  </a:lnTo>
                  <a:lnTo>
                    <a:pt x="0" y="1023"/>
                  </a:lnTo>
                  <a:lnTo>
                    <a:pt x="6" y="1040"/>
                  </a:lnTo>
                  <a:lnTo>
                    <a:pt x="12" y="1048"/>
                  </a:lnTo>
                  <a:lnTo>
                    <a:pt x="108" y="1164"/>
                  </a:lnTo>
                  <a:lnTo>
                    <a:pt x="122" y="1177"/>
                  </a:lnTo>
                  <a:lnTo>
                    <a:pt x="141" y="1181"/>
                  </a:lnTo>
                  <a:lnTo>
                    <a:pt x="160" y="1181"/>
                  </a:lnTo>
                  <a:lnTo>
                    <a:pt x="179" y="1171"/>
                  </a:lnTo>
                  <a:lnTo>
                    <a:pt x="1262" y="268"/>
                  </a:lnTo>
                  <a:lnTo>
                    <a:pt x="2344" y="1171"/>
                  </a:lnTo>
                  <a:lnTo>
                    <a:pt x="2358" y="1180"/>
                  </a:lnTo>
                  <a:lnTo>
                    <a:pt x="2377" y="1181"/>
                  </a:lnTo>
                  <a:lnTo>
                    <a:pt x="2383" y="1181"/>
                  </a:lnTo>
                  <a:lnTo>
                    <a:pt x="2401" y="1177"/>
                  </a:lnTo>
                  <a:lnTo>
                    <a:pt x="2414" y="1164"/>
                  </a:lnTo>
                  <a:lnTo>
                    <a:pt x="2512" y="1048"/>
                  </a:lnTo>
                  <a:lnTo>
                    <a:pt x="2518" y="1040"/>
                  </a:lnTo>
                  <a:lnTo>
                    <a:pt x="2522" y="1023"/>
                  </a:lnTo>
                  <a:lnTo>
                    <a:pt x="2522" y="1012"/>
                  </a:lnTo>
                  <a:lnTo>
                    <a:pt x="2521" y="1001"/>
                  </a:lnTo>
                  <a:lnTo>
                    <a:pt x="2512" y="985"/>
                  </a:lnTo>
                  <a:lnTo>
                    <a:pt x="2505" y="97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anchor="t" anchorCtr="0">
              <a:prstTxWarp prst="textNoShape">
                <a:avLst/>
              </a:prstTxWarp>
            </a:bodyPr>
            <a:lstStyle/>
            <a:p>
              <a:pPr lvl="0"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35" name="타원 34"/>
          <p:cNvSpPr/>
          <p:nvPr/>
        </p:nvSpPr>
        <p:spPr>
          <a:xfrm>
            <a:off x="578088" y="2370814"/>
            <a:ext cx="177525" cy="17752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anchor="ctr"/>
          <a:lstStyle/>
          <a:p>
            <a:pPr algn="ctr">
              <a:defRPr/>
            </a:pPr>
            <a:r>
              <a:rPr lang="en-US" altLang="ko-KR" sz="1000">
                <a:solidFill>
                  <a:prstClr val="white"/>
                </a:solidFill>
              </a:rPr>
              <a:t>1</a:t>
            </a:r>
          </a:p>
        </p:txBody>
      </p:sp>
      <p:sp>
        <p:nvSpPr>
          <p:cNvPr id="38" name="직사각형 37"/>
          <p:cNvSpPr/>
          <p:nvPr/>
        </p:nvSpPr>
        <p:spPr>
          <a:xfrm>
            <a:off x="1420813" y="537998"/>
            <a:ext cx="6096000" cy="907896"/>
          </a:xfrm>
          <a:prstGeom prst="rect">
            <a:avLst/>
          </a:prstGeom>
        </p:spPr>
        <p:txBody>
          <a:bodyPr>
            <a:spAutoFit/>
          </a:bodyPr>
          <a:lstStyle/>
          <a:p>
            <a:pPr latinLnBrk="0">
              <a:lnSpc>
                <a:spcPct val="150000"/>
              </a:lnSpc>
              <a:defRPr/>
            </a:pPr>
            <a:r>
              <a:rPr lang="en-US" altLang="ko-KR" sz="2600" b="1" i="1" kern="0">
                <a:solidFill>
                  <a:prstClr val="black">
                    <a:lumMod val="65000"/>
                    <a:lumOff val="35000"/>
                  </a:prstClr>
                </a:solidFill>
              </a:rPr>
              <a:t>CONTENT</a:t>
            </a:r>
            <a:endParaRPr lang="ko-KR" altLang="en-US" sz="2600" b="1" i="1" kern="0">
              <a:solidFill>
                <a:prstClr val="black">
                  <a:lumMod val="65000"/>
                  <a:lumOff val="35000"/>
                </a:prstClr>
              </a:solidFill>
            </a:endParaRPr>
          </a:p>
          <a:p>
            <a:pPr latinLnBrk="0">
              <a:lnSpc>
                <a:spcPct val="150000"/>
              </a:lnSpc>
              <a:defRPr/>
            </a:pPr>
            <a:r>
              <a:rPr lang="en-US" altLang="ko-KR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INC-CAPSTONE DESIGN1 DEVELOPING MOTIVATION APPLICATION</a:t>
            </a:r>
            <a:endParaRPr lang="ko-KR" altLang="en-US" sz="1000" kern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40" name="모서리가 둥근 직사각형 39"/>
          <p:cNvSpPr/>
          <p:nvPr/>
        </p:nvSpPr>
        <p:spPr>
          <a:xfrm>
            <a:off x="1514699" y="1646917"/>
            <a:ext cx="9864501" cy="4279543"/>
          </a:xfrm>
          <a:prstGeom prst="roundRect">
            <a:avLst>
              <a:gd name="adj" fmla="val 3424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" anchor="ctr"/>
          <a:lstStyle/>
          <a:p>
            <a:pPr lvl="0">
              <a:defRPr/>
            </a:pPr>
            <a:endParaRPr lang="en-US" altLang="ko-KR" sz="1050">
              <a:solidFill>
                <a:srgbClr val="264259"/>
              </a:solidFill>
            </a:endParaRPr>
          </a:p>
        </p:txBody>
      </p:sp>
      <p:sp>
        <p:nvSpPr>
          <p:cNvPr id="51" name="타원 50"/>
          <p:cNvSpPr/>
          <p:nvPr/>
        </p:nvSpPr>
        <p:spPr>
          <a:xfrm>
            <a:off x="555404" y="4304681"/>
            <a:ext cx="177525" cy="17752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anchor="ctr"/>
          <a:lstStyle/>
          <a:p>
            <a:pPr algn="ctr">
              <a:defRPr/>
            </a:pPr>
            <a:r>
              <a:rPr lang="en-US" altLang="ko-KR" sz="600">
                <a:solidFill>
                  <a:prstClr val="white"/>
                </a:solidFill>
              </a:rPr>
              <a:t>off</a:t>
            </a:r>
            <a:endParaRPr lang="ko-KR" altLang="en-US" sz="600">
              <a:solidFill>
                <a:prstClr val="white"/>
              </a:solidFill>
            </a:endParaRPr>
          </a:p>
        </p:txBody>
      </p:sp>
      <p:grpSp>
        <p:nvGrpSpPr>
          <p:cNvPr id="56" name="그룹 55"/>
          <p:cNvGrpSpPr/>
          <p:nvPr/>
        </p:nvGrpSpPr>
        <p:grpSpPr>
          <a:xfrm>
            <a:off x="2046966" y="2027689"/>
            <a:ext cx="3330123" cy="3155044"/>
            <a:chOff x="1370691" y="1646917"/>
            <a:chExt cx="2206173" cy="2193020"/>
          </a:xfrm>
        </p:grpSpPr>
        <p:sp>
          <p:nvSpPr>
            <p:cNvPr id="57" name="직사각형 8"/>
            <p:cNvSpPr/>
            <p:nvPr/>
          </p:nvSpPr>
          <p:spPr>
            <a:xfrm>
              <a:off x="1370693" y="2524125"/>
              <a:ext cx="2206171" cy="43860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2700" cap="flat" cmpd="sng" algn="ctr">
              <a:solidFill>
                <a:srgbClr val="D9D9D9">
                  <a:alpha val="100000"/>
                </a:srgbClr>
              </a:solidFill>
              <a:prstDash val="solid"/>
              <a:miter/>
            </a:ln>
          </p:spPr>
          <p:txBody>
            <a:bodyPr lIns="126000" anchor="ctr"/>
            <a:lstStyle/>
            <a:p>
              <a:pPr marL="0" lvl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None/>
                <a:defRPr/>
              </a:pPr>
              <a:r>
                <a:rPr kumimoji="0" lang="ko-KR" altLang="en-US" sz="1800" b="0" i="0" u="none" strike="noStrike" kern="1200" cap="none" spc="0" normalizeH="0" baseline="0">
                  <a:solidFill>
                    <a:srgbClr val="00D65E"/>
                  </a:solidFill>
                  <a:latin typeface="맑은 고딕"/>
                  <a:ea typeface="맑은 고딕"/>
                  <a:cs typeface="맑은 고딕"/>
                </a:rPr>
                <a:t>○</a:t>
              </a:r>
              <a:r>
                <a:rPr kumimoji="0" lang="ko-KR" altLang="en-US" sz="1500" b="0" i="0" u="none" strike="noStrike" kern="1200" cap="none" spc="0" normalizeH="0" baseline="0">
                  <a:solidFill>
                    <a:srgbClr val="264259"/>
                  </a:solidFill>
                  <a:latin typeface="맑은 고딕"/>
                  <a:ea typeface="맑은 고딕"/>
                  <a:cs typeface="맑은 고딕"/>
                </a:rPr>
                <a:t> </a:t>
              </a:r>
              <a:r>
                <a:rPr kumimoji="0" lang="en-US" altLang="ko-KR" sz="1500" b="1" i="0" u="none" strike="noStrike" kern="1200" cap="none" spc="0" normalizeH="0" baseline="0">
                  <a:solidFill>
                    <a:srgbClr val="264259"/>
                  </a:solidFill>
                  <a:latin typeface="맑은 고딕"/>
                  <a:ea typeface="맑은 고딕"/>
                  <a:cs typeface="맑은 고딕"/>
                </a:rPr>
                <a:t>DESIGN</a:t>
              </a:r>
              <a:endParaRPr kumimoji="0" lang="ko-KR" altLang="en-US" sz="1500" b="1" i="0" u="none" strike="noStrike" kern="1200" cap="none" spc="0" normalizeH="0" baseline="0">
                <a:solidFill>
                  <a:srgbClr val="264259"/>
                </a:solidFill>
                <a:latin typeface="맑은 고딕"/>
                <a:ea typeface="맑은 고딕"/>
                <a:cs typeface="맑은 고딕"/>
              </a:endParaRPr>
            </a:p>
          </p:txBody>
        </p:sp>
        <p:sp>
          <p:nvSpPr>
            <p:cNvPr id="58" name="양쪽 모서리가 둥근 사각형 10"/>
            <p:cNvSpPr/>
            <p:nvPr/>
          </p:nvSpPr>
          <p:spPr>
            <a:xfrm>
              <a:off x="1370692" y="3401333"/>
              <a:ext cx="2206171" cy="438604"/>
            </a:xfrm>
            <a:prstGeom prst="round2SameRect">
              <a:avLst>
                <a:gd name="adj1" fmla="val 0"/>
                <a:gd name="adj2" fmla="val 26060"/>
              </a:avLst>
            </a:prstGeom>
            <a:solidFill>
              <a:srgbClr val="FFFFFF">
                <a:alpha val="100000"/>
              </a:srgbClr>
            </a:solidFill>
            <a:ln w="12700" cap="flat" cmpd="sng" algn="ctr">
              <a:solidFill>
                <a:srgbClr val="D9D9D9">
                  <a:alpha val="100000"/>
                </a:srgbClr>
              </a:solidFill>
              <a:prstDash val="solid"/>
              <a:miter/>
            </a:ln>
          </p:spPr>
          <p:txBody>
            <a:bodyPr anchor="ctr"/>
            <a:lstStyle/>
            <a:p>
              <a:pPr marL="0" lvl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None/>
                <a:defRPr/>
              </a:pPr>
              <a:r>
                <a:rPr kumimoji="0" lang="ko-KR" altLang="en-US" sz="1800" b="0" i="0" u="none" strike="noStrike" kern="1200" cap="none" spc="0" normalizeH="0" baseline="0">
                  <a:solidFill>
                    <a:srgbClr val="00D65E"/>
                  </a:solidFill>
                  <a:latin typeface="맑은 고딕"/>
                  <a:ea typeface="맑은 고딕"/>
                  <a:cs typeface="맑은 고딕"/>
                </a:rPr>
                <a:t>○</a:t>
              </a:r>
              <a:r>
                <a:rPr kumimoji="0" lang="ko-KR" altLang="en-US" sz="1500" b="1" i="0" u="none" strike="noStrike" kern="1200" cap="none" spc="0" normalizeH="0" baseline="0">
                  <a:solidFill>
                    <a:srgbClr val="264259"/>
                  </a:solidFill>
                  <a:latin typeface="맑은 고딕"/>
                  <a:ea typeface="맑은 고딕"/>
                  <a:cs typeface="맑은 고딕"/>
                </a:rPr>
                <a:t> </a:t>
              </a:r>
              <a:r>
                <a:rPr kumimoji="0" lang="en-US" altLang="ko-KR" sz="1500" b="1" i="0" u="none" strike="noStrike" kern="1200" cap="none" spc="0" normalizeH="0" baseline="0">
                  <a:solidFill>
                    <a:srgbClr val="264259"/>
                  </a:solidFill>
                  <a:latin typeface="맑은 고딕"/>
                  <a:ea typeface="맑은 고딕"/>
                  <a:cs typeface="맑은 고딕"/>
                </a:rPr>
                <a:t>NEXT WEEK</a:t>
              </a:r>
              <a:endParaRPr kumimoji="0" lang="ko-KR" altLang="en-US" sz="1500" b="1" i="0" u="none" strike="noStrike" kern="1200" cap="none" spc="0" normalizeH="0" baseline="0">
                <a:solidFill>
                  <a:srgbClr val="264259"/>
                </a:solidFill>
                <a:latin typeface="맑은 고딕"/>
                <a:ea typeface="맑은 고딕"/>
                <a:cs typeface="맑은 고딕"/>
              </a:endParaRPr>
            </a:p>
          </p:txBody>
        </p:sp>
        <p:sp>
          <p:nvSpPr>
            <p:cNvPr id="59" name="양쪽 모서리가 둥근 사각형 11"/>
            <p:cNvSpPr/>
            <p:nvPr/>
          </p:nvSpPr>
          <p:spPr>
            <a:xfrm>
              <a:off x="1370691" y="1646917"/>
              <a:ext cx="2206171" cy="438604"/>
            </a:xfrm>
            <a:prstGeom prst="round2SameRect">
              <a:avLst>
                <a:gd name="adj1" fmla="val 28990"/>
                <a:gd name="adj2" fmla="val 0"/>
              </a:avLst>
            </a:prstGeom>
            <a:solidFill>
              <a:srgbClr val="FFFFFF">
                <a:alpha val="100000"/>
              </a:srgbClr>
            </a:solidFill>
            <a:ln w="12700" cap="flat" cmpd="sng" algn="ctr">
              <a:solidFill>
                <a:srgbClr val="D9D9D9">
                  <a:alpha val="100000"/>
                </a:srgbClr>
              </a:solidFill>
              <a:prstDash val="solid"/>
              <a:miter/>
            </a:ln>
          </p:spPr>
          <p:txBody>
            <a:bodyPr anchor="ctr"/>
            <a:lstStyle/>
            <a:p>
              <a:pPr marL="0" lvl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None/>
                <a:defRPr/>
              </a:pPr>
              <a:r>
                <a:rPr kumimoji="0" lang="ko-KR" altLang="en-US" sz="1800" b="0" i="0" u="none" strike="noStrike" kern="1200" cap="none" spc="0" normalizeH="0" baseline="0">
                  <a:solidFill>
                    <a:srgbClr val="00D65E"/>
                  </a:solidFill>
                  <a:latin typeface="맑은 고딕"/>
                  <a:ea typeface="맑은 고딕"/>
                  <a:cs typeface="맑은 고딕"/>
                </a:rPr>
                <a:t>●</a:t>
              </a:r>
              <a:r>
                <a:rPr kumimoji="0" lang="ko-KR" altLang="en-US" sz="1800" b="0" i="0" u="none" strike="noStrike" kern="1200" cap="none" spc="0" normalizeH="0" baseline="0">
                  <a:solidFill>
                    <a:srgbClr val="264259"/>
                  </a:solidFill>
                  <a:latin typeface="맑은 고딕"/>
                  <a:ea typeface="맑은 고딕"/>
                  <a:cs typeface="맑은 고딕"/>
                </a:rPr>
                <a:t> </a:t>
              </a:r>
              <a:r>
                <a:rPr kumimoji="0" lang="en-US" altLang="ko-KR" sz="1500" b="1" i="0" u="none" strike="noStrike" kern="1200" cap="none" spc="0" normalizeH="0" baseline="0">
                  <a:solidFill>
                    <a:srgbClr val="264259"/>
                  </a:solidFill>
                  <a:latin typeface="맑은 고딕"/>
                  <a:ea typeface="맑은 고딕"/>
                  <a:cs typeface="맑은 고딕"/>
                </a:rPr>
                <a:t>OUTLINE</a:t>
              </a:r>
              <a:endParaRPr kumimoji="0" lang="ko-KR" altLang="en-US" sz="1500" b="1" i="0" u="none" strike="noStrike" kern="1200" cap="none" spc="0" normalizeH="0" baseline="0">
                <a:solidFill>
                  <a:srgbClr val="264259"/>
                </a:solidFill>
                <a:latin typeface="맑은 고딕"/>
                <a:ea typeface="맑은 고딕"/>
                <a:cs typeface="맑은 고딕"/>
              </a:endParaRPr>
            </a:p>
          </p:txBody>
        </p:sp>
        <p:sp>
          <p:nvSpPr>
            <p:cNvPr id="60" name="직사각형 12"/>
            <p:cNvSpPr/>
            <p:nvPr/>
          </p:nvSpPr>
          <p:spPr>
            <a:xfrm>
              <a:off x="1370691" y="2962729"/>
              <a:ext cx="2206171" cy="43860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2700" cap="flat" cmpd="sng" algn="ctr">
              <a:solidFill>
                <a:srgbClr val="D9D9D9">
                  <a:alpha val="100000"/>
                </a:srgbClr>
              </a:solidFill>
              <a:prstDash val="solid"/>
              <a:miter/>
            </a:ln>
          </p:spPr>
          <p:txBody>
            <a:bodyPr lIns="126000" anchor="ctr"/>
            <a:lstStyle/>
            <a:p>
              <a:pPr marL="0" lvl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None/>
                <a:defRPr/>
              </a:pPr>
              <a:r>
                <a:rPr kumimoji="0" lang="ko-KR" altLang="en-US" sz="1800" b="0" i="0" u="none" strike="noStrike" kern="1200" cap="none" spc="0" normalizeH="0" baseline="0">
                  <a:solidFill>
                    <a:srgbClr val="00D65E"/>
                  </a:solidFill>
                  <a:latin typeface="맑은 고딕"/>
                  <a:ea typeface="맑은 고딕"/>
                  <a:cs typeface="맑은 고딕"/>
                </a:rPr>
                <a:t>○</a:t>
              </a:r>
              <a:r>
                <a:rPr kumimoji="0" lang="ko-KR" altLang="en-US" sz="1500" b="1" i="0" u="none" strike="noStrike" kern="1200" cap="none" spc="0" normalizeH="0" baseline="0">
                  <a:solidFill>
                    <a:srgbClr val="264259"/>
                  </a:solidFill>
                  <a:latin typeface="맑은 고딕"/>
                  <a:ea typeface="맑은 고딕"/>
                  <a:cs typeface="맑은 고딕"/>
                </a:rPr>
                <a:t> </a:t>
              </a:r>
              <a:r>
                <a:rPr kumimoji="0" lang="en-US" altLang="ko-KR" sz="1500" b="1" i="0" u="none" strike="noStrike" kern="1200" cap="none" spc="0" normalizeH="0" baseline="0">
                  <a:solidFill>
                    <a:srgbClr val="264259"/>
                  </a:solidFill>
                  <a:latin typeface="맑은 고딕"/>
                  <a:ea typeface="맑은 고딕"/>
                  <a:cs typeface="맑은 고딕"/>
                </a:rPr>
                <a:t>REFERENCE</a:t>
              </a:r>
              <a:endParaRPr kumimoji="0" lang="ko-KR" altLang="en-US" sz="1500" b="1" i="0" u="none" strike="noStrike" kern="1200" cap="none" spc="0" normalizeH="0" baseline="0">
                <a:solidFill>
                  <a:srgbClr val="264259"/>
                </a:solidFill>
                <a:latin typeface="맑은 고딕"/>
                <a:ea typeface="맑은 고딕"/>
                <a:cs typeface="맑은 고딕"/>
              </a:endParaRPr>
            </a:p>
          </p:txBody>
        </p:sp>
        <p:sp>
          <p:nvSpPr>
            <p:cNvPr id="61" name="자유형 14"/>
            <p:cNvSpPr/>
            <p:nvPr/>
          </p:nvSpPr>
          <p:spPr>
            <a:xfrm>
              <a:off x="1499077" y="1857105"/>
              <a:ext cx="85645" cy="92345"/>
            </a:xfrm>
            <a:custGeom>
              <a:avLst/>
              <a:gdLst>
                <a:gd name="connsiteX0" fmla="*/ 0 w 73025"/>
                <a:gd name="connsiteY0" fmla="*/ 31750 h 85725"/>
                <a:gd name="connsiteX1" fmla="*/ 31750 w 73025"/>
                <a:gd name="connsiteY1" fmla="*/ 85725 h 85725"/>
                <a:gd name="connsiteX2" fmla="*/ 73025 w 73025"/>
                <a:gd name="connsiteY2" fmla="*/ 0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3025" h="85725">
                  <a:moveTo>
                    <a:pt x="0" y="31750"/>
                  </a:moveTo>
                  <a:lnTo>
                    <a:pt x="31750" y="85725"/>
                  </a:lnTo>
                  <a:lnTo>
                    <a:pt x="73025" y="0"/>
                  </a:lnTo>
                </a:path>
              </a:pathLst>
            </a:custGeom>
            <a:noFill/>
            <a:ln w="12700" cap="flat" cmpd="sng" algn="ctr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 anchor="ctr"/>
            <a:lstStyle/>
            <a:p>
              <a:pPr marL="0" indent="0" algn="ctr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None/>
                <a:defRPr/>
              </a:pPr>
              <a:endParaRPr kumimoji="0" lang="ko-KR" altLang="en-US" sz="1800" b="0" i="0" u="none" strike="noStrike" kern="1200" cap="none" spc="0" normalizeH="0" baseline="0">
                <a:solidFill>
                  <a:srgbClr val="FFFFFF"/>
                </a:solidFill>
                <a:latin typeface="맑은 고딕"/>
                <a:ea typeface="맑은 고딕"/>
                <a:cs typeface="맑은 고딕"/>
              </a:endParaRPr>
            </a:p>
          </p:txBody>
        </p:sp>
        <p:sp>
          <p:nvSpPr>
            <p:cNvPr id="62" name="직사각형 8"/>
            <p:cNvSpPr/>
            <p:nvPr/>
          </p:nvSpPr>
          <p:spPr>
            <a:xfrm>
              <a:off x="1370692" y="2085975"/>
              <a:ext cx="2206171" cy="43860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2700" cap="flat" cmpd="sng" algn="ctr">
              <a:solidFill>
                <a:srgbClr val="D9D9D9">
                  <a:alpha val="100000"/>
                </a:srgbClr>
              </a:solidFill>
              <a:prstDash val="solid"/>
              <a:miter/>
            </a:ln>
          </p:spPr>
          <p:txBody>
            <a:bodyPr lIns="126000" anchor="ctr"/>
            <a:lstStyle/>
            <a:p>
              <a:pPr marL="0" lvl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None/>
                <a:defRPr/>
              </a:pPr>
              <a:r>
                <a:rPr kumimoji="0" lang="ko-KR" altLang="en-US" sz="1800" b="0" i="0" u="none" strike="noStrike" kern="1200" cap="none" spc="0" normalizeH="0" baseline="0">
                  <a:solidFill>
                    <a:srgbClr val="00D65E"/>
                  </a:solidFill>
                  <a:latin typeface="맑은 고딕"/>
                  <a:ea typeface="맑은 고딕"/>
                  <a:cs typeface="맑은 고딕"/>
                </a:rPr>
                <a:t>○</a:t>
              </a:r>
              <a:r>
                <a:rPr kumimoji="0" lang="ko-KR" altLang="en-US" sz="1800" b="0" i="0" u="none" strike="noStrike" kern="1200" cap="none" spc="0" normalizeH="0" baseline="0">
                  <a:solidFill>
                    <a:srgbClr val="264259"/>
                  </a:solidFill>
                  <a:latin typeface="맑은 고딕"/>
                  <a:ea typeface="맑은 고딕"/>
                  <a:cs typeface="맑은 고딕"/>
                </a:rPr>
                <a:t> </a:t>
              </a:r>
              <a:r>
                <a:rPr kumimoji="0" lang="en-US" altLang="ko-KR" sz="1500" b="1" i="0" u="none" strike="noStrike" kern="1200" cap="none" spc="0" normalizeH="0" baseline="0">
                  <a:solidFill>
                    <a:srgbClr val="264259"/>
                  </a:solidFill>
                  <a:latin typeface="맑은 고딕"/>
                  <a:ea typeface="맑은 고딕"/>
                  <a:cs typeface="맑은 고딕"/>
                </a:rPr>
                <a:t>DEBATE</a:t>
              </a:r>
              <a:endParaRPr kumimoji="0" lang="ko-KR" altLang="en-US" sz="1500" b="1" i="0" u="none" strike="noStrike" kern="1200" cap="none" spc="0" normalizeH="0" baseline="0">
                <a:solidFill>
                  <a:srgbClr val="264259"/>
                </a:solidFill>
                <a:latin typeface="맑은 고딕"/>
                <a:ea typeface="맑은 고딕"/>
                <a:cs typeface="맑은 고딕"/>
              </a:endParaRPr>
            </a:p>
          </p:txBody>
        </p:sp>
      </p:grpSp>
      <p:pic>
        <p:nvPicPr>
          <p:cNvPr id="63" name="그림 6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838950" y="1809749"/>
            <a:ext cx="3790950" cy="37909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한쪽 모서리가 둥근 사각형 35"/>
          <p:cNvSpPr/>
          <p:nvPr/>
        </p:nvSpPr>
        <p:spPr>
          <a:xfrm>
            <a:off x="0" y="0"/>
            <a:ext cx="3848100" cy="5549900"/>
          </a:xfrm>
          <a:prstGeom prst="round1Rect">
            <a:avLst>
              <a:gd name="adj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5" name="모서리가 둥근 직사각형 4"/>
          <p:cNvSpPr/>
          <p:nvPr/>
        </p:nvSpPr>
        <p:spPr>
          <a:xfrm>
            <a:off x="236537" y="304800"/>
            <a:ext cx="11669713" cy="6265862"/>
          </a:xfrm>
          <a:prstGeom prst="roundRect">
            <a:avLst>
              <a:gd name="adj" fmla="val 4810"/>
            </a:avLst>
          </a:prstGeom>
          <a:solidFill>
            <a:srgbClr val="264259"/>
          </a:solidFill>
          <a:ln w="63500">
            <a:solidFill>
              <a:schemeClr val="tx2">
                <a:lumMod val="50000"/>
              </a:schemeClr>
            </a:solidFill>
          </a:ln>
          <a:effectLst>
            <a:outerShdw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6" name="양쪽 모서리가 둥근 사각형 5"/>
          <p:cNvSpPr/>
          <p:nvPr/>
        </p:nvSpPr>
        <p:spPr>
          <a:xfrm rot="5400000">
            <a:off x="3271463" y="-2062957"/>
            <a:ext cx="6192000" cy="11001376"/>
          </a:xfrm>
          <a:prstGeom prst="round2SameRect">
            <a:avLst>
              <a:gd name="adj1" fmla="val 4506"/>
              <a:gd name="adj2" fmla="val 0"/>
            </a:avLst>
          </a:prstGeom>
          <a:solidFill>
            <a:schemeClr val="bg1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5" name="자유형 14"/>
          <p:cNvSpPr/>
          <p:nvPr/>
        </p:nvSpPr>
        <p:spPr>
          <a:xfrm>
            <a:off x="1574800" y="1863725"/>
            <a:ext cx="73025" cy="85725"/>
          </a:xfrm>
          <a:custGeom>
            <a:avLst/>
            <a:gdLst>
              <a:gd name="connsiteX0" fmla="*/ 0 w 73025"/>
              <a:gd name="connsiteY0" fmla="*/ 31750 h 85725"/>
              <a:gd name="connsiteX1" fmla="*/ 31750 w 73025"/>
              <a:gd name="connsiteY1" fmla="*/ 85725 h 85725"/>
              <a:gd name="connsiteX2" fmla="*/ 73025 w 73025"/>
              <a:gd name="connsiteY2" fmla="*/ 0 h 85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3025" h="85725">
                <a:moveTo>
                  <a:pt x="0" y="31750"/>
                </a:moveTo>
                <a:lnTo>
                  <a:pt x="31750" y="85725"/>
                </a:lnTo>
                <a:lnTo>
                  <a:pt x="73025" y="0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9" name="Freeform 9"/>
          <p:cNvSpPr/>
          <p:nvPr/>
        </p:nvSpPr>
        <p:spPr>
          <a:xfrm>
            <a:off x="477298" y="2470961"/>
            <a:ext cx="141676" cy="186968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lvl="0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23" name="Freeform 36"/>
          <p:cNvSpPr>
            <a:spLocks noEditPoints="1"/>
          </p:cNvSpPr>
          <p:nvPr/>
        </p:nvSpPr>
        <p:spPr>
          <a:xfrm>
            <a:off x="491434" y="4397002"/>
            <a:ext cx="113404" cy="190736"/>
          </a:xfrm>
          <a:custGeom>
            <a:avLst/>
            <a:gdLst>
              <a:gd name="T0" fmla="*/ 937 w 1926"/>
              <a:gd name="T1" fmla="*/ 3639 h 4045"/>
              <a:gd name="T2" fmla="*/ 893 w 1926"/>
              <a:gd name="T3" fmla="*/ 3665 h 4045"/>
              <a:gd name="T4" fmla="*/ 863 w 1926"/>
              <a:gd name="T5" fmla="*/ 3712 h 4045"/>
              <a:gd name="T6" fmla="*/ 851 w 1926"/>
              <a:gd name="T7" fmla="*/ 3772 h 4045"/>
              <a:gd name="T8" fmla="*/ 863 w 1926"/>
              <a:gd name="T9" fmla="*/ 3832 h 4045"/>
              <a:gd name="T10" fmla="*/ 893 w 1926"/>
              <a:gd name="T11" fmla="*/ 3878 h 4045"/>
              <a:gd name="T12" fmla="*/ 937 w 1926"/>
              <a:gd name="T13" fmla="*/ 3905 h 4045"/>
              <a:gd name="T14" fmla="*/ 988 w 1926"/>
              <a:gd name="T15" fmla="*/ 3905 h 4045"/>
              <a:gd name="T16" fmla="*/ 1033 w 1926"/>
              <a:gd name="T17" fmla="*/ 3878 h 4045"/>
              <a:gd name="T18" fmla="*/ 1064 w 1926"/>
              <a:gd name="T19" fmla="*/ 3832 h 4045"/>
              <a:gd name="T20" fmla="*/ 1075 w 1926"/>
              <a:gd name="T21" fmla="*/ 3772 h 4045"/>
              <a:gd name="T22" fmla="*/ 1064 w 1926"/>
              <a:gd name="T23" fmla="*/ 3712 h 4045"/>
              <a:gd name="T24" fmla="*/ 1033 w 1926"/>
              <a:gd name="T25" fmla="*/ 3665 h 4045"/>
              <a:gd name="T26" fmla="*/ 988 w 1926"/>
              <a:gd name="T27" fmla="*/ 3639 h 4045"/>
              <a:gd name="T28" fmla="*/ 156 w 1926"/>
              <a:gd name="T29" fmla="*/ 434 h 4045"/>
              <a:gd name="T30" fmla="*/ 1770 w 1926"/>
              <a:gd name="T31" fmla="*/ 3540 h 4045"/>
              <a:gd name="T32" fmla="*/ 156 w 1926"/>
              <a:gd name="T33" fmla="*/ 434 h 4045"/>
              <a:gd name="T34" fmla="*/ 716 w 1926"/>
              <a:gd name="T35" fmla="*/ 200 h 4045"/>
              <a:gd name="T36" fmla="*/ 701 w 1926"/>
              <a:gd name="T37" fmla="*/ 217 h 4045"/>
              <a:gd name="T38" fmla="*/ 701 w 1926"/>
              <a:gd name="T39" fmla="*/ 243 h 4045"/>
              <a:gd name="T40" fmla="*/ 716 w 1926"/>
              <a:gd name="T41" fmla="*/ 260 h 4045"/>
              <a:gd name="T42" fmla="*/ 1199 w 1926"/>
              <a:gd name="T43" fmla="*/ 262 h 4045"/>
              <a:gd name="T44" fmla="*/ 1218 w 1926"/>
              <a:gd name="T45" fmla="*/ 254 h 4045"/>
              <a:gd name="T46" fmla="*/ 1226 w 1926"/>
              <a:gd name="T47" fmla="*/ 230 h 4045"/>
              <a:gd name="T48" fmla="*/ 1218 w 1926"/>
              <a:gd name="T49" fmla="*/ 207 h 4045"/>
              <a:gd name="T50" fmla="*/ 1199 w 1926"/>
              <a:gd name="T51" fmla="*/ 197 h 4045"/>
              <a:gd name="T52" fmla="*/ 224 w 1926"/>
              <a:gd name="T53" fmla="*/ 0 h 4045"/>
              <a:gd name="T54" fmla="*/ 1738 w 1926"/>
              <a:gd name="T55" fmla="*/ 4 h 4045"/>
              <a:gd name="T56" fmla="*/ 1805 w 1926"/>
              <a:gd name="T57" fmla="*/ 31 h 4045"/>
              <a:gd name="T58" fmla="*/ 1860 w 1926"/>
              <a:gd name="T59" fmla="*/ 81 h 4045"/>
              <a:gd name="T60" fmla="*/ 1900 w 1926"/>
              <a:gd name="T61" fmla="*/ 148 h 4045"/>
              <a:gd name="T62" fmla="*/ 1923 w 1926"/>
              <a:gd name="T63" fmla="*/ 229 h 4045"/>
              <a:gd name="T64" fmla="*/ 1926 w 1926"/>
              <a:gd name="T65" fmla="*/ 3772 h 4045"/>
              <a:gd name="T66" fmla="*/ 1915 w 1926"/>
              <a:gd name="T67" fmla="*/ 3857 h 4045"/>
              <a:gd name="T68" fmla="*/ 1882 w 1926"/>
              <a:gd name="T69" fmla="*/ 3932 h 4045"/>
              <a:gd name="T70" fmla="*/ 1834 w 1926"/>
              <a:gd name="T71" fmla="*/ 3992 h 4045"/>
              <a:gd name="T72" fmla="*/ 1773 w 1926"/>
              <a:gd name="T73" fmla="*/ 4032 h 4045"/>
              <a:gd name="T74" fmla="*/ 1702 w 1926"/>
              <a:gd name="T75" fmla="*/ 4045 h 4045"/>
              <a:gd name="T76" fmla="*/ 188 w 1926"/>
              <a:gd name="T77" fmla="*/ 4041 h 4045"/>
              <a:gd name="T78" fmla="*/ 122 w 1926"/>
              <a:gd name="T79" fmla="*/ 4014 h 4045"/>
              <a:gd name="T80" fmla="*/ 66 w 1926"/>
              <a:gd name="T81" fmla="*/ 3964 h 4045"/>
              <a:gd name="T82" fmla="*/ 25 w 1926"/>
              <a:gd name="T83" fmla="*/ 3897 h 4045"/>
              <a:gd name="T84" fmla="*/ 3 w 1926"/>
              <a:gd name="T85" fmla="*/ 3816 h 4045"/>
              <a:gd name="T86" fmla="*/ 0 w 1926"/>
              <a:gd name="T87" fmla="*/ 273 h 4045"/>
              <a:gd name="T88" fmla="*/ 12 w 1926"/>
              <a:gd name="T89" fmla="*/ 188 h 4045"/>
              <a:gd name="T90" fmla="*/ 43 w 1926"/>
              <a:gd name="T91" fmla="*/ 113 h 4045"/>
              <a:gd name="T92" fmla="*/ 92 w 1926"/>
              <a:gd name="T93" fmla="*/ 53 h 4045"/>
              <a:gd name="T94" fmla="*/ 154 w 1926"/>
              <a:gd name="T95" fmla="*/ 13 h 4045"/>
              <a:gd name="T96" fmla="*/ 224 w 1926"/>
              <a:gd name="T97" fmla="*/ 0 h 40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926" h="4045">
                <a:moveTo>
                  <a:pt x="963" y="3636"/>
                </a:moveTo>
                <a:lnTo>
                  <a:pt x="937" y="3639"/>
                </a:lnTo>
                <a:lnTo>
                  <a:pt x="914" y="3649"/>
                </a:lnTo>
                <a:lnTo>
                  <a:pt x="893" y="3665"/>
                </a:lnTo>
                <a:lnTo>
                  <a:pt x="876" y="3686"/>
                </a:lnTo>
                <a:lnTo>
                  <a:pt x="863" y="3712"/>
                </a:lnTo>
                <a:lnTo>
                  <a:pt x="854" y="3741"/>
                </a:lnTo>
                <a:lnTo>
                  <a:pt x="851" y="3772"/>
                </a:lnTo>
                <a:lnTo>
                  <a:pt x="854" y="3804"/>
                </a:lnTo>
                <a:lnTo>
                  <a:pt x="863" y="3832"/>
                </a:lnTo>
                <a:lnTo>
                  <a:pt x="876" y="3857"/>
                </a:lnTo>
                <a:lnTo>
                  <a:pt x="893" y="3878"/>
                </a:lnTo>
                <a:lnTo>
                  <a:pt x="914" y="3894"/>
                </a:lnTo>
                <a:lnTo>
                  <a:pt x="937" y="3905"/>
                </a:lnTo>
                <a:lnTo>
                  <a:pt x="963" y="3909"/>
                </a:lnTo>
                <a:lnTo>
                  <a:pt x="988" y="3905"/>
                </a:lnTo>
                <a:lnTo>
                  <a:pt x="1013" y="3894"/>
                </a:lnTo>
                <a:lnTo>
                  <a:pt x="1033" y="3878"/>
                </a:lnTo>
                <a:lnTo>
                  <a:pt x="1051" y="3857"/>
                </a:lnTo>
                <a:lnTo>
                  <a:pt x="1064" y="3832"/>
                </a:lnTo>
                <a:lnTo>
                  <a:pt x="1072" y="3804"/>
                </a:lnTo>
                <a:lnTo>
                  <a:pt x="1075" y="3772"/>
                </a:lnTo>
                <a:lnTo>
                  <a:pt x="1072" y="3741"/>
                </a:lnTo>
                <a:lnTo>
                  <a:pt x="1064" y="3712"/>
                </a:lnTo>
                <a:lnTo>
                  <a:pt x="1051" y="3686"/>
                </a:lnTo>
                <a:lnTo>
                  <a:pt x="1033" y="3665"/>
                </a:lnTo>
                <a:lnTo>
                  <a:pt x="1013" y="3649"/>
                </a:lnTo>
                <a:lnTo>
                  <a:pt x="988" y="3639"/>
                </a:lnTo>
                <a:lnTo>
                  <a:pt x="963" y="3636"/>
                </a:lnTo>
                <a:close/>
                <a:moveTo>
                  <a:pt x="156" y="434"/>
                </a:moveTo>
                <a:lnTo>
                  <a:pt x="156" y="3540"/>
                </a:lnTo>
                <a:lnTo>
                  <a:pt x="1770" y="3540"/>
                </a:lnTo>
                <a:lnTo>
                  <a:pt x="1770" y="434"/>
                </a:lnTo>
                <a:lnTo>
                  <a:pt x="156" y="434"/>
                </a:lnTo>
                <a:close/>
                <a:moveTo>
                  <a:pt x="727" y="197"/>
                </a:moveTo>
                <a:lnTo>
                  <a:pt x="716" y="200"/>
                </a:lnTo>
                <a:lnTo>
                  <a:pt x="707" y="207"/>
                </a:lnTo>
                <a:lnTo>
                  <a:pt x="701" y="217"/>
                </a:lnTo>
                <a:lnTo>
                  <a:pt x="699" y="230"/>
                </a:lnTo>
                <a:lnTo>
                  <a:pt x="701" y="243"/>
                </a:lnTo>
                <a:lnTo>
                  <a:pt x="707" y="254"/>
                </a:lnTo>
                <a:lnTo>
                  <a:pt x="716" y="260"/>
                </a:lnTo>
                <a:lnTo>
                  <a:pt x="727" y="262"/>
                </a:lnTo>
                <a:lnTo>
                  <a:pt x="1199" y="262"/>
                </a:lnTo>
                <a:lnTo>
                  <a:pt x="1210" y="260"/>
                </a:lnTo>
                <a:lnTo>
                  <a:pt x="1218" y="254"/>
                </a:lnTo>
                <a:lnTo>
                  <a:pt x="1224" y="243"/>
                </a:lnTo>
                <a:lnTo>
                  <a:pt x="1226" y="230"/>
                </a:lnTo>
                <a:lnTo>
                  <a:pt x="1224" y="217"/>
                </a:lnTo>
                <a:lnTo>
                  <a:pt x="1218" y="207"/>
                </a:lnTo>
                <a:lnTo>
                  <a:pt x="1210" y="200"/>
                </a:lnTo>
                <a:lnTo>
                  <a:pt x="1199" y="197"/>
                </a:lnTo>
                <a:lnTo>
                  <a:pt x="727" y="197"/>
                </a:lnTo>
                <a:close/>
                <a:moveTo>
                  <a:pt x="224" y="0"/>
                </a:moveTo>
                <a:lnTo>
                  <a:pt x="1702" y="0"/>
                </a:lnTo>
                <a:lnTo>
                  <a:pt x="1738" y="4"/>
                </a:lnTo>
                <a:lnTo>
                  <a:pt x="1773" y="13"/>
                </a:lnTo>
                <a:lnTo>
                  <a:pt x="1805" y="31"/>
                </a:lnTo>
                <a:lnTo>
                  <a:pt x="1834" y="53"/>
                </a:lnTo>
                <a:lnTo>
                  <a:pt x="1860" y="81"/>
                </a:lnTo>
                <a:lnTo>
                  <a:pt x="1882" y="113"/>
                </a:lnTo>
                <a:lnTo>
                  <a:pt x="1900" y="148"/>
                </a:lnTo>
                <a:lnTo>
                  <a:pt x="1915" y="188"/>
                </a:lnTo>
                <a:lnTo>
                  <a:pt x="1923" y="229"/>
                </a:lnTo>
                <a:lnTo>
                  <a:pt x="1926" y="273"/>
                </a:lnTo>
                <a:lnTo>
                  <a:pt x="1926" y="3772"/>
                </a:lnTo>
                <a:lnTo>
                  <a:pt x="1923" y="3816"/>
                </a:lnTo>
                <a:lnTo>
                  <a:pt x="1915" y="3857"/>
                </a:lnTo>
                <a:lnTo>
                  <a:pt x="1900" y="3897"/>
                </a:lnTo>
                <a:lnTo>
                  <a:pt x="1882" y="3932"/>
                </a:lnTo>
                <a:lnTo>
                  <a:pt x="1860" y="3964"/>
                </a:lnTo>
                <a:lnTo>
                  <a:pt x="1834" y="3992"/>
                </a:lnTo>
                <a:lnTo>
                  <a:pt x="1805" y="4014"/>
                </a:lnTo>
                <a:lnTo>
                  <a:pt x="1773" y="4032"/>
                </a:lnTo>
                <a:lnTo>
                  <a:pt x="1738" y="4041"/>
                </a:lnTo>
                <a:lnTo>
                  <a:pt x="1702" y="4045"/>
                </a:lnTo>
                <a:lnTo>
                  <a:pt x="224" y="4045"/>
                </a:lnTo>
                <a:lnTo>
                  <a:pt x="188" y="4041"/>
                </a:lnTo>
                <a:lnTo>
                  <a:pt x="154" y="4032"/>
                </a:lnTo>
                <a:lnTo>
                  <a:pt x="122" y="4014"/>
                </a:lnTo>
                <a:lnTo>
                  <a:pt x="92" y="3992"/>
                </a:lnTo>
                <a:lnTo>
                  <a:pt x="66" y="3964"/>
                </a:lnTo>
                <a:lnTo>
                  <a:pt x="43" y="3932"/>
                </a:lnTo>
                <a:lnTo>
                  <a:pt x="25" y="3897"/>
                </a:lnTo>
                <a:lnTo>
                  <a:pt x="12" y="3857"/>
                </a:lnTo>
                <a:lnTo>
                  <a:pt x="3" y="3816"/>
                </a:lnTo>
                <a:lnTo>
                  <a:pt x="0" y="3772"/>
                </a:lnTo>
                <a:lnTo>
                  <a:pt x="0" y="273"/>
                </a:lnTo>
                <a:lnTo>
                  <a:pt x="3" y="229"/>
                </a:lnTo>
                <a:lnTo>
                  <a:pt x="12" y="188"/>
                </a:lnTo>
                <a:lnTo>
                  <a:pt x="25" y="148"/>
                </a:lnTo>
                <a:lnTo>
                  <a:pt x="43" y="113"/>
                </a:lnTo>
                <a:lnTo>
                  <a:pt x="66" y="81"/>
                </a:lnTo>
                <a:lnTo>
                  <a:pt x="92" y="53"/>
                </a:lnTo>
                <a:lnTo>
                  <a:pt x="122" y="31"/>
                </a:lnTo>
                <a:lnTo>
                  <a:pt x="154" y="13"/>
                </a:lnTo>
                <a:lnTo>
                  <a:pt x="188" y="4"/>
                </a:lnTo>
                <a:lnTo>
                  <a:pt x="224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lvl="0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24" name="자유형 23"/>
          <p:cNvSpPr/>
          <p:nvPr/>
        </p:nvSpPr>
        <p:spPr>
          <a:xfrm>
            <a:off x="462778" y="3768685"/>
            <a:ext cx="170716" cy="149410"/>
          </a:xfrm>
          <a:custGeom>
            <a:avLst/>
            <a:gdLst>
              <a:gd name="connsiteX0" fmla="*/ 149021 w 448462"/>
              <a:gd name="connsiteY0" fmla="*/ 328125 h 392491"/>
              <a:gd name="connsiteX1" fmla="*/ 210588 w 448462"/>
              <a:gd name="connsiteY1" fmla="*/ 357224 h 392491"/>
              <a:gd name="connsiteX2" fmla="*/ 160375 w 448462"/>
              <a:gd name="connsiteY2" fmla="*/ 391211 h 392491"/>
              <a:gd name="connsiteX3" fmla="*/ 158502 w 448462"/>
              <a:gd name="connsiteY3" fmla="*/ 392025 h 392491"/>
              <a:gd name="connsiteX4" fmla="*/ 156629 w 448462"/>
              <a:gd name="connsiteY4" fmla="*/ 392491 h 392491"/>
              <a:gd name="connsiteX5" fmla="*/ 154757 w 448462"/>
              <a:gd name="connsiteY5" fmla="*/ 392375 h 392491"/>
              <a:gd name="connsiteX6" fmla="*/ 153001 w 448462"/>
              <a:gd name="connsiteY6" fmla="*/ 391676 h 392491"/>
              <a:gd name="connsiteX7" fmla="*/ 151362 w 448462"/>
              <a:gd name="connsiteY7" fmla="*/ 390396 h 392491"/>
              <a:gd name="connsiteX8" fmla="*/ 150075 w 448462"/>
              <a:gd name="connsiteY8" fmla="*/ 388883 h 392491"/>
              <a:gd name="connsiteX9" fmla="*/ 149255 w 448462"/>
              <a:gd name="connsiteY9" fmla="*/ 387137 h 392491"/>
              <a:gd name="connsiteX10" fmla="*/ 149021 w 448462"/>
              <a:gd name="connsiteY10" fmla="*/ 385158 h 392491"/>
              <a:gd name="connsiteX11" fmla="*/ 441235 w 448462"/>
              <a:gd name="connsiteY11" fmla="*/ 0 h 392491"/>
              <a:gd name="connsiteX12" fmla="*/ 442983 w 448462"/>
              <a:gd name="connsiteY12" fmla="*/ 233 h 392491"/>
              <a:gd name="connsiteX13" fmla="*/ 444615 w 448462"/>
              <a:gd name="connsiteY13" fmla="*/ 816 h 392491"/>
              <a:gd name="connsiteX14" fmla="*/ 446131 w 448462"/>
              <a:gd name="connsiteY14" fmla="*/ 1866 h 392491"/>
              <a:gd name="connsiteX15" fmla="*/ 447530 w 448462"/>
              <a:gd name="connsiteY15" fmla="*/ 3615 h 392491"/>
              <a:gd name="connsiteX16" fmla="*/ 448346 w 448462"/>
              <a:gd name="connsiteY16" fmla="*/ 5714 h 392491"/>
              <a:gd name="connsiteX17" fmla="*/ 448462 w 448462"/>
              <a:gd name="connsiteY17" fmla="*/ 7696 h 392491"/>
              <a:gd name="connsiteX18" fmla="*/ 447879 w 448462"/>
              <a:gd name="connsiteY18" fmla="*/ 9911 h 392491"/>
              <a:gd name="connsiteX19" fmla="*/ 307990 w 448462"/>
              <a:gd name="connsiteY19" fmla="*/ 362641 h 392491"/>
              <a:gd name="connsiteX20" fmla="*/ 306708 w 448462"/>
              <a:gd name="connsiteY20" fmla="*/ 364973 h 392491"/>
              <a:gd name="connsiteX21" fmla="*/ 305076 w 448462"/>
              <a:gd name="connsiteY21" fmla="*/ 366955 h 392491"/>
              <a:gd name="connsiteX22" fmla="*/ 303094 w 448462"/>
              <a:gd name="connsiteY22" fmla="*/ 368588 h 392491"/>
              <a:gd name="connsiteX23" fmla="*/ 300646 w 448462"/>
              <a:gd name="connsiteY23" fmla="*/ 369870 h 392491"/>
              <a:gd name="connsiteX24" fmla="*/ 298314 w 448462"/>
              <a:gd name="connsiteY24" fmla="*/ 370570 h 392491"/>
              <a:gd name="connsiteX25" fmla="*/ 295983 w 448462"/>
              <a:gd name="connsiteY25" fmla="*/ 370803 h 392491"/>
              <a:gd name="connsiteX26" fmla="*/ 293068 w 448462"/>
              <a:gd name="connsiteY26" fmla="*/ 370453 h 392491"/>
              <a:gd name="connsiteX27" fmla="*/ 290387 w 448462"/>
              <a:gd name="connsiteY27" fmla="*/ 369404 h 392491"/>
              <a:gd name="connsiteX28" fmla="*/ 148982 w 448462"/>
              <a:gd name="connsiteY28" fmla="*/ 302123 h 392491"/>
              <a:gd name="connsiteX29" fmla="*/ 347858 w 448462"/>
              <a:gd name="connsiteY29" fmla="*/ 102379 h 392491"/>
              <a:gd name="connsiteX30" fmla="*/ 120771 w 448462"/>
              <a:gd name="connsiteY30" fmla="*/ 288830 h 392491"/>
              <a:gd name="connsiteX31" fmla="*/ 7344 w 448462"/>
              <a:gd name="connsiteY31" fmla="*/ 234842 h 392491"/>
              <a:gd name="connsiteX32" fmla="*/ 4896 w 448462"/>
              <a:gd name="connsiteY32" fmla="*/ 233209 h 392491"/>
              <a:gd name="connsiteX33" fmla="*/ 2798 w 448462"/>
              <a:gd name="connsiteY33" fmla="*/ 231227 h 392491"/>
              <a:gd name="connsiteX34" fmla="*/ 1282 w 448462"/>
              <a:gd name="connsiteY34" fmla="*/ 228895 h 392491"/>
              <a:gd name="connsiteX35" fmla="*/ 349 w 448462"/>
              <a:gd name="connsiteY35" fmla="*/ 226213 h 392491"/>
              <a:gd name="connsiteX36" fmla="*/ 0 w 448462"/>
              <a:gd name="connsiteY36" fmla="*/ 223298 h 392491"/>
              <a:gd name="connsiteX37" fmla="*/ 233 w 448462"/>
              <a:gd name="connsiteY37" fmla="*/ 220499 h 392491"/>
              <a:gd name="connsiteX38" fmla="*/ 1165 w 448462"/>
              <a:gd name="connsiteY38" fmla="*/ 217701 h 392491"/>
              <a:gd name="connsiteX39" fmla="*/ 2681 w 448462"/>
              <a:gd name="connsiteY39" fmla="*/ 215252 h 392491"/>
              <a:gd name="connsiteX40" fmla="*/ 4779 w 448462"/>
              <a:gd name="connsiteY40" fmla="*/ 213270 h 392491"/>
              <a:gd name="connsiteX41" fmla="*/ 7227 w 448462"/>
              <a:gd name="connsiteY41" fmla="*/ 211754 h 392491"/>
              <a:gd name="connsiteX42" fmla="*/ 437971 w 448462"/>
              <a:gd name="connsiteY42" fmla="*/ 583 h 392491"/>
              <a:gd name="connsiteX43" fmla="*/ 439603 w 448462"/>
              <a:gd name="connsiteY43" fmla="*/ 117 h 392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448462" h="392491">
                <a:moveTo>
                  <a:pt x="149021" y="328125"/>
                </a:moveTo>
                <a:lnTo>
                  <a:pt x="210588" y="357224"/>
                </a:lnTo>
                <a:lnTo>
                  <a:pt x="160375" y="391211"/>
                </a:lnTo>
                <a:lnTo>
                  <a:pt x="158502" y="392025"/>
                </a:lnTo>
                <a:lnTo>
                  <a:pt x="156629" y="392491"/>
                </a:lnTo>
                <a:lnTo>
                  <a:pt x="154757" y="392375"/>
                </a:lnTo>
                <a:lnTo>
                  <a:pt x="153001" y="391676"/>
                </a:lnTo>
                <a:lnTo>
                  <a:pt x="151362" y="390396"/>
                </a:lnTo>
                <a:lnTo>
                  <a:pt x="150075" y="388883"/>
                </a:lnTo>
                <a:lnTo>
                  <a:pt x="149255" y="387137"/>
                </a:lnTo>
                <a:lnTo>
                  <a:pt x="149021" y="385158"/>
                </a:lnTo>
                <a:close/>
                <a:moveTo>
                  <a:pt x="441235" y="0"/>
                </a:moveTo>
                <a:lnTo>
                  <a:pt x="442983" y="233"/>
                </a:lnTo>
                <a:lnTo>
                  <a:pt x="444615" y="816"/>
                </a:lnTo>
                <a:lnTo>
                  <a:pt x="446131" y="1866"/>
                </a:lnTo>
                <a:lnTo>
                  <a:pt x="447530" y="3615"/>
                </a:lnTo>
                <a:lnTo>
                  <a:pt x="448346" y="5714"/>
                </a:lnTo>
                <a:lnTo>
                  <a:pt x="448462" y="7696"/>
                </a:lnTo>
                <a:lnTo>
                  <a:pt x="447879" y="9911"/>
                </a:lnTo>
                <a:lnTo>
                  <a:pt x="307990" y="362641"/>
                </a:lnTo>
                <a:lnTo>
                  <a:pt x="306708" y="364973"/>
                </a:lnTo>
                <a:lnTo>
                  <a:pt x="305076" y="366955"/>
                </a:lnTo>
                <a:lnTo>
                  <a:pt x="303094" y="368588"/>
                </a:lnTo>
                <a:lnTo>
                  <a:pt x="300646" y="369870"/>
                </a:lnTo>
                <a:lnTo>
                  <a:pt x="298314" y="370570"/>
                </a:lnTo>
                <a:lnTo>
                  <a:pt x="295983" y="370803"/>
                </a:lnTo>
                <a:lnTo>
                  <a:pt x="293068" y="370453"/>
                </a:lnTo>
                <a:lnTo>
                  <a:pt x="290387" y="369404"/>
                </a:lnTo>
                <a:lnTo>
                  <a:pt x="148982" y="302123"/>
                </a:lnTo>
                <a:lnTo>
                  <a:pt x="347858" y="102379"/>
                </a:lnTo>
                <a:lnTo>
                  <a:pt x="120771" y="288830"/>
                </a:lnTo>
                <a:lnTo>
                  <a:pt x="7344" y="234842"/>
                </a:lnTo>
                <a:lnTo>
                  <a:pt x="4896" y="233209"/>
                </a:lnTo>
                <a:lnTo>
                  <a:pt x="2798" y="231227"/>
                </a:lnTo>
                <a:lnTo>
                  <a:pt x="1282" y="228895"/>
                </a:lnTo>
                <a:lnTo>
                  <a:pt x="349" y="226213"/>
                </a:lnTo>
                <a:lnTo>
                  <a:pt x="0" y="223298"/>
                </a:lnTo>
                <a:lnTo>
                  <a:pt x="233" y="220499"/>
                </a:lnTo>
                <a:lnTo>
                  <a:pt x="1165" y="217701"/>
                </a:lnTo>
                <a:lnTo>
                  <a:pt x="2681" y="215252"/>
                </a:lnTo>
                <a:lnTo>
                  <a:pt x="4779" y="213270"/>
                </a:lnTo>
                <a:lnTo>
                  <a:pt x="7227" y="211754"/>
                </a:lnTo>
                <a:lnTo>
                  <a:pt x="437971" y="583"/>
                </a:lnTo>
                <a:lnTo>
                  <a:pt x="439603" y="117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noAutofit/>
          </a:bodyPr>
          <a:lstStyle/>
          <a:p>
            <a:pPr lvl="0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25" name="Freeform 6"/>
          <p:cNvSpPr/>
          <p:nvPr/>
        </p:nvSpPr>
        <p:spPr>
          <a:xfrm rot="10800000" flipH="1" flipV="1">
            <a:off x="461886" y="3136838"/>
            <a:ext cx="172500" cy="152938"/>
          </a:xfrm>
          <a:custGeom>
            <a:avLst/>
            <a:gdLst>
              <a:gd name="T0" fmla="*/ 2689 w 3491"/>
              <a:gd name="T1" fmla="*/ 15 h 3097"/>
              <a:gd name="T2" fmla="*/ 2963 w 3491"/>
              <a:gd name="T3" fmla="*/ 108 h 3097"/>
              <a:gd name="T4" fmla="*/ 3204 w 3491"/>
              <a:gd name="T5" fmla="*/ 281 h 3097"/>
              <a:gd name="T6" fmla="*/ 3382 w 3491"/>
              <a:gd name="T7" fmla="*/ 518 h 3097"/>
              <a:gd name="T8" fmla="*/ 3475 w 3491"/>
              <a:gd name="T9" fmla="*/ 786 h 3097"/>
              <a:gd name="T10" fmla="*/ 3486 w 3491"/>
              <a:gd name="T11" fmla="*/ 1066 h 3097"/>
              <a:gd name="T12" fmla="*/ 3413 w 3491"/>
              <a:gd name="T13" fmla="*/ 1339 h 3097"/>
              <a:gd name="T14" fmla="*/ 3256 w 3491"/>
              <a:gd name="T15" fmla="*/ 1586 h 3097"/>
              <a:gd name="T16" fmla="*/ 1965 w 3491"/>
              <a:gd name="T17" fmla="*/ 2838 h 3097"/>
              <a:gd name="T18" fmla="*/ 1873 w 3491"/>
              <a:gd name="T19" fmla="*/ 2828 h 3097"/>
              <a:gd name="T20" fmla="*/ 1821 w 3491"/>
              <a:gd name="T21" fmla="*/ 2749 h 3097"/>
              <a:gd name="T22" fmla="*/ 1853 w 3491"/>
              <a:gd name="T23" fmla="*/ 2662 h 3097"/>
              <a:gd name="T24" fmla="*/ 3153 w 3491"/>
              <a:gd name="T25" fmla="*/ 1355 h 3097"/>
              <a:gd name="T26" fmla="*/ 3242 w 3491"/>
              <a:gd name="T27" fmla="*/ 1126 h 3097"/>
              <a:gd name="T28" fmla="*/ 3253 w 3491"/>
              <a:gd name="T29" fmla="*/ 885 h 3097"/>
              <a:gd name="T30" fmla="*/ 3183 w 3491"/>
              <a:gd name="T31" fmla="*/ 653 h 3097"/>
              <a:gd name="T32" fmla="*/ 3035 w 3491"/>
              <a:gd name="T33" fmla="*/ 448 h 3097"/>
              <a:gd name="T34" fmla="*/ 2825 w 3491"/>
              <a:gd name="T35" fmla="*/ 301 h 3097"/>
              <a:gd name="T36" fmla="*/ 2586 w 3491"/>
              <a:gd name="T37" fmla="*/ 234 h 3097"/>
              <a:gd name="T38" fmla="*/ 2340 w 3491"/>
              <a:gd name="T39" fmla="*/ 243 h 3097"/>
              <a:gd name="T40" fmla="*/ 2108 w 3491"/>
              <a:gd name="T41" fmla="*/ 331 h 3097"/>
              <a:gd name="T42" fmla="*/ 378 w 3491"/>
              <a:gd name="T43" fmla="*/ 1972 h 3097"/>
              <a:gd name="T44" fmla="*/ 258 w 3491"/>
              <a:gd name="T45" fmla="*/ 2149 h 3097"/>
              <a:gd name="T46" fmla="*/ 218 w 3491"/>
              <a:gd name="T47" fmla="*/ 2350 h 3097"/>
              <a:gd name="T48" fmla="*/ 258 w 3491"/>
              <a:gd name="T49" fmla="*/ 2551 h 3097"/>
              <a:gd name="T50" fmla="*/ 378 w 3491"/>
              <a:gd name="T51" fmla="*/ 2728 h 3097"/>
              <a:gd name="T52" fmla="*/ 558 w 3491"/>
              <a:gd name="T53" fmla="*/ 2846 h 3097"/>
              <a:gd name="T54" fmla="*/ 763 w 3491"/>
              <a:gd name="T55" fmla="*/ 2885 h 3097"/>
              <a:gd name="T56" fmla="*/ 968 w 3491"/>
              <a:gd name="T57" fmla="*/ 2846 h 3097"/>
              <a:gd name="T58" fmla="*/ 1149 w 3491"/>
              <a:gd name="T59" fmla="*/ 2728 h 3097"/>
              <a:gd name="T60" fmla="*/ 2809 w 3491"/>
              <a:gd name="T61" fmla="*/ 1091 h 3097"/>
              <a:gd name="T62" fmla="*/ 2837 w 3491"/>
              <a:gd name="T63" fmla="*/ 942 h 3097"/>
              <a:gd name="T64" fmla="*/ 2791 w 3491"/>
              <a:gd name="T65" fmla="*/ 797 h 3097"/>
              <a:gd name="T66" fmla="*/ 2677 w 3491"/>
              <a:gd name="T67" fmla="*/ 685 h 3097"/>
              <a:gd name="T68" fmla="*/ 2528 w 3491"/>
              <a:gd name="T69" fmla="*/ 641 h 3097"/>
              <a:gd name="T70" fmla="*/ 2377 w 3491"/>
              <a:gd name="T71" fmla="*/ 668 h 3097"/>
              <a:gd name="T72" fmla="*/ 1082 w 3491"/>
              <a:gd name="T73" fmla="*/ 1906 h 3097"/>
              <a:gd name="T74" fmla="*/ 992 w 3491"/>
              <a:gd name="T75" fmla="*/ 1937 h 3097"/>
              <a:gd name="T76" fmla="*/ 911 w 3491"/>
              <a:gd name="T77" fmla="*/ 1887 h 3097"/>
              <a:gd name="T78" fmla="*/ 900 w 3491"/>
              <a:gd name="T79" fmla="*/ 1796 h 3097"/>
              <a:gd name="T80" fmla="*/ 2165 w 3491"/>
              <a:gd name="T81" fmla="*/ 546 h 3097"/>
              <a:gd name="T82" fmla="*/ 2354 w 3491"/>
              <a:gd name="T83" fmla="*/ 449 h 3097"/>
              <a:gd name="T84" fmla="*/ 2562 w 3491"/>
              <a:gd name="T85" fmla="*/ 429 h 3097"/>
              <a:gd name="T86" fmla="*/ 2763 w 3491"/>
              <a:gd name="T87" fmla="*/ 488 h 3097"/>
              <a:gd name="T88" fmla="*/ 2932 w 3491"/>
              <a:gd name="T89" fmla="*/ 623 h 3097"/>
              <a:gd name="T90" fmla="*/ 3032 w 3491"/>
              <a:gd name="T91" fmla="*/ 809 h 3097"/>
              <a:gd name="T92" fmla="*/ 3053 w 3491"/>
              <a:gd name="T93" fmla="*/ 1012 h 3097"/>
              <a:gd name="T94" fmla="*/ 2993 w 3491"/>
              <a:gd name="T95" fmla="*/ 1209 h 3097"/>
              <a:gd name="T96" fmla="*/ 1303 w 3491"/>
              <a:gd name="T97" fmla="*/ 2879 h 3097"/>
              <a:gd name="T98" fmla="*/ 1094 w 3491"/>
              <a:gd name="T99" fmla="*/ 3025 h 3097"/>
              <a:gd name="T100" fmla="*/ 855 w 3491"/>
              <a:gd name="T101" fmla="*/ 3092 h 3097"/>
              <a:gd name="T102" fmla="*/ 609 w 3491"/>
              <a:gd name="T103" fmla="*/ 3083 h 3097"/>
              <a:gd name="T104" fmla="*/ 377 w 3491"/>
              <a:gd name="T105" fmla="*/ 2995 h 3097"/>
              <a:gd name="T106" fmla="*/ 178 w 3491"/>
              <a:gd name="T107" fmla="*/ 2832 h 3097"/>
              <a:gd name="T108" fmla="*/ 51 w 3491"/>
              <a:gd name="T109" fmla="*/ 2617 h 3097"/>
              <a:gd name="T110" fmla="*/ 0 w 3491"/>
              <a:gd name="T111" fmla="*/ 2381 h 3097"/>
              <a:gd name="T112" fmla="*/ 30 w 3491"/>
              <a:gd name="T113" fmla="*/ 2141 h 3097"/>
              <a:gd name="T114" fmla="*/ 139 w 3491"/>
              <a:gd name="T115" fmla="*/ 1920 h 3097"/>
              <a:gd name="T116" fmla="*/ 1872 w 3491"/>
              <a:gd name="T117" fmla="*/ 230 h 3097"/>
              <a:gd name="T118" fmla="*/ 2123 w 3491"/>
              <a:gd name="T119" fmla="*/ 76 h 3097"/>
              <a:gd name="T120" fmla="*/ 2402 w 3491"/>
              <a:gd name="T121" fmla="*/ 5 h 30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3491" h="3097">
                <a:moveTo>
                  <a:pt x="2474" y="0"/>
                </a:moveTo>
                <a:lnTo>
                  <a:pt x="2546" y="0"/>
                </a:lnTo>
                <a:lnTo>
                  <a:pt x="2618" y="5"/>
                </a:lnTo>
                <a:lnTo>
                  <a:pt x="2689" y="15"/>
                </a:lnTo>
                <a:lnTo>
                  <a:pt x="2758" y="31"/>
                </a:lnTo>
                <a:lnTo>
                  <a:pt x="2828" y="51"/>
                </a:lnTo>
                <a:lnTo>
                  <a:pt x="2896" y="76"/>
                </a:lnTo>
                <a:lnTo>
                  <a:pt x="2963" y="108"/>
                </a:lnTo>
                <a:lnTo>
                  <a:pt x="3026" y="143"/>
                </a:lnTo>
                <a:lnTo>
                  <a:pt x="3088" y="183"/>
                </a:lnTo>
                <a:lnTo>
                  <a:pt x="3147" y="230"/>
                </a:lnTo>
                <a:lnTo>
                  <a:pt x="3204" y="281"/>
                </a:lnTo>
                <a:lnTo>
                  <a:pt x="3256" y="336"/>
                </a:lnTo>
                <a:lnTo>
                  <a:pt x="3303" y="394"/>
                </a:lnTo>
                <a:lnTo>
                  <a:pt x="3345" y="455"/>
                </a:lnTo>
                <a:lnTo>
                  <a:pt x="3382" y="518"/>
                </a:lnTo>
                <a:lnTo>
                  <a:pt x="3413" y="582"/>
                </a:lnTo>
                <a:lnTo>
                  <a:pt x="3439" y="650"/>
                </a:lnTo>
                <a:lnTo>
                  <a:pt x="3460" y="717"/>
                </a:lnTo>
                <a:lnTo>
                  <a:pt x="3475" y="786"/>
                </a:lnTo>
                <a:lnTo>
                  <a:pt x="3486" y="856"/>
                </a:lnTo>
                <a:lnTo>
                  <a:pt x="3491" y="926"/>
                </a:lnTo>
                <a:lnTo>
                  <a:pt x="3491" y="996"/>
                </a:lnTo>
                <a:lnTo>
                  <a:pt x="3486" y="1066"/>
                </a:lnTo>
                <a:lnTo>
                  <a:pt x="3475" y="1136"/>
                </a:lnTo>
                <a:lnTo>
                  <a:pt x="3460" y="1205"/>
                </a:lnTo>
                <a:lnTo>
                  <a:pt x="3439" y="1273"/>
                </a:lnTo>
                <a:lnTo>
                  <a:pt x="3413" y="1339"/>
                </a:lnTo>
                <a:lnTo>
                  <a:pt x="3382" y="1404"/>
                </a:lnTo>
                <a:lnTo>
                  <a:pt x="3345" y="1467"/>
                </a:lnTo>
                <a:lnTo>
                  <a:pt x="3303" y="1528"/>
                </a:lnTo>
                <a:lnTo>
                  <a:pt x="3256" y="1586"/>
                </a:lnTo>
                <a:lnTo>
                  <a:pt x="3204" y="1641"/>
                </a:lnTo>
                <a:lnTo>
                  <a:pt x="2007" y="2813"/>
                </a:lnTo>
                <a:lnTo>
                  <a:pt x="1988" y="2828"/>
                </a:lnTo>
                <a:lnTo>
                  <a:pt x="1965" y="2838"/>
                </a:lnTo>
                <a:lnTo>
                  <a:pt x="1942" y="2844"/>
                </a:lnTo>
                <a:lnTo>
                  <a:pt x="1918" y="2844"/>
                </a:lnTo>
                <a:lnTo>
                  <a:pt x="1894" y="2838"/>
                </a:lnTo>
                <a:lnTo>
                  <a:pt x="1873" y="2828"/>
                </a:lnTo>
                <a:lnTo>
                  <a:pt x="1853" y="2813"/>
                </a:lnTo>
                <a:lnTo>
                  <a:pt x="1837" y="2793"/>
                </a:lnTo>
                <a:lnTo>
                  <a:pt x="1827" y="2772"/>
                </a:lnTo>
                <a:lnTo>
                  <a:pt x="1821" y="2749"/>
                </a:lnTo>
                <a:lnTo>
                  <a:pt x="1821" y="2726"/>
                </a:lnTo>
                <a:lnTo>
                  <a:pt x="1827" y="2703"/>
                </a:lnTo>
                <a:lnTo>
                  <a:pt x="1837" y="2681"/>
                </a:lnTo>
                <a:lnTo>
                  <a:pt x="1853" y="2662"/>
                </a:lnTo>
                <a:lnTo>
                  <a:pt x="3035" y="1505"/>
                </a:lnTo>
                <a:lnTo>
                  <a:pt x="3079" y="1458"/>
                </a:lnTo>
                <a:lnTo>
                  <a:pt x="3118" y="1407"/>
                </a:lnTo>
                <a:lnTo>
                  <a:pt x="3153" y="1355"/>
                </a:lnTo>
                <a:lnTo>
                  <a:pt x="3183" y="1300"/>
                </a:lnTo>
                <a:lnTo>
                  <a:pt x="3208" y="1243"/>
                </a:lnTo>
                <a:lnTo>
                  <a:pt x="3228" y="1185"/>
                </a:lnTo>
                <a:lnTo>
                  <a:pt x="3242" y="1126"/>
                </a:lnTo>
                <a:lnTo>
                  <a:pt x="3253" y="1066"/>
                </a:lnTo>
                <a:lnTo>
                  <a:pt x="3257" y="1006"/>
                </a:lnTo>
                <a:lnTo>
                  <a:pt x="3257" y="946"/>
                </a:lnTo>
                <a:lnTo>
                  <a:pt x="3253" y="885"/>
                </a:lnTo>
                <a:lnTo>
                  <a:pt x="3242" y="826"/>
                </a:lnTo>
                <a:lnTo>
                  <a:pt x="3228" y="766"/>
                </a:lnTo>
                <a:lnTo>
                  <a:pt x="3208" y="709"/>
                </a:lnTo>
                <a:lnTo>
                  <a:pt x="3183" y="653"/>
                </a:lnTo>
                <a:lnTo>
                  <a:pt x="3153" y="598"/>
                </a:lnTo>
                <a:lnTo>
                  <a:pt x="3118" y="545"/>
                </a:lnTo>
                <a:lnTo>
                  <a:pt x="3079" y="495"/>
                </a:lnTo>
                <a:lnTo>
                  <a:pt x="3035" y="448"/>
                </a:lnTo>
                <a:lnTo>
                  <a:pt x="2985" y="403"/>
                </a:lnTo>
                <a:lnTo>
                  <a:pt x="2935" y="364"/>
                </a:lnTo>
                <a:lnTo>
                  <a:pt x="2881" y="331"/>
                </a:lnTo>
                <a:lnTo>
                  <a:pt x="2825" y="301"/>
                </a:lnTo>
                <a:lnTo>
                  <a:pt x="2767" y="277"/>
                </a:lnTo>
                <a:lnTo>
                  <a:pt x="2708" y="258"/>
                </a:lnTo>
                <a:lnTo>
                  <a:pt x="2648" y="243"/>
                </a:lnTo>
                <a:lnTo>
                  <a:pt x="2586" y="234"/>
                </a:lnTo>
                <a:lnTo>
                  <a:pt x="2525" y="229"/>
                </a:lnTo>
                <a:lnTo>
                  <a:pt x="2464" y="229"/>
                </a:lnTo>
                <a:lnTo>
                  <a:pt x="2402" y="234"/>
                </a:lnTo>
                <a:lnTo>
                  <a:pt x="2340" y="243"/>
                </a:lnTo>
                <a:lnTo>
                  <a:pt x="2280" y="258"/>
                </a:lnTo>
                <a:lnTo>
                  <a:pt x="2221" y="277"/>
                </a:lnTo>
                <a:lnTo>
                  <a:pt x="2164" y="301"/>
                </a:lnTo>
                <a:lnTo>
                  <a:pt x="2108" y="331"/>
                </a:lnTo>
                <a:lnTo>
                  <a:pt x="2055" y="364"/>
                </a:lnTo>
                <a:lnTo>
                  <a:pt x="2003" y="403"/>
                </a:lnTo>
                <a:lnTo>
                  <a:pt x="1955" y="448"/>
                </a:lnTo>
                <a:lnTo>
                  <a:pt x="378" y="1972"/>
                </a:lnTo>
                <a:lnTo>
                  <a:pt x="341" y="2013"/>
                </a:lnTo>
                <a:lnTo>
                  <a:pt x="307" y="2057"/>
                </a:lnTo>
                <a:lnTo>
                  <a:pt x="280" y="2102"/>
                </a:lnTo>
                <a:lnTo>
                  <a:pt x="258" y="2149"/>
                </a:lnTo>
                <a:lnTo>
                  <a:pt x="241" y="2199"/>
                </a:lnTo>
                <a:lnTo>
                  <a:pt x="228" y="2248"/>
                </a:lnTo>
                <a:lnTo>
                  <a:pt x="220" y="2299"/>
                </a:lnTo>
                <a:lnTo>
                  <a:pt x="218" y="2350"/>
                </a:lnTo>
                <a:lnTo>
                  <a:pt x="220" y="2402"/>
                </a:lnTo>
                <a:lnTo>
                  <a:pt x="228" y="2452"/>
                </a:lnTo>
                <a:lnTo>
                  <a:pt x="241" y="2503"/>
                </a:lnTo>
                <a:lnTo>
                  <a:pt x="258" y="2551"/>
                </a:lnTo>
                <a:lnTo>
                  <a:pt x="280" y="2599"/>
                </a:lnTo>
                <a:lnTo>
                  <a:pt x="307" y="2644"/>
                </a:lnTo>
                <a:lnTo>
                  <a:pt x="341" y="2687"/>
                </a:lnTo>
                <a:lnTo>
                  <a:pt x="378" y="2728"/>
                </a:lnTo>
                <a:lnTo>
                  <a:pt x="419" y="2765"/>
                </a:lnTo>
                <a:lnTo>
                  <a:pt x="463" y="2796"/>
                </a:lnTo>
                <a:lnTo>
                  <a:pt x="509" y="2824"/>
                </a:lnTo>
                <a:lnTo>
                  <a:pt x="558" y="2846"/>
                </a:lnTo>
                <a:lnTo>
                  <a:pt x="608" y="2863"/>
                </a:lnTo>
                <a:lnTo>
                  <a:pt x="660" y="2874"/>
                </a:lnTo>
                <a:lnTo>
                  <a:pt x="711" y="2882"/>
                </a:lnTo>
                <a:lnTo>
                  <a:pt x="763" y="2885"/>
                </a:lnTo>
                <a:lnTo>
                  <a:pt x="816" y="2882"/>
                </a:lnTo>
                <a:lnTo>
                  <a:pt x="867" y="2874"/>
                </a:lnTo>
                <a:lnTo>
                  <a:pt x="919" y="2863"/>
                </a:lnTo>
                <a:lnTo>
                  <a:pt x="968" y="2846"/>
                </a:lnTo>
                <a:lnTo>
                  <a:pt x="1018" y="2824"/>
                </a:lnTo>
                <a:lnTo>
                  <a:pt x="1064" y="2796"/>
                </a:lnTo>
                <a:lnTo>
                  <a:pt x="1108" y="2765"/>
                </a:lnTo>
                <a:lnTo>
                  <a:pt x="1149" y="2728"/>
                </a:lnTo>
                <a:lnTo>
                  <a:pt x="2741" y="1187"/>
                </a:lnTo>
                <a:lnTo>
                  <a:pt x="2768" y="1158"/>
                </a:lnTo>
                <a:lnTo>
                  <a:pt x="2791" y="1125"/>
                </a:lnTo>
                <a:lnTo>
                  <a:pt x="2809" y="1091"/>
                </a:lnTo>
                <a:lnTo>
                  <a:pt x="2823" y="1055"/>
                </a:lnTo>
                <a:lnTo>
                  <a:pt x="2831" y="1018"/>
                </a:lnTo>
                <a:lnTo>
                  <a:pt x="2837" y="980"/>
                </a:lnTo>
                <a:lnTo>
                  <a:pt x="2837" y="942"/>
                </a:lnTo>
                <a:lnTo>
                  <a:pt x="2831" y="904"/>
                </a:lnTo>
                <a:lnTo>
                  <a:pt x="2823" y="867"/>
                </a:lnTo>
                <a:lnTo>
                  <a:pt x="2809" y="832"/>
                </a:lnTo>
                <a:lnTo>
                  <a:pt x="2791" y="797"/>
                </a:lnTo>
                <a:lnTo>
                  <a:pt x="2768" y="764"/>
                </a:lnTo>
                <a:lnTo>
                  <a:pt x="2741" y="734"/>
                </a:lnTo>
                <a:lnTo>
                  <a:pt x="2710" y="707"/>
                </a:lnTo>
                <a:lnTo>
                  <a:pt x="2677" y="685"/>
                </a:lnTo>
                <a:lnTo>
                  <a:pt x="2642" y="668"/>
                </a:lnTo>
                <a:lnTo>
                  <a:pt x="2605" y="654"/>
                </a:lnTo>
                <a:lnTo>
                  <a:pt x="2567" y="645"/>
                </a:lnTo>
                <a:lnTo>
                  <a:pt x="2528" y="641"/>
                </a:lnTo>
                <a:lnTo>
                  <a:pt x="2490" y="641"/>
                </a:lnTo>
                <a:lnTo>
                  <a:pt x="2452" y="645"/>
                </a:lnTo>
                <a:lnTo>
                  <a:pt x="2415" y="654"/>
                </a:lnTo>
                <a:lnTo>
                  <a:pt x="2377" y="668"/>
                </a:lnTo>
                <a:lnTo>
                  <a:pt x="2343" y="685"/>
                </a:lnTo>
                <a:lnTo>
                  <a:pt x="2309" y="707"/>
                </a:lnTo>
                <a:lnTo>
                  <a:pt x="2278" y="734"/>
                </a:lnTo>
                <a:lnTo>
                  <a:pt x="1082" y="1906"/>
                </a:lnTo>
                <a:lnTo>
                  <a:pt x="1062" y="1922"/>
                </a:lnTo>
                <a:lnTo>
                  <a:pt x="1040" y="1931"/>
                </a:lnTo>
                <a:lnTo>
                  <a:pt x="1017" y="1937"/>
                </a:lnTo>
                <a:lnTo>
                  <a:pt x="992" y="1937"/>
                </a:lnTo>
                <a:lnTo>
                  <a:pt x="969" y="1931"/>
                </a:lnTo>
                <a:lnTo>
                  <a:pt x="947" y="1922"/>
                </a:lnTo>
                <a:lnTo>
                  <a:pt x="927" y="1906"/>
                </a:lnTo>
                <a:lnTo>
                  <a:pt x="911" y="1887"/>
                </a:lnTo>
                <a:lnTo>
                  <a:pt x="900" y="1865"/>
                </a:lnTo>
                <a:lnTo>
                  <a:pt x="896" y="1842"/>
                </a:lnTo>
                <a:lnTo>
                  <a:pt x="896" y="1819"/>
                </a:lnTo>
                <a:lnTo>
                  <a:pt x="900" y="1796"/>
                </a:lnTo>
                <a:lnTo>
                  <a:pt x="911" y="1775"/>
                </a:lnTo>
                <a:lnTo>
                  <a:pt x="927" y="1755"/>
                </a:lnTo>
                <a:lnTo>
                  <a:pt x="2123" y="583"/>
                </a:lnTo>
                <a:lnTo>
                  <a:pt x="2165" y="546"/>
                </a:lnTo>
                <a:lnTo>
                  <a:pt x="2209" y="515"/>
                </a:lnTo>
                <a:lnTo>
                  <a:pt x="2255" y="488"/>
                </a:lnTo>
                <a:lnTo>
                  <a:pt x="2304" y="465"/>
                </a:lnTo>
                <a:lnTo>
                  <a:pt x="2354" y="449"/>
                </a:lnTo>
                <a:lnTo>
                  <a:pt x="2405" y="436"/>
                </a:lnTo>
                <a:lnTo>
                  <a:pt x="2457" y="429"/>
                </a:lnTo>
                <a:lnTo>
                  <a:pt x="2509" y="427"/>
                </a:lnTo>
                <a:lnTo>
                  <a:pt x="2562" y="429"/>
                </a:lnTo>
                <a:lnTo>
                  <a:pt x="2613" y="436"/>
                </a:lnTo>
                <a:lnTo>
                  <a:pt x="2665" y="449"/>
                </a:lnTo>
                <a:lnTo>
                  <a:pt x="2714" y="465"/>
                </a:lnTo>
                <a:lnTo>
                  <a:pt x="2763" y="488"/>
                </a:lnTo>
                <a:lnTo>
                  <a:pt x="2810" y="515"/>
                </a:lnTo>
                <a:lnTo>
                  <a:pt x="2854" y="546"/>
                </a:lnTo>
                <a:lnTo>
                  <a:pt x="2895" y="583"/>
                </a:lnTo>
                <a:lnTo>
                  <a:pt x="2932" y="623"/>
                </a:lnTo>
                <a:lnTo>
                  <a:pt x="2965" y="666"/>
                </a:lnTo>
                <a:lnTo>
                  <a:pt x="2993" y="713"/>
                </a:lnTo>
                <a:lnTo>
                  <a:pt x="3015" y="760"/>
                </a:lnTo>
                <a:lnTo>
                  <a:pt x="3032" y="809"/>
                </a:lnTo>
                <a:lnTo>
                  <a:pt x="3045" y="859"/>
                </a:lnTo>
                <a:lnTo>
                  <a:pt x="3053" y="910"/>
                </a:lnTo>
                <a:lnTo>
                  <a:pt x="3055" y="961"/>
                </a:lnTo>
                <a:lnTo>
                  <a:pt x="3053" y="1012"/>
                </a:lnTo>
                <a:lnTo>
                  <a:pt x="3045" y="1063"/>
                </a:lnTo>
                <a:lnTo>
                  <a:pt x="3032" y="1113"/>
                </a:lnTo>
                <a:lnTo>
                  <a:pt x="3015" y="1162"/>
                </a:lnTo>
                <a:lnTo>
                  <a:pt x="2993" y="1209"/>
                </a:lnTo>
                <a:lnTo>
                  <a:pt x="2965" y="1255"/>
                </a:lnTo>
                <a:lnTo>
                  <a:pt x="2932" y="1298"/>
                </a:lnTo>
                <a:lnTo>
                  <a:pt x="2895" y="1339"/>
                </a:lnTo>
                <a:lnTo>
                  <a:pt x="1303" y="2879"/>
                </a:lnTo>
                <a:lnTo>
                  <a:pt x="1255" y="2923"/>
                </a:lnTo>
                <a:lnTo>
                  <a:pt x="1203" y="2962"/>
                </a:lnTo>
                <a:lnTo>
                  <a:pt x="1150" y="2995"/>
                </a:lnTo>
                <a:lnTo>
                  <a:pt x="1094" y="3025"/>
                </a:lnTo>
                <a:lnTo>
                  <a:pt x="1036" y="3049"/>
                </a:lnTo>
                <a:lnTo>
                  <a:pt x="977" y="3068"/>
                </a:lnTo>
                <a:lnTo>
                  <a:pt x="917" y="3083"/>
                </a:lnTo>
                <a:lnTo>
                  <a:pt x="855" y="3092"/>
                </a:lnTo>
                <a:lnTo>
                  <a:pt x="794" y="3097"/>
                </a:lnTo>
                <a:lnTo>
                  <a:pt x="733" y="3097"/>
                </a:lnTo>
                <a:lnTo>
                  <a:pt x="671" y="3092"/>
                </a:lnTo>
                <a:lnTo>
                  <a:pt x="609" y="3083"/>
                </a:lnTo>
                <a:lnTo>
                  <a:pt x="549" y="3068"/>
                </a:lnTo>
                <a:lnTo>
                  <a:pt x="490" y="3049"/>
                </a:lnTo>
                <a:lnTo>
                  <a:pt x="433" y="3025"/>
                </a:lnTo>
                <a:lnTo>
                  <a:pt x="377" y="2995"/>
                </a:lnTo>
                <a:lnTo>
                  <a:pt x="323" y="2962"/>
                </a:lnTo>
                <a:lnTo>
                  <a:pt x="272" y="2923"/>
                </a:lnTo>
                <a:lnTo>
                  <a:pt x="224" y="2879"/>
                </a:lnTo>
                <a:lnTo>
                  <a:pt x="178" y="2832"/>
                </a:lnTo>
                <a:lnTo>
                  <a:pt x="139" y="2782"/>
                </a:lnTo>
                <a:lnTo>
                  <a:pt x="104" y="2729"/>
                </a:lnTo>
                <a:lnTo>
                  <a:pt x="75" y="2674"/>
                </a:lnTo>
                <a:lnTo>
                  <a:pt x="51" y="2617"/>
                </a:lnTo>
                <a:lnTo>
                  <a:pt x="30" y="2560"/>
                </a:lnTo>
                <a:lnTo>
                  <a:pt x="15" y="2501"/>
                </a:lnTo>
                <a:lnTo>
                  <a:pt x="5" y="2441"/>
                </a:lnTo>
                <a:lnTo>
                  <a:pt x="0" y="2381"/>
                </a:lnTo>
                <a:lnTo>
                  <a:pt x="0" y="2321"/>
                </a:lnTo>
                <a:lnTo>
                  <a:pt x="5" y="2260"/>
                </a:lnTo>
                <a:lnTo>
                  <a:pt x="15" y="2200"/>
                </a:lnTo>
                <a:lnTo>
                  <a:pt x="30" y="2141"/>
                </a:lnTo>
                <a:lnTo>
                  <a:pt x="51" y="2083"/>
                </a:lnTo>
                <a:lnTo>
                  <a:pt x="75" y="2027"/>
                </a:lnTo>
                <a:lnTo>
                  <a:pt x="104" y="1972"/>
                </a:lnTo>
                <a:lnTo>
                  <a:pt x="139" y="1920"/>
                </a:lnTo>
                <a:lnTo>
                  <a:pt x="178" y="1869"/>
                </a:lnTo>
                <a:lnTo>
                  <a:pt x="224" y="1822"/>
                </a:lnTo>
                <a:lnTo>
                  <a:pt x="1815" y="281"/>
                </a:lnTo>
                <a:lnTo>
                  <a:pt x="1872" y="230"/>
                </a:lnTo>
                <a:lnTo>
                  <a:pt x="1931" y="183"/>
                </a:lnTo>
                <a:lnTo>
                  <a:pt x="1992" y="143"/>
                </a:lnTo>
                <a:lnTo>
                  <a:pt x="2057" y="108"/>
                </a:lnTo>
                <a:lnTo>
                  <a:pt x="2123" y="76"/>
                </a:lnTo>
                <a:lnTo>
                  <a:pt x="2191" y="51"/>
                </a:lnTo>
                <a:lnTo>
                  <a:pt x="2261" y="31"/>
                </a:lnTo>
                <a:lnTo>
                  <a:pt x="2331" y="15"/>
                </a:lnTo>
                <a:lnTo>
                  <a:pt x="2402" y="5"/>
                </a:lnTo>
                <a:lnTo>
                  <a:pt x="2474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lvl="0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27" name="그룹 26"/>
          <p:cNvGrpSpPr/>
          <p:nvPr/>
        </p:nvGrpSpPr>
        <p:grpSpPr>
          <a:xfrm>
            <a:off x="393568" y="656552"/>
            <a:ext cx="323769" cy="323769"/>
            <a:chOff x="1593332" y="2172798"/>
            <a:chExt cx="1083168" cy="1083168"/>
          </a:xfrm>
        </p:grpSpPr>
        <p:sp>
          <p:nvSpPr>
            <p:cNvPr id="28" name="타원 27"/>
            <p:cNvSpPr/>
            <p:nvPr/>
          </p:nvSpPr>
          <p:spPr>
            <a:xfrm>
              <a:off x="1593332" y="2172798"/>
              <a:ext cx="1083168" cy="1083168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b="1">
                <a:solidFill>
                  <a:prstClr val="white"/>
                </a:solidFill>
              </a:endParaRPr>
            </a:p>
          </p:txBody>
        </p:sp>
        <p:pic>
          <p:nvPicPr>
            <p:cNvPr id="29" name="그림 28"/>
            <p:cNvPicPr>
              <a:picLocks noChangeAspect="1"/>
            </p:cNvPicPr>
            <p:nvPr/>
          </p:nvPicPr>
          <p:blipFill rotWithShape="1">
            <a:blip r:embed="rId2"/>
            <a:stretch>
              <a:fillRect/>
            </a:stretch>
          </p:blipFill>
          <p:spPr>
            <a:xfrm>
              <a:off x="1741655" y="2321121"/>
              <a:ext cx="786521" cy="786521"/>
            </a:xfrm>
            <a:prstGeom prst="rect">
              <a:avLst/>
            </a:prstGeom>
          </p:spPr>
        </p:pic>
      </p:grpSp>
      <p:sp>
        <p:nvSpPr>
          <p:cNvPr id="32" name="모서리가 둥근 직사각형 31"/>
          <p:cNvSpPr/>
          <p:nvPr/>
        </p:nvSpPr>
        <p:spPr>
          <a:xfrm>
            <a:off x="350136" y="1719059"/>
            <a:ext cx="396000" cy="396000"/>
          </a:xfrm>
          <a:prstGeom prst="roundRect">
            <a:avLst>
              <a:gd name="adj" fmla="val 16667"/>
            </a:avLst>
          </a:prstGeom>
          <a:solidFill>
            <a:srgbClr val="00D6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" anchor="ctr"/>
          <a:lstStyle/>
          <a:p>
            <a:pPr lvl="0">
              <a:defRPr/>
            </a:pPr>
            <a:endParaRPr lang="en-US" altLang="ko-KR" sz="1050">
              <a:solidFill>
                <a:prstClr val="white"/>
              </a:solidFill>
            </a:endParaRPr>
          </a:p>
        </p:txBody>
      </p:sp>
      <p:grpSp>
        <p:nvGrpSpPr>
          <p:cNvPr id="20" name="Group 12"/>
          <p:cNvGrpSpPr>
            <a:grpSpLocks noChangeAspect="1"/>
          </p:cNvGrpSpPr>
          <p:nvPr/>
        </p:nvGrpSpPr>
        <p:grpSpPr>
          <a:xfrm>
            <a:off x="433464" y="1832474"/>
            <a:ext cx="229344" cy="182438"/>
            <a:chOff x="6124" y="305"/>
            <a:chExt cx="841" cy="669"/>
          </a:xfrm>
          <a:solidFill>
            <a:schemeClr val="bg1"/>
          </a:solidFill>
        </p:grpSpPr>
        <p:sp>
          <p:nvSpPr>
            <p:cNvPr id="21" name="Freeform 13"/>
            <p:cNvSpPr/>
            <p:nvPr/>
          </p:nvSpPr>
          <p:spPr>
            <a:xfrm>
              <a:off x="6244" y="440"/>
              <a:ext cx="601" cy="534"/>
            </a:xfrm>
            <a:custGeom>
              <a:avLst/>
              <a:gdLst>
                <a:gd name="T0" fmla="*/ 902 w 1802"/>
                <a:gd name="T1" fmla="*/ 0 h 1602"/>
                <a:gd name="T2" fmla="*/ 2 w 1802"/>
                <a:gd name="T3" fmla="*/ 742 h 1602"/>
                <a:gd name="T4" fmla="*/ 2 w 1802"/>
                <a:gd name="T5" fmla="*/ 743 h 1602"/>
                <a:gd name="T6" fmla="*/ 2 w 1802"/>
                <a:gd name="T7" fmla="*/ 746 h 1602"/>
                <a:gd name="T8" fmla="*/ 0 w 1802"/>
                <a:gd name="T9" fmla="*/ 749 h 1602"/>
                <a:gd name="T10" fmla="*/ 0 w 1802"/>
                <a:gd name="T11" fmla="*/ 751 h 1602"/>
                <a:gd name="T12" fmla="*/ 0 w 1802"/>
                <a:gd name="T13" fmla="*/ 1501 h 1602"/>
                <a:gd name="T14" fmla="*/ 2 w 1802"/>
                <a:gd name="T15" fmla="*/ 1521 h 1602"/>
                <a:gd name="T16" fmla="*/ 16 w 1802"/>
                <a:gd name="T17" fmla="*/ 1557 h 1602"/>
                <a:gd name="T18" fmla="*/ 30 w 1802"/>
                <a:gd name="T19" fmla="*/ 1572 h 1602"/>
                <a:gd name="T20" fmla="*/ 45 w 1802"/>
                <a:gd name="T21" fmla="*/ 1586 h 1602"/>
                <a:gd name="T22" fmla="*/ 81 w 1802"/>
                <a:gd name="T23" fmla="*/ 1601 h 1602"/>
                <a:gd name="T24" fmla="*/ 100 w 1802"/>
                <a:gd name="T25" fmla="*/ 1602 h 1602"/>
                <a:gd name="T26" fmla="*/ 702 w 1802"/>
                <a:gd name="T27" fmla="*/ 1602 h 1602"/>
                <a:gd name="T28" fmla="*/ 702 w 1802"/>
                <a:gd name="T29" fmla="*/ 1001 h 1602"/>
                <a:gd name="T30" fmla="*/ 1102 w 1802"/>
                <a:gd name="T31" fmla="*/ 1001 h 1602"/>
                <a:gd name="T32" fmla="*/ 1102 w 1802"/>
                <a:gd name="T33" fmla="*/ 1602 h 1602"/>
                <a:gd name="T34" fmla="*/ 1703 w 1802"/>
                <a:gd name="T35" fmla="*/ 1602 h 1602"/>
                <a:gd name="T36" fmla="*/ 1723 w 1802"/>
                <a:gd name="T37" fmla="*/ 1601 h 1602"/>
                <a:gd name="T38" fmla="*/ 1758 w 1802"/>
                <a:gd name="T39" fmla="*/ 1586 h 1602"/>
                <a:gd name="T40" fmla="*/ 1773 w 1802"/>
                <a:gd name="T41" fmla="*/ 1572 h 1602"/>
                <a:gd name="T42" fmla="*/ 1786 w 1802"/>
                <a:gd name="T43" fmla="*/ 1557 h 1602"/>
                <a:gd name="T44" fmla="*/ 1802 w 1802"/>
                <a:gd name="T45" fmla="*/ 1521 h 1602"/>
                <a:gd name="T46" fmla="*/ 1802 w 1802"/>
                <a:gd name="T47" fmla="*/ 1501 h 1602"/>
                <a:gd name="T48" fmla="*/ 1802 w 1802"/>
                <a:gd name="T49" fmla="*/ 751 h 1602"/>
                <a:gd name="T50" fmla="*/ 1802 w 1802"/>
                <a:gd name="T51" fmla="*/ 745 h 1602"/>
                <a:gd name="T52" fmla="*/ 1801 w 1802"/>
                <a:gd name="T53" fmla="*/ 742 h 1602"/>
                <a:gd name="T54" fmla="*/ 902 w 1802"/>
                <a:gd name="T55" fmla="*/ 0 h 1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802" h="1602">
                  <a:moveTo>
                    <a:pt x="902" y="0"/>
                  </a:moveTo>
                  <a:lnTo>
                    <a:pt x="2" y="742"/>
                  </a:lnTo>
                  <a:lnTo>
                    <a:pt x="2" y="743"/>
                  </a:lnTo>
                  <a:lnTo>
                    <a:pt x="2" y="746"/>
                  </a:lnTo>
                  <a:lnTo>
                    <a:pt x="0" y="749"/>
                  </a:lnTo>
                  <a:lnTo>
                    <a:pt x="0" y="751"/>
                  </a:lnTo>
                  <a:lnTo>
                    <a:pt x="0" y="1501"/>
                  </a:lnTo>
                  <a:lnTo>
                    <a:pt x="2" y="1521"/>
                  </a:lnTo>
                  <a:lnTo>
                    <a:pt x="16" y="1557"/>
                  </a:lnTo>
                  <a:lnTo>
                    <a:pt x="30" y="1572"/>
                  </a:lnTo>
                  <a:lnTo>
                    <a:pt x="45" y="1586"/>
                  </a:lnTo>
                  <a:lnTo>
                    <a:pt x="81" y="1601"/>
                  </a:lnTo>
                  <a:lnTo>
                    <a:pt x="100" y="1602"/>
                  </a:lnTo>
                  <a:lnTo>
                    <a:pt x="702" y="1602"/>
                  </a:lnTo>
                  <a:lnTo>
                    <a:pt x="702" y="1001"/>
                  </a:lnTo>
                  <a:lnTo>
                    <a:pt x="1102" y="1001"/>
                  </a:lnTo>
                  <a:lnTo>
                    <a:pt x="1102" y="1602"/>
                  </a:lnTo>
                  <a:lnTo>
                    <a:pt x="1703" y="1602"/>
                  </a:lnTo>
                  <a:lnTo>
                    <a:pt x="1723" y="1601"/>
                  </a:lnTo>
                  <a:lnTo>
                    <a:pt x="1758" y="1586"/>
                  </a:lnTo>
                  <a:lnTo>
                    <a:pt x="1773" y="1572"/>
                  </a:lnTo>
                  <a:lnTo>
                    <a:pt x="1786" y="1557"/>
                  </a:lnTo>
                  <a:lnTo>
                    <a:pt x="1802" y="1521"/>
                  </a:lnTo>
                  <a:lnTo>
                    <a:pt x="1802" y="1501"/>
                  </a:lnTo>
                  <a:lnTo>
                    <a:pt x="1802" y="751"/>
                  </a:lnTo>
                  <a:lnTo>
                    <a:pt x="1802" y="745"/>
                  </a:lnTo>
                  <a:lnTo>
                    <a:pt x="1801" y="742"/>
                  </a:lnTo>
                  <a:lnTo>
                    <a:pt x="90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anchor="t" anchorCtr="0">
              <a:prstTxWarp prst="textNoShape">
                <a:avLst/>
              </a:prstTxWarp>
            </a:bodyPr>
            <a:lstStyle/>
            <a:p>
              <a:pPr lvl="0"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22" name="Freeform 14"/>
            <p:cNvSpPr/>
            <p:nvPr/>
          </p:nvSpPr>
          <p:spPr>
            <a:xfrm>
              <a:off x="6124" y="305"/>
              <a:ext cx="841" cy="394"/>
            </a:xfrm>
            <a:custGeom>
              <a:avLst/>
              <a:gdLst>
                <a:gd name="T0" fmla="*/ 2505 w 2522"/>
                <a:gd name="T1" fmla="*/ 978 h 1181"/>
                <a:gd name="T2" fmla="*/ 2162 w 2522"/>
                <a:gd name="T3" fmla="*/ 694 h 1181"/>
                <a:gd name="T4" fmla="*/ 2162 w 2522"/>
                <a:gd name="T5" fmla="*/ 54 h 1181"/>
                <a:gd name="T6" fmla="*/ 2162 w 2522"/>
                <a:gd name="T7" fmla="*/ 44 h 1181"/>
                <a:gd name="T8" fmla="*/ 2155 w 2522"/>
                <a:gd name="T9" fmla="*/ 26 h 1181"/>
                <a:gd name="T10" fmla="*/ 2149 w 2522"/>
                <a:gd name="T11" fmla="*/ 18 h 1181"/>
                <a:gd name="T12" fmla="*/ 2141 w 2522"/>
                <a:gd name="T13" fmla="*/ 13 h 1181"/>
                <a:gd name="T14" fmla="*/ 2123 w 2522"/>
                <a:gd name="T15" fmla="*/ 5 h 1181"/>
                <a:gd name="T16" fmla="*/ 2113 w 2522"/>
                <a:gd name="T17" fmla="*/ 5 h 1181"/>
                <a:gd name="T18" fmla="*/ 1812 w 2522"/>
                <a:gd name="T19" fmla="*/ 5 h 1181"/>
                <a:gd name="T20" fmla="*/ 1802 w 2522"/>
                <a:gd name="T21" fmla="*/ 5 h 1181"/>
                <a:gd name="T22" fmla="*/ 1783 w 2522"/>
                <a:gd name="T23" fmla="*/ 13 h 1181"/>
                <a:gd name="T24" fmla="*/ 1776 w 2522"/>
                <a:gd name="T25" fmla="*/ 18 h 1181"/>
                <a:gd name="T26" fmla="*/ 1770 w 2522"/>
                <a:gd name="T27" fmla="*/ 26 h 1181"/>
                <a:gd name="T28" fmla="*/ 1763 w 2522"/>
                <a:gd name="T29" fmla="*/ 44 h 1181"/>
                <a:gd name="T30" fmla="*/ 1762 w 2522"/>
                <a:gd name="T31" fmla="*/ 54 h 1181"/>
                <a:gd name="T32" fmla="*/ 1762 w 2522"/>
                <a:gd name="T33" fmla="*/ 360 h 1181"/>
                <a:gd name="T34" fmla="*/ 1380 w 2522"/>
                <a:gd name="T35" fmla="*/ 41 h 1181"/>
                <a:gd name="T36" fmla="*/ 1354 w 2522"/>
                <a:gd name="T37" fmla="*/ 23 h 1181"/>
                <a:gd name="T38" fmla="*/ 1295 w 2522"/>
                <a:gd name="T39" fmla="*/ 1 h 1181"/>
                <a:gd name="T40" fmla="*/ 1262 w 2522"/>
                <a:gd name="T41" fmla="*/ 0 h 1181"/>
                <a:gd name="T42" fmla="*/ 1227 w 2522"/>
                <a:gd name="T43" fmla="*/ 1 h 1181"/>
                <a:gd name="T44" fmla="*/ 1168 w 2522"/>
                <a:gd name="T45" fmla="*/ 23 h 1181"/>
                <a:gd name="T46" fmla="*/ 1142 w 2522"/>
                <a:gd name="T47" fmla="*/ 41 h 1181"/>
                <a:gd name="T48" fmla="*/ 17 w 2522"/>
                <a:gd name="T49" fmla="*/ 978 h 1181"/>
                <a:gd name="T50" fmla="*/ 10 w 2522"/>
                <a:gd name="T51" fmla="*/ 985 h 1181"/>
                <a:gd name="T52" fmla="*/ 1 w 2522"/>
                <a:gd name="T53" fmla="*/ 1001 h 1181"/>
                <a:gd name="T54" fmla="*/ 0 w 2522"/>
                <a:gd name="T55" fmla="*/ 1012 h 1181"/>
                <a:gd name="T56" fmla="*/ 0 w 2522"/>
                <a:gd name="T57" fmla="*/ 1023 h 1181"/>
                <a:gd name="T58" fmla="*/ 6 w 2522"/>
                <a:gd name="T59" fmla="*/ 1040 h 1181"/>
                <a:gd name="T60" fmla="*/ 12 w 2522"/>
                <a:gd name="T61" fmla="*/ 1048 h 1181"/>
                <a:gd name="T62" fmla="*/ 108 w 2522"/>
                <a:gd name="T63" fmla="*/ 1164 h 1181"/>
                <a:gd name="T64" fmla="*/ 122 w 2522"/>
                <a:gd name="T65" fmla="*/ 1177 h 1181"/>
                <a:gd name="T66" fmla="*/ 141 w 2522"/>
                <a:gd name="T67" fmla="*/ 1181 h 1181"/>
                <a:gd name="T68" fmla="*/ 160 w 2522"/>
                <a:gd name="T69" fmla="*/ 1181 h 1181"/>
                <a:gd name="T70" fmla="*/ 179 w 2522"/>
                <a:gd name="T71" fmla="*/ 1171 h 1181"/>
                <a:gd name="T72" fmla="*/ 1262 w 2522"/>
                <a:gd name="T73" fmla="*/ 268 h 1181"/>
                <a:gd name="T74" fmla="*/ 2344 w 2522"/>
                <a:gd name="T75" fmla="*/ 1171 h 1181"/>
                <a:gd name="T76" fmla="*/ 2358 w 2522"/>
                <a:gd name="T77" fmla="*/ 1180 h 1181"/>
                <a:gd name="T78" fmla="*/ 2377 w 2522"/>
                <a:gd name="T79" fmla="*/ 1181 h 1181"/>
                <a:gd name="T80" fmla="*/ 2383 w 2522"/>
                <a:gd name="T81" fmla="*/ 1181 h 1181"/>
                <a:gd name="T82" fmla="*/ 2401 w 2522"/>
                <a:gd name="T83" fmla="*/ 1177 h 1181"/>
                <a:gd name="T84" fmla="*/ 2414 w 2522"/>
                <a:gd name="T85" fmla="*/ 1164 h 1181"/>
                <a:gd name="T86" fmla="*/ 2512 w 2522"/>
                <a:gd name="T87" fmla="*/ 1048 h 1181"/>
                <a:gd name="T88" fmla="*/ 2518 w 2522"/>
                <a:gd name="T89" fmla="*/ 1040 h 1181"/>
                <a:gd name="T90" fmla="*/ 2522 w 2522"/>
                <a:gd name="T91" fmla="*/ 1023 h 1181"/>
                <a:gd name="T92" fmla="*/ 2522 w 2522"/>
                <a:gd name="T93" fmla="*/ 1012 h 1181"/>
                <a:gd name="T94" fmla="*/ 2521 w 2522"/>
                <a:gd name="T95" fmla="*/ 1001 h 1181"/>
                <a:gd name="T96" fmla="*/ 2512 w 2522"/>
                <a:gd name="T97" fmla="*/ 985 h 1181"/>
                <a:gd name="T98" fmla="*/ 2505 w 2522"/>
                <a:gd name="T99" fmla="*/ 978 h 1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22" h="1181">
                  <a:moveTo>
                    <a:pt x="2505" y="978"/>
                  </a:moveTo>
                  <a:lnTo>
                    <a:pt x="2162" y="694"/>
                  </a:lnTo>
                  <a:lnTo>
                    <a:pt x="2162" y="54"/>
                  </a:lnTo>
                  <a:lnTo>
                    <a:pt x="2162" y="44"/>
                  </a:lnTo>
                  <a:lnTo>
                    <a:pt x="2155" y="26"/>
                  </a:lnTo>
                  <a:lnTo>
                    <a:pt x="2149" y="18"/>
                  </a:lnTo>
                  <a:lnTo>
                    <a:pt x="2141" y="13"/>
                  </a:lnTo>
                  <a:lnTo>
                    <a:pt x="2123" y="5"/>
                  </a:lnTo>
                  <a:lnTo>
                    <a:pt x="2113" y="5"/>
                  </a:lnTo>
                  <a:lnTo>
                    <a:pt x="1812" y="5"/>
                  </a:lnTo>
                  <a:lnTo>
                    <a:pt x="1802" y="5"/>
                  </a:lnTo>
                  <a:lnTo>
                    <a:pt x="1783" y="13"/>
                  </a:lnTo>
                  <a:lnTo>
                    <a:pt x="1776" y="18"/>
                  </a:lnTo>
                  <a:lnTo>
                    <a:pt x="1770" y="26"/>
                  </a:lnTo>
                  <a:lnTo>
                    <a:pt x="1763" y="44"/>
                  </a:lnTo>
                  <a:lnTo>
                    <a:pt x="1762" y="54"/>
                  </a:lnTo>
                  <a:lnTo>
                    <a:pt x="1762" y="360"/>
                  </a:lnTo>
                  <a:lnTo>
                    <a:pt x="1380" y="41"/>
                  </a:lnTo>
                  <a:lnTo>
                    <a:pt x="1354" y="23"/>
                  </a:lnTo>
                  <a:lnTo>
                    <a:pt x="1295" y="1"/>
                  </a:lnTo>
                  <a:lnTo>
                    <a:pt x="1262" y="0"/>
                  </a:lnTo>
                  <a:lnTo>
                    <a:pt x="1227" y="1"/>
                  </a:lnTo>
                  <a:lnTo>
                    <a:pt x="1168" y="23"/>
                  </a:lnTo>
                  <a:lnTo>
                    <a:pt x="1142" y="41"/>
                  </a:lnTo>
                  <a:lnTo>
                    <a:pt x="17" y="978"/>
                  </a:lnTo>
                  <a:lnTo>
                    <a:pt x="10" y="985"/>
                  </a:lnTo>
                  <a:lnTo>
                    <a:pt x="1" y="1001"/>
                  </a:lnTo>
                  <a:lnTo>
                    <a:pt x="0" y="1012"/>
                  </a:lnTo>
                  <a:lnTo>
                    <a:pt x="0" y="1023"/>
                  </a:lnTo>
                  <a:lnTo>
                    <a:pt x="6" y="1040"/>
                  </a:lnTo>
                  <a:lnTo>
                    <a:pt x="12" y="1048"/>
                  </a:lnTo>
                  <a:lnTo>
                    <a:pt x="108" y="1164"/>
                  </a:lnTo>
                  <a:lnTo>
                    <a:pt x="122" y="1177"/>
                  </a:lnTo>
                  <a:lnTo>
                    <a:pt x="141" y="1181"/>
                  </a:lnTo>
                  <a:lnTo>
                    <a:pt x="160" y="1181"/>
                  </a:lnTo>
                  <a:lnTo>
                    <a:pt x="179" y="1171"/>
                  </a:lnTo>
                  <a:lnTo>
                    <a:pt x="1262" y="268"/>
                  </a:lnTo>
                  <a:lnTo>
                    <a:pt x="2344" y="1171"/>
                  </a:lnTo>
                  <a:lnTo>
                    <a:pt x="2358" y="1180"/>
                  </a:lnTo>
                  <a:lnTo>
                    <a:pt x="2377" y="1181"/>
                  </a:lnTo>
                  <a:lnTo>
                    <a:pt x="2383" y="1181"/>
                  </a:lnTo>
                  <a:lnTo>
                    <a:pt x="2401" y="1177"/>
                  </a:lnTo>
                  <a:lnTo>
                    <a:pt x="2414" y="1164"/>
                  </a:lnTo>
                  <a:lnTo>
                    <a:pt x="2512" y="1048"/>
                  </a:lnTo>
                  <a:lnTo>
                    <a:pt x="2518" y="1040"/>
                  </a:lnTo>
                  <a:lnTo>
                    <a:pt x="2522" y="1023"/>
                  </a:lnTo>
                  <a:lnTo>
                    <a:pt x="2522" y="1012"/>
                  </a:lnTo>
                  <a:lnTo>
                    <a:pt x="2521" y="1001"/>
                  </a:lnTo>
                  <a:lnTo>
                    <a:pt x="2512" y="985"/>
                  </a:lnTo>
                  <a:lnTo>
                    <a:pt x="2505" y="97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anchor="t" anchorCtr="0">
              <a:prstTxWarp prst="textNoShape">
                <a:avLst/>
              </a:prstTxWarp>
            </a:bodyPr>
            <a:lstStyle/>
            <a:p>
              <a:pPr lvl="0"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35" name="타원 34"/>
          <p:cNvSpPr/>
          <p:nvPr/>
        </p:nvSpPr>
        <p:spPr>
          <a:xfrm>
            <a:off x="578088" y="2370814"/>
            <a:ext cx="177525" cy="17752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anchor="ctr"/>
          <a:lstStyle/>
          <a:p>
            <a:pPr algn="ctr">
              <a:defRPr/>
            </a:pPr>
            <a:r>
              <a:rPr lang="en-US" altLang="ko-KR" sz="1000">
                <a:solidFill>
                  <a:prstClr val="white"/>
                </a:solidFill>
              </a:rPr>
              <a:t>2</a:t>
            </a:r>
          </a:p>
        </p:txBody>
      </p:sp>
      <p:sp>
        <p:nvSpPr>
          <p:cNvPr id="38" name="직사각형 37"/>
          <p:cNvSpPr/>
          <p:nvPr/>
        </p:nvSpPr>
        <p:spPr>
          <a:xfrm>
            <a:off x="1420813" y="537998"/>
            <a:ext cx="6096000" cy="907896"/>
          </a:xfrm>
          <a:prstGeom prst="rect">
            <a:avLst/>
          </a:prstGeom>
        </p:spPr>
        <p:txBody>
          <a:bodyPr>
            <a:spAutoFit/>
          </a:bodyPr>
          <a:lstStyle/>
          <a:p>
            <a:pPr latinLnBrk="0">
              <a:lnSpc>
                <a:spcPct val="150000"/>
              </a:lnSpc>
              <a:defRPr/>
            </a:pPr>
            <a:r>
              <a:rPr lang="en-US" altLang="ko-KR" sz="2600" b="1" i="1" kern="0">
                <a:solidFill>
                  <a:prstClr val="black">
                    <a:lumMod val="65000"/>
                    <a:lumOff val="35000"/>
                  </a:prstClr>
                </a:solidFill>
              </a:rPr>
              <a:t>OUTLINE</a:t>
            </a:r>
            <a:endParaRPr lang="ko-KR" altLang="en-US" sz="2600" b="1" i="1" kern="0">
              <a:solidFill>
                <a:prstClr val="black">
                  <a:lumMod val="65000"/>
                  <a:lumOff val="35000"/>
                </a:prstClr>
              </a:solidFill>
            </a:endParaRPr>
          </a:p>
          <a:p>
            <a:pPr latinLnBrk="0">
              <a:lnSpc>
                <a:spcPct val="150000"/>
              </a:lnSpc>
              <a:defRPr/>
            </a:pPr>
            <a:r>
              <a:rPr lang="en-US" altLang="ko-KR" sz="1000" b="1" kern="0">
                <a:solidFill>
                  <a:schemeClr val="accent6"/>
                </a:solidFill>
              </a:rPr>
              <a:t>BACKGROUND</a:t>
            </a:r>
            <a:r>
              <a:rPr lang="en-US" altLang="ko-KR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&gt;PURPOSE&gt;EXPECT&gt;TEAM</a:t>
            </a:r>
          </a:p>
        </p:txBody>
      </p:sp>
      <p:sp>
        <p:nvSpPr>
          <p:cNvPr id="40" name="모서리가 둥근 직사각형 39"/>
          <p:cNvSpPr/>
          <p:nvPr/>
        </p:nvSpPr>
        <p:spPr>
          <a:xfrm>
            <a:off x="1514699" y="1646917"/>
            <a:ext cx="9864501" cy="4279543"/>
          </a:xfrm>
          <a:prstGeom prst="roundRect">
            <a:avLst>
              <a:gd name="adj" fmla="val 3424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" anchor="ctr"/>
          <a:lstStyle/>
          <a:p>
            <a:pPr lvl="0">
              <a:defRPr/>
            </a:pPr>
            <a:endParaRPr lang="en-US" altLang="ko-KR" sz="1050">
              <a:solidFill>
                <a:srgbClr val="264259"/>
              </a:solidFill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1674487" y="1837813"/>
            <a:ext cx="9783451" cy="29286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sz="1600" b="1">
                <a:solidFill>
                  <a:srgbClr val="00D65E"/>
                </a:solidFill>
              </a:rPr>
              <a:t>BACKGROUND</a:t>
            </a:r>
            <a:endParaRPr lang="ko-KR" altLang="en-US" sz="1600" b="1">
              <a:solidFill>
                <a:srgbClr val="00D65E"/>
              </a:solidFill>
            </a:endParaRPr>
          </a:p>
          <a:p>
            <a:pPr marL="381000" marR="19050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altLang="ko-KR" sz="1300"/>
          </a:p>
          <a:p>
            <a:pPr marL="381000" marR="19050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300"/>
              <a:t>Sometimes you may have found effective study methods. </a:t>
            </a:r>
          </a:p>
          <a:p>
            <a:pPr marL="381000" marR="19050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300"/>
              <a:t>But their methods of learning vary, so their methods are not necessarily effective. </a:t>
            </a:r>
          </a:p>
          <a:p>
            <a:pPr marL="381000" marR="19050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300"/>
              <a:t>Therefore, the goal of project is to find the right learning method according to the formalized type. </a:t>
            </a:r>
          </a:p>
          <a:p>
            <a:pPr marL="381000" marR="19050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altLang="ko-KR" sz="1300"/>
          </a:p>
          <a:p>
            <a:pPr marL="381000" marR="19050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300"/>
              <a:t>This project will help those who are willing to learn by helping them to find a learning method </a:t>
            </a:r>
          </a:p>
          <a:p>
            <a:pPr marL="381000" marR="19050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300"/>
              <a:t>that is suitable for them and making learning more efficient and motivating them to learn.</a:t>
            </a:r>
          </a:p>
        </p:txBody>
      </p:sp>
      <p:sp>
        <p:nvSpPr>
          <p:cNvPr id="51" name="타원 50"/>
          <p:cNvSpPr/>
          <p:nvPr/>
        </p:nvSpPr>
        <p:spPr>
          <a:xfrm>
            <a:off x="555404" y="4304681"/>
            <a:ext cx="177525" cy="17752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anchor="ctr"/>
          <a:lstStyle/>
          <a:p>
            <a:pPr algn="ctr">
              <a:defRPr/>
            </a:pPr>
            <a:r>
              <a:rPr lang="en-US" altLang="ko-KR" sz="600">
                <a:solidFill>
                  <a:prstClr val="white"/>
                </a:solidFill>
              </a:rPr>
              <a:t>off</a:t>
            </a:r>
            <a:endParaRPr lang="ko-KR" altLang="en-US" sz="600">
              <a:solidFill>
                <a:prstClr val="white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한쪽 모서리가 둥근 사각형 35"/>
          <p:cNvSpPr/>
          <p:nvPr/>
        </p:nvSpPr>
        <p:spPr>
          <a:xfrm>
            <a:off x="0" y="0"/>
            <a:ext cx="3848100" cy="5549900"/>
          </a:xfrm>
          <a:prstGeom prst="round1Rect">
            <a:avLst>
              <a:gd name="adj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5" name="모서리가 둥근 직사각형 4"/>
          <p:cNvSpPr/>
          <p:nvPr/>
        </p:nvSpPr>
        <p:spPr>
          <a:xfrm>
            <a:off x="236537" y="304800"/>
            <a:ext cx="11669713" cy="6265862"/>
          </a:xfrm>
          <a:prstGeom prst="roundRect">
            <a:avLst>
              <a:gd name="adj" fmla="val 4810"/>
            </a:avLst>
          </a:prstGeom>
          <a:solidFill>
            <a:srgbClr val="264259"/>
          </a:solidFill>
          <a:ln w="63500">
            <a:solidFill>
              <a:schemeClr val="tx2">
                <a:lumMod val="50000"/>
              </a:schemeClr>
            </a:solidFill>
          </a:ln>
          <a:effectLst>
            <a:outerShdw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6" name="양쪽 모서리가 둥근 사각형 5"/>
          <p:cNvSpPr/>
          <p:nvPr/>
        </p:nvSpPr>
        <p:spPr>
          <a:xfrm rot="5400000">
            <a:off x="3271463" y="-2062957"/>
            <a:ext cx="6192000" cy="11001376"/>
          </a:xfrm>
          <a:prstGeom prst="round2SameRect">
            <a:avLst>
              <a:gd name="adj1" fmla="val 4506"/>
              <a:gd name="adj2" fmla="val 0"/>
            </a:avLst>
          </a:prstGeom>
          <a:solidFill>
            <a:schemeClr val="bg1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5" name="자유형 14"/>
          <p:cNvSpPr/>
          <p:nvPr/>
        </p:nvSpPr>
        <p:spPr>
          <a:xfrm>
            <a:off x="1574800" y="1863725"/>
            <a:ext cx="73025" cy="85725"/>
          </a:xfrm>
          <a:custGeom>
            <a:avLst/>
            <a:gdLst>
              <a:gd name="connsiteX0" fmla="*/ 0 w 73025"/>
              <a:gd name="connsiteY0" fmla="*/ 31750 h 85725"/>
              <a:gd name="connsiteX1" fmla="*/ 31750 w 73025"/>
              <a:gd name="connsiteY1" fmla="*/ 85725 h 85725"/>
              <a:gd name="connsiteX2" fmla="*/ 73025 w 73025"/>
              <a:gd name="connsiteY2" fmla="*/ 0 h 85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3025" h="85725">
                <a:moveTo>
                  <a:pt x="0" y="31750"/>
                </a:moveTo>
                <a:lnTo>
                  <a:pt x="31750" y="85725"/>
                </a:lnTo>
                <a:lnTo>
                  <a:pt x="73025" y="0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9" name="Freeform 9"/>
          <p:cNvSpPr/>
          <p:nvPr/>
        </p:nvSpPr>
        <p:spPr>
          <a:xfrm>
            <a:off x="477298" y="2470961"/>
            <a:ext cx="141676" cy="186968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lvl="0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23" name="Freeform 36"/>
          <p:cNvSpPr>
            <a:spLocks noEditPoints="1"/>
          </p:cNvSpPr>
          <p:nvPr/>
        </p:nvSpPr>
        <p:spPr>
          <a:xfrm>
            <a:off x="491434" y="4397002"/>
            <a:ext cx="113404" cy="190736"/>
          </a:xfrm>
          <a:custGeom>
            <a:avLst/>
            <a:gdLst>
              <a:gd name="T0" fmla="*/ 937 w 1926"/>
              <a:gd name="T1" fmla="*/ 3639 h 4045"/>
              <a:gd name="T2" fmla="*/ 893 w 1926"/>
              <a:gd name="T3" fmla="*/ 3665 h 4045"/>
              <a:gd name="T4" fmla="*/ 863 w 1926"/>
              <a:gd name="T5" fmla="*/ 3712 h 4045"/>
              <a:gd name="T6" fmla="*/ 851 w 1926"/>
              <a:gd name="T7" fmla="*/ 3772 h 4045"/>
              <a:gd name="T8" fmla="*/ 863 w 1926"/>
              <a:gd name="T9" fmla="*/ 3832 h 4045"/>
              <a:gd name="T10" fmla="*/ 893 w 1926"/>
              <a:gd name="T11" fmla="*/ 3878 h 4045"/>
              <a:gd name="T12" fmla="*/ 937 w 1926"/>
              <a:gd name="T13" fmla="*/ 3905 h 4045"/>
              <a:gd name="T14" fmla="*/ 988 w 1926"/>
              <a:gd name="T15" fmla="*/ 3905 h 4045"/>
              <a:gd name="T16" fmla="*/ 1033 w 1926"/>
              <a:gd name="T17" fmla="*/ 3878 h 4045"/>
              <a:gd name="T18" fmla="*/ 1064 w 1926"/>
              <a:gd name="T19" fmla="*/ 3832 h 4045"/>
              <a:gd name="T20" fmla="*/ 1075 w 1926"/>
              <a:gd name="T21" fmla="*/ 3772 h 4045"/>
              <a:gd name="T22" fmla="*/ 1064 w 1926"/>
              <a:gd name="T23" fmla="*/ 3712 h 4045"/>
              <a:gd name="T24" fmla="*/ 1033 w 1926"/>
              <a:gd name="T25" fmla="*/ 3665 h 4045"/>
              <a:gd name="T26" fmla="*/ 988 w 1926"/>
              <a:gd name="T27" fmla="*/ 3639 h 4045"/>
              <a:gd name="T28" fmla="*/ 156 w 1926"/>
              <a:gd name="T29" fmla="*/ 434 h 4045"/>
              <a:gd name="T30" fmla="*/ 1770 w 1926"/>
              <a:gd name="T31" fmla="*/ 3540 h 4045"/>
              <a:gd name="T32" fmla="*/ 156 w 1926"/>
              <a:gd name="T33" fmla="*/ 434 h 4045"/>
              <a:gd name="T34" fmla="*/ 716 w 1926"/>
              <a:gd name="T35" fmla="*/ 200 h 4045"/>
              <a:gd name="T36" fmla="*/ 701 w 1926"/>
              <a:gd name="T37" fmla="*/ 217 h 4045"/>
              <a:gd name="T38" fmla="*/ 701 w 1926"/>
              <a:gd name="T39" fmla="*/ 243 h 4045"/>
              <a:gd name="T40" fmla="*/ 716 w 1926"/>
              <a:gd name="T41" fmla="*/ 260 h 4045"/>
              <a:gd name="T42" fmla="*/ 1199 w 1926"/>
              <a:gd name="T43" fmla="*/ 262 h 4045"/>
              <a:gd name="T44" fmla="*/ 1218 w 1926"/>
              <a:gd name="T45" fmla="*/ 254 h 4045"/>
              <a:gd name="T46" fmla="*/ 1226 w 1926"/>
              <a:gd name="T47" fmla="*/ 230 h 4045"/>
              <a:gd name="T48" fmla="*/ 1218 w 1926"/>
              <a:gd name="T49" fmla="*/ 207 h 4045"/>
              <a:gd name="T50" fmla="*/ 1199 w 1926"/>
              <a:gd name="T51" fmla="*/ 197 h 4045"/>
              <a:gd name="T52" fmla="*/ 224 w 1926"/>
              <a:gd name="T53" fmla="*/ 0 h 4045"/>
              <a:gd name="T54" fmla="*/ 1738 w 1926"/>
              <a:gd name="T55" fmla="*/ 4 h 4045"/>
              <a:gd name="T56" fmla="*/ 1805 w 1926"/>
              <a:gd name="T57" fmla="*/ 31 h 4045"/>
              <a:gd name="T58" fmla="*/ 1860 w 1926"/>
              <a:gd name="T59" fmla="*/ 81 h 4045"/>
              <a:gd name="T60" fmla="*/ 1900 w 1926"/>
              <a:gd name="T61" fmla="*/ 148 h 4045"/>
              <a:gd name="T62" fmla="*/ 1923 w 1926"/>
              <a:gd name="T63" fmla="*/ 229 h 4045"/>
              <a:gd name="T64" fmla="*/ 1926 w 1926"/>
              <a:gd name="T65" fmla="*/ 3772 h 4045"/>
              <a:gd name="T66" fmla="*/ 1915 w 1926"/>
              <a:gd name="T67" fmla="*/ 3857 h 4045"/>
              <a:gd name="T68" fmla="*/ 1882 w 1926"/>
              <a:gd name="T69" fmla="*/ 3932 h 4045"/>
              <a:gd name="T70" fmla="*/ 1834 w 1926"/>
              <a:gd name="T71" fmla="*/ 3992 h 4045"/>
              <a:gd name="T72" fmla="*/ 1773 w 1926"/>
              <a:gd name="T73" fmla="*/ 4032 h 4045"/>
              <a:gd name="T74" fmla="*/ 1702 w 1926"/>
              <a:gd name="T75" fmla="*/ 4045 h 4045"/>
              <a:gd name="T76" fmla="*/ 188 w 1926"/>
              <a:gd name="T77" fmla="*/ 4041 h 4045"/>
              <a:gd name="T78" fmla="*/ 122 w 1926"/>
              <a:gd name="T79" fmla="*/ 4014 h 4045"/>
              <a:gd name="T80" fmla="*/ 66 w 1926"/>
              <a:gd name="T81" fmla="*/ 3964 h 4045"/>
              <a:gd name="T82" fmla="*/ 25 w 1926"/>
              <a:gd name="T83" fmla="*/ 3897 h 4045"/>
              <a:gd name="T84" fmla="*/ 3 w 1926"/>
              <a:gd name="T85" fmla="*/ 3816 h 4045"/>
              <a:gd name="T86" fmla="*/ 0 w 1926"/>
              <a:gd name="T87" fmla="*/ 273 h 4045"/>
              <a:gd name="T88" fmla="*/ 12 w 1926"/>
              <a:gd name="T89" fmla="*/ 188 h 4045"/>
              <a:gd name="T90" fmla="*/ 43 w 1926"/>
              <a:gd name="T91" fmla="*/ 113 h 4045"/>
              <a:gd name="T92" fmla="*/ 92 w 1926"/>
              <a:gd name="T93" fmla="*/ 53 h 4045"/>
              <a:gd name="T94" fmla="*/ 154 w 1926"/>
              <a:gd name="T95" fmla="*/ 13 h 4045"/>
              <a:gd name="T96" fmla="*/ 224 w 1926"/>
              <a:gd name="T97" fmla="*/ 0 h 40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926" h="4045">
                <a:moveTo>
                  <a:pt x="963" y="3636"/>
                </a:moveTo>
                <a:lnTo>
                  <a:pt x="937" y="3639"/>
                </a:lnTo>
                <a:lnTo>
                  <a:pt x="914" y="3649"/>
                </a:lnTo>
                <a:lnTo>
                  <a:pt x="893" y="3665"/>
                </a:lnTo>
                <a:lnTo>
                  <a:pt x="876" y="3686"/>
                </a:lnTo>
                <a:lnTo>
                  <a:pt x="863" y="3712"/>
                </a:lnTo>
                <a:lnTo>
                  <a:pt x="854" y="3741"/>
                </a:lnTo>
                <a:lnTo>
                  <a:pt x="851" y="3772"/>
                </a:lnTo>
                <a:lnTo>
                  <a:pt x="854" y="3804"/>
                </a:lnTo>
                <a:lnTo>
                  <a:pt x="863" y="3832"/>
                </a:lnTo>
                <a:lnTo>
                  <a:pt x="876" y="3857"/>
                </a:lnTo>
                <a:lnTo>
                  <a:pt x="893" y="3878"/>
                </a:lnTo>
                <a:lnTo>
                  <a:pt x="914" y="3894"/>
                </a:lnTo>
                <a:lnTo>
                  <a:pt x="937" y="3905"/>
                </a:lnTo>
                <a:lnTo>
                  <a:pt x="963" y="3909"/>
                </a:lnTo>
                <a:lnTo>
                  <a:pt x="988" y="3905"/>
                </a:lnTo>
                <a:lnTo>
                  <a:pt x="1013" y="3894"/>
                </a:lnTo>
                <a:lnTo>
                  <a:pt x="1033" y="3878"/>
                </a:lnTo>
                <a:lnTo>
                  <a:pt x="1051" y="3857"/>
                </a:lnTo>
                <a:lnTo>
                  <a:pt x="1064" y="3832"/>
                </a:lnTo>
                <a:lnTo>
                  <a:pt x="1072" y="3804"/>
                </a:lnTo>
                <a:lnTo>
                  <a:pt x="1075" y="3772"/>
                </a:lnTo>
                <a:lnTo>
                  <a:pt x="1072" y="3741"/>
                </a:lnTo>
                <a:lnTo>
                  <a:pt x="1064" y="3712"/>
                </a:lnTo>
                <a:lnTo>
                  <a:pt x="1051" y="3686"/>
                </a:lnTo>
                <a:lnTo>
                  <a:pt x="1033" y="3665"/>
                </a:lnTo>
                <a:lnTo>
                  <a:pt x="1013" y="3649"/>
                </a:lnTo>
                <a:lnTo>
                  <a:pt x="988" y="3639"/>
                </a:lnTo>
                <a:lnTo>
                  <a:pt x="963" y="3636"/>
                </a:lnTo>
                <a:close/>
                <a:moveTo>
                  <a:pt x="156" y="434"/>
                </a:moveTo>
                <a:lnTo>
                  <a:pt x="156" y="3540"/>
                </a:lnTo>
                <a:lnTo>
                  <a:pt x="1770" y="3540"/>
                </a:lnTo>
                <a:lnTo>
                  <a:pt x="1770" y="434"/>
                </a:lnTo>
                <a:lnTo>
                  <a:pt x="156" y="434"/>
                </a:lnTo>
                <a:close/>
                <a:moveTo>
                  <a:pt x="727" y="197"/>
                </a:moveTo>
                <a:lnTo>
                  <a:pt x="716" y="200"/>
                </a:lnTo>
                <a:lnTo>
                  <a:pt x="707" y="207"/>
                </a:lnTo>
                <a:lnTo>
                  <a:pt x="701" y="217"/>
                </a:lnTo>
                <a:lnTo>
                  <a:pt x="699" y="230"/>
                </a:lnTo>
                <a:lnTo>
                  <a:pt x="701" y="243"/>
                </a:lnTo>
                <a:lnTo>
                  <a:pt x="707" y="254"/>
                </a:lnTo>
                <a:lnTo>
                  <a:pt x="716" y="260"/>
                </a:lnTo>
                <a:lnTo>
                  <a:pt x="727" y="262"/>
                </a:lnTo>
                <a:lnTo>
                  <a:pt x="1199" y="262"/>
                </a:lnTo>
                <a:lnTo>
                  <a:pt x="1210" y="260"/>
                </a:lnTo>
                <a:lnTo>
                  <a:pt x="1218" y="254"/>
                </a:lnTo>
                <a:lnTo>
                  <a:pt x="1224" y="243"/>
                </a:lnTo>
                <a:lnTo>
                  <a:pt x="1226" y="230"/>
                </a:lnTo>
                <a:lnTo>
                  <a:pt x="1224" y="217"/>
                </a:lnTo>
                <a:lnTo>
                  <a:pt x="1218" y="207"/>
                </a:lnTo>
                <a:lnTo>
                  <a:pt x="1210" y="200"/>
                </a:lnTo>
                <a:lnTo>
                  <a:pt x="1199" y="197"/>
                </a:lnTo>
                <a:lnTo>
                  <a:pt x="727" y="197"/>
                </a:lnTo>
                <a:close/>
                <a:moveTo>
                  <a:pt x="224" y="0"/>
                </a:moveTo>
                <a:lnTo>
                  <a:pt x="1702" y="0"/>
                </a:lnTo>
                <a:lnTo>
                  <a:pt x="1738" y="4"/>
                </a:lnTo>
                <a:lnTo>
                  <a:pt x="1773" y="13"/>
                </a:lnTo>
                <a:lnTo>
                  <a:pt x="1805" y="31"/>
                </a:lnTo>
                <a:lnTo>
                  <a:pt x="1834" y="53"/>
                </a:lnTo>
                <a:lnTo>
                  <a:pt x="1860" y="81"/>
                </a:lnTo>
                <a:lnTo>
                  <a:pt x="1882" y="113"/>
                </a:lnTo>
                <a:lnTo>
                  <a:pt x="1900" y="148"/>
                </a:lnTo>
                <a:lnTo>
                  <a:pt x="1915" y="188"/>
                </a:lnTo>
                <a:lnTo>
                  <a:pt x="1923" y="229"/>
                </a:lnTo>
                <a:lnTo>
                  <a:pt x="1926" y="273"/>
                </a:lnTo>
                <a:lnTo>
                  <a:pt x="1926" y="3772"/>
                </a:lnTo>
                <a:lnTo>
                  <a:pt x="1923" y="3816"/>
                </a:lnTo>
                <a:lnTo>
                  <a:pt x="1915" y="3857"/>
                </a:lnTo>
                <a:lnTo>
                  <a:pt x="1900" y="3897"/>
                </a:lnTo>
                <a:lnTo>
                  <a:pt x="1882" y="3932"/>
                </a:lnTo>
                <a:lnTo>
                  <a:pt x="1860" y="3964"/>
                </a:lnTo>
                <a:lnTo>
                  <a:pt x="1834" y="3992"/>
                </a:lnTo>
                <a:lnTo>
                  <a:pt x="1805" y="4014"/>
                </a:lnTo>
                <a:lnTo>
                  <a:pt x="1773" y="4032"/>
                </a:lnTo>
                <a:lnTo>
                  <a:pt x="1738" y="4041"/>
                </a:lnTo>
                <a:lnTo>
                  <a:pt x="1702" y="4045"/>
                </a:lnTo>
                <a:lnTo>
                  <a:pt x="224" y="4045"/>
                </a:lnTo>
                <a:lnTo>
                  <a:pt x="188" y="4041"/>
                </a:lnTo>
                <a:lnTo>
                  <a:pt x="154" y="4032"/>
                </a:lnTo>
                <a:lnTo>
                  <a:pt x="122" y="4014"/>
                </a:lnTo>
                <a:lnTo>
                  <a:pt x="92" y="3992"/>
                </a:lnTo>
                <a:lnTo>
                  <a:pt x="66" y="3964"/>
                </a:lnTo>
                <a:lnTo>
                  <a:pt x="43" y="3932"/>
                </a:lnTo>
                <a:lnTo>
                  <a:pt x="25" y="3897"/>
                </a:lnTo>
                <a:lnTo>
                  <a:pt x="12" y="3857"/>
                </a:lnTo>
                <a:lnTo>
                  <a:pt x="3" y="3816"/>
                </a:lnTo>
                <a:lnTo>
                  <a:pt x="0" y="3772"/>
                </a:lnTo>
                <a:lnTo>
                  <a:pt x="0" y="273"/>
                </a:lnTo>
                <a:lnTo>
                  <a:pt x="3" y="229"/>
                </a:lnTo>
                <a:lnTo>
                  <a:pt x="12" y="188"/>
                </a:lnTo>
                <a:lnTo>
                  <a:pt x="25" y="148"/>
                </a:lnTo>
                <a:lnTo>
                  <a:pt x="43" y="113"/>
                </a:lnTo>
                <a:lnTo>
                  <a:pt x="66" y="81"/>
                </a:lnTo>
                <a:lnTo>
                  <a:pt x="92" y="53"/>
                </a:lnTo>
                <a:lnTo>
                  <a:pt x="122" y="31"/>
                </a:lnTo>
                <a:lnTo>
                  <a:pt x="154" y="13"/>
                </a:lnTo>
                <a:lnTo>
                  <a:pt x="188" y="4"/>
                </a:lnTo>
                <a:lnTo>
                  <a:pt x="224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lvl="0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24" name="자유형 23"/>
          <p:cNvSpPr/>
          <p:nvPr/>
        </p:nvSpPr>
        <p:spPr>
          <a:xfrm>
            <a:off x="462778" y="3768685"/>
            <a:ext cx="170716" cy="149410"/>
          </a:xfrm>
          <a:custGeom>
            <a:avLst/>
            <a:gdLst>
              <a:gd name="connsiteX0" fmla="*/ 149021 w 448462"/>
              <a:gd name="connsiteY0" fmla="*/ 328125 h 392491"/>
              <a:gd name="connsiteX1" fmla="*/ 210588 w 448462"/>
              <a:gd name="connsiteY1" fmla="*/ 357224 h 392491"/>
              <a:gd name="connsiteX2" fmla="*/ 160375 w 448462"/>
              <a:gd name="connsiteY2" fmla="*/ 391211 h 392491"/>
              <a:gd name="connsiteX3" fmla="*/ 158502 w 448462"/>
              <a:gd name="connsiteY3" fmla="*/ 392025 h 392491"/>
              <a:gd name="connsiteX4" fmla="*/ 156629 w 448462"/>
              <a:gd name="connsiteY4" fmla="*/ 392491 h 392491"/>
              <a:gd name="connsiteX5" fmla="*/ 154757 w 448462"/>
              <a:gd name="connsiteY5" fmla="*/ 392375 h 392491"/>
              <a:gd name="connsiteX6" fmla="*/ 153001 w 448462"/>
              <a:gd name="connsiteY6" fmla="*/ 391676 h 392491"/>
              <a:gd name="connsiteX7" fmla="*/ 151362 w 448462"/>
              <a:gd name="connsiteY7" fmla="*/ 390396 h 392491"/>
              <a:gd name="connsiteX8" fmla="*/ 150075 w 448462"/>
              <a:gd name="connsiteY8" fmla="*/ 388883 h 392491"/>
              <a:gd name="connsiteX9" fmla="*/ 149255 w 448462"/>
              <a:gd name="connsiteY9" fmla="*/ 387137 h 392491"/>
              <a:gd name="connsiteX10" fmla="*/ 149021 w 448462"/>
              <a:gd name="connsiteY10" fmla="*/ 385158 h 392491"/>
              <a:gd name="connsiteX11" fmla="*/ 441235 w 448462"/>
              <a:gd name="connsiteY11" fmla="*/ 0 h 392491"/>
              <a:gd name="connsiteX12" fmla="*/ 442983 w 448462"/>
              <a:gd name="connsiteY12" fmla="*/ 233 h 392491"/>
              <a:gd name="connsiteX13" fmla="*/ 444615 w 448462"/>
              <a:gd name="connsiteY13" fmla="*/ 816 h 392491"/>
              <a:gd name="connsiteX14" fmla="*/ 446131 w 448462"/>
              <a:gd name="connsiteY14" fmla="*/ 1866 h 392491"/>
              <a:gd name="connsiteX15" fmla="*/ 447530 w 448462"/>
              <a:gd name="connsiteY15" fmla="*/ 3615 h 392491"/>
              <a:gd name="connsiteX16" fmla="*/ 448346 w 448462"/>
              <a:gd name="connsiteY16" fmla="*/ 5714 h 392491"/>
              <a:gd name="connsiteX17" fmla="*/ 448462 w 448462"/>
              <a:gd name="connsiteY17" fmla="*/ 7696 h 392491"/>
              <a:gd name="connsiteX18" fmla="*/ 447879 w 448462"/>
              <a:gd name="connsiteY18" fmla="*/ 9911 h 392491"/>
              <a:gd name="connsiteX19" fmla="*/ 307990 w 448462"/>
              <a:gd name="connsiteY19" fmla="*/ 362641 h 392491"/>
              <a:gd name="connsiteX20" fmla="*/ 306708 w 448462"/>
              <a:gd name="connsiteY20" fmla="*/ 364973 h 392491"/>
              <a:gd name="connsiteX21" fmla="*/ 305076 w 448462"/>
              <a:gd name="connsiteY21" fmla="*/ 366955 h 392491"/>
              <a:gd name="connsiteX22" fmla="*/ 303094 w 448462"/>
              <a:gd name="connsiteY22" fmla="*/ 368588 h 392491"/>
              <a:gd name="connsiteX23" fmla="*/ 300646 w 448462"/>
              <a:gd name="connsiteY23" fmla="*/ 369870 h 392491"/>
              <a:gd name="connsiteX24" fmla="*/ 298314 w 448462"/>
              <a:gd name="connsiteY24" fmla="*/ 370570 h 392491"/>
              <a:gd name="connsiteX25" fmla="*/ 295983 w 448462"/>
              <a:gd name="connsiteY25" fmla="*/ 370803 h 392491"/>
              <a:gd name="connsiteX26" fmla="*/ 293068 w 448462"/>
              <a:gd name="connsiteY26" fmla="*/ 370453 h 392491"/>
              <a:gd name="connsiteX27" fmla="*/ 290387 w 448462"/>
              <a:gd name="connsiteY27" fmla="*/ 369404 h 392491"/>
              <a:gd name="connsiteX28" fmla="*/ 148982 w 448462"/>
              <a:gd name="connsiteY28" fmla="*/ 302123 h 392491"/>
              <a:gd name="connsiteX29" fmla="*/ 347858 w 448462"/>
              <a:gd name="connsiteY29" fmla="*/ 102379 h 392491"/>
              <a:gd name="connsiteX30" fmla="*/ 120771 w 448462"/>
              <a:gd name="connsiteY30" fmla="*/ 288830 h 392491"/>
              <a:gd name="connsiteX31" fmla="*/ 7344 w 448462"/>
              <a:gd name="connsiteY31" fmla="*/ 234842 h 392491"/>
              <a:gd name="connsiteX32" fmla="*/ 4896 w 448462"/>
              <a:gd name="connsiteY32" fmla="*/ 233209 h 392491"/>
              <a:gd name="connsiteX33" fmla="*/ 2798 w 448462"/>
              <a:gd name="connsiteY33" fmla="*/ 231227 h 392491"/>
              <a:gd name="connsiteX34" fmla="*/ 1282 w 448462"/>
              <a:gd name="connsiteY34" fmla="*/ 228895 h 392491"/>
              <a:gd name="connsiteX35" fmla="*/ 349 w 448462"/>
              <a:gd name="connsiteY35" fmla="*/ 226213 h 392491"/>
              <a:gd name="connsiteX36" fmla="*/ 0 w 448462"/>
              <a:gd name="connsiteY36" fmla="*/ 223298 h 392491"/>
              <a:gd name="connsiteX37" fmla="*/ 233 w 448462"/>
              <a:gd name="connsiteY37" fmla="*/ 220499 h 392491"/>
              <a:gd name="connsiteX38" fmla="*/ 1165 w 448462"/>
              <a:gd name="connsiteY38" fmla="*/ 217701 h 392491"/>
              <a:gd name="connsiteX39" fmla="*/ 2681 w 448462"/>
              <a:gd name="connsiteY39" fmla="*/ 215252 h 392491"/>
              <a:gd name="connsiteX40" fmla="*/ 4779 w 448462"/>
              <a:gd name="connsiteY40" fmla="*/ 213270 h 392491"/>
              <a:gd name="connsiteX41" fmla="*/ 7227 w 448462"/>
              <a:gd name="connsiteY41" fmla="*/ 211754 h 392491"/>
              <a:gd name="connsiteX42" fmla="*/ 437971 w 448462"/>
              <a:gd name="connsiteY42" fmla="*/ 583 h 392491"/>
              <a:gd name="connsiteX43" fmla="*/ 439603 w 448462"/>
              <a:gd name="connsiteY43" fmla="*/ 117 h 392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448462" h="392491">
                <a:moveTo>
                  <a:pt x="149021" y="328125"/>
                </a:moveTo>
                <a:lnTo>
                  <a:pt x="210588" y="357224"/>
                </a:lnTo>
                <a:lnTo>
                  <a:pt x="160375" y="391211"/>
                </a:lnTo>
                <a:lnTo>
                  <a:pt x="158502" y="392025"/>
                </a:lnTo>
                <a:lnTo>
                  <a:pt x="156629" y="392491"/>
                </a:lnTo>
                <a:lnTo>
                  <a:pt x="154757" y="392375"/>
                </a:lnTo>
                <a:lnTo>
                  <a:pt x="153001" y="391676"/>
                </a:lnTo>
                <a:lnTo>
                  <a:pt x="151362" y="390396"/>
                </a:lnTo>
                <a:lnTo>
                  <a:pt x="150075" y="388883"/>
                </a:lnTo>
                <a:lnTo>
                  <a:pt x="149255" y="387137"/>
                </a:lnTo>
                <a:lnTo>
                  <a:pt x="149021" y="385158"/>
                </a:lnTo>
                <a:close/>
                <a:moveTo>
                  <a:pt x="441235" y="0"/>
                </a:moveTo>
                <a:lnTo>
                  <a:pt x="442983" y="233"/>
                </a:lnTo>
                <a:lnTo>
                  <a:pt x="444615" y="816"/>
                </a:lnTo>
                <a:lnTo>
                  <a:pt x="446131" y="1866"/>
                </a:lnTo>
                <a:lnTo>
                  <a:pt x="447530" y="3615"/>
                </a:lnTo>
                <a:lnTo>
                  <a:pt x="448346" y="5714"/>
                </a:lnTo>
                <a:lnTo>
                  <a:pt x="448462" y="7696"/>
                </a:lnTo>
                <a:lnTo>
                  <a:pt x="447879" y="9911"/>
                </a:lnTo>
                <a:lnTo>
                  <a:pt x="307990" y="362641"/>
                </a:lnTo>
                <a:lnTo>
                  <a:pt x="306708" y="364973"/>
                </a:lnTo>
                <a:lnTo>
                  <a:pt x="305076" y="366955"/>
                </a:lnTo>
                <a:lnTo>
                  <a:pt x="303094" y="368588"/>
                </a:lnTo>
                <a:lnTo>
                  <a:pt x="300646" y="369870"/>
                </a:lnTo>
                <a:lnTo>
                  <a:pt x="298314" y="370570"/>
                </a:lnTo>
                <a:lnTo>
                  <a:pt x="295983" y="370803"/>
                </a:lnTo>
                <a:lnTo>
                  <a:pt x="293068" y="370453"/>
                </a:lnTo>
                <a:lnTo>
                  <a:pt x="290387" y="369404"/>
                </a:lnTo>
                <a:lnTo>
                  <a:pt x="148982" y="302123"/>
                </a:lnTo>
                <a:lnTo>
                  <a:pt x="347858" y="102379"/>
                </a:lnTo>
                <a:lnTo>
                  <a:pt x="120771" y="288830"/>
                </a:lnTo>
                <a:lnTo>
                  <a:pt x="7344" y="234842"/>
                </a:lnTo>
                <a:lnTo>
                  <a:pt x="4896" y="233209"/>
                </a:lnTo>
                <a:lnTo>
                  <a:pt x="2798" y="231227"/>
                </a:lnTo>
                <a:lnTo>
                  <a:pt x="1282" y="228895"/>
                </a:lnTo>
                <a:lnTo>
                  <a:pt x="349" y="226213"/>
                </a:lnTo>
                <a:lnTo>
                  <a:pt x="0" y="223298"/>
                </a:lnTo>
                <a:lnTo>
                  <a:pt x="233" y="220499"/>
                </a:lnTo>
                <a:lnTo>
                  <a:pt x="1165" y="217701"/>
                </a:lnTo>
                <a:lnTo>
                  <a:pt x="2681" y="215252"/>
                </a:lnTo>
                <a:lnTo>
                  <a:pt x="4779" y="213270"/>
                </a:lnTo>
                <a:lnTo>
                  <a:pt x="7227" y="211754"/>
                </a:lnTo>
                <a:lnTo>
                  <a:pt x="437971" y="583"/>
                </a:lnTo>
                <a:lnTo>
                  <a:pt x="439603" y="117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noAutofit/>
          </a:bodyPr>
          <a:lstStyle/>
          <a:p>
            <a:pPr lvl="0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25" name="Freeform 6"/>
          <p:cNvSpPr/>
          <p:nvPr/>
        </p:nvSpPr>
        <p:spPr>
          <a:xfrm rot="10800000" flipH="1" flipV="1">
            <a:off x="461886" y="3136838"/>
            <a:ext cx="172500" cy="152938"/>
          </a:xfrm>
          <a:custGeom>
            <a:avLst/>
            <a:gdLst>
              <a:gd name="T0" fmla="*/ 2689 w 3491"/>
              <a:gd name="T1" fmla="*/ 15 h 3097"/>
              <a:gd name="T2" fmla="*/ 2963 w 3491"/>
              <a:gd name="T3" fmla="*/ 108 h 3097"/>
              <a:gd name="T4" fmla="*/ 3204 w 3491"/>
              <a:gd name="T5" fmla="*/ 281 h 3097"/>
              <a:gd name="T6" fmla="*/ 3382 w 3491"/>
              <a:gd name="T7" fmla="*/ 518 h 3097"/>
              <a:gd name="T8" fmla="*/ 3475 w 3491"/>
              <a:gd name="T9" fmla="*/ 786 h 3097"/>
              <a:gd name="T10" fmla="*/ 3486 w 3491"/>
              <a:gd name="T11" fmla="*/ 1066 h 3097"/>
              <a:gd name="T12" fmla="*/ 3413 w 3491"/>
              <a:gd name="T13" fmla="*/ 1339 h 3097"/>
              <a:gd name="T14" fmla="*/ 3256 w 3491"/>
              <a:gd name="T15" fmla="*/ 1586 h 3097"/>
              <a:gd name="T16" fmla="*/ 1965 w 3491"/>
              <a:gd name="T17" fmla="*/ 2838 h 3097"/>
              <a:gd name="T18" fmla="*/ 1873 w 3491"/>
              <a:gd name="T19" fmla="*/ 2828 h 3097"/>
              <a:gd name="T20" fmla="*/ 1821 w 3491"/>
              <a:gd name="T21" fmla="*/ 2749 h 3097"/>
              <a:gd name="T22" fmla="*/ 1853 w 3491"/>
              <a:gd name="T23" fmla="*/ 2662 h 3097"/>
              <a:gd name="T24" fmla="*/ 3153 w 3491"/>
              <a:gd name="T25" fmla="*/ 1355 h 3097"/>
              <a:gd name="T26" fmla="*/ 3242 w 3491"/>
              <a:gd name="T27" fmla="*/ 1126 h 3097"/>
              <a:gd name="T28" fmla="*/ 3253 w 3491"/>
              <a:gd name="T29" fmla="*/ 885 h 3097"/>
              <a:gd name="T30" fmla="*/ 3183 w 3491"/>
              <a:gd name="T31" fmla="*/ 653 h 3097"/>
              <a:gd name="T32" fmla="*/ 3035 w 3491"/>
              <a:gd name="T33" fmla="*/ 448 h 3097"/>
              <a:gd name="T34" fmla="*/ 2825 w 3491"/>
              <a:gd name="T35" fmla="*/ 301 h 3097"/>
              <a:gd name="T36" fmla="*/ 2586 w 3491"/>
              <a:gd name="T37" fmla="*/ 234 h 3097"/>
              <a:gd name="T38" fmla="*/ 2340 w 3491"/>
              <a:gd name="T39" fmla="*/ 243 h 3097"/>
              <a:gd name="T40" fmla="*/ 2108 w 3491"/>
              <a:gd name="T41" fmla="*/ 331 h 3097"/>
              <a:gd name="T42" fmla="*/ 378 w 3491"/>
              <a:gd name="T43" fmla="*/ 1972 h 3097"/>
              <a:gd name="T44" fmla="*/ 258 w 3491"/>
              <a:gd name="T45" fmla="*/ 2149 h 3097"/>
              <a:gd name="T46" fmla="*/ 218 w 3491"/>
              <a:gd name="T47" fmla="*/ 2350 h 3097"/>
              <a:gd name="T48" fmla="*/ 258 w 3491"/>
              <a:gd name="T49" fmla="*/ 2551 h 3097"/>
              <a:gd name="T50" fmla="*/ 378 w 3491"/>
              <a:gd name="T51" fmla="*/ 2728 h 3097"/>
              <a:gd name="T52" fmla="*/ 558 w 3491"/>
              <a:gd name="T53" fmla="*/ 2846 h 3097"/>
              <a:gd name="T54" fmla="*/ 763 w 3491"/>
              <a:gd name="T55" fmla="*/ 2885 h 3097"/>
              <a:gd name="T56" fmla="*/ 968 w 3491"/>
              <a:gd name="T57" fmla="*/ 2846 h 3097"/>
              <a:gd name="T58" fmla="*/ 1149 w 3491"/>
              <a:gd name="T59" fmla="*/ 2728 h 3097"/>
              <a:gd name="T60" fmla="*/ 2809 w 3491"/>
              <a:gd name="T61" fmla="*/ 1091 h 3097"/>
              <a:gd name="T62" fmla="*/ 2837 w 3491"/>
              <a:gd name="T63" fmla="*/ 942 h 3097"/>
              <a:gd name="T64" fmla="*/ 2791 w 3491"/>
              <a:gd name="T65" fmla="*/ 797 h 3097"/>
              <a:gd name="T66" fmla="*/ 2677 w 3491"/>
              <a:gd name="T67" fmla="*/ 685 h 3097"/>
              <a:gd name="T68" fmla="*/ 2528 w 3491"/>
              <a:gd name="T69" fmla="*/ 641 h 3097"/>
              <a:gd name="T70" fmla="*/ 2377 w 3491"/>
              <a:gd name="T71" fmla="*/ 668 h 3097"/>
              <a:gd name="T72" fmla="*/ 1082 w 3491"/>
              <a:gd name="T73" fmla="*/ 1906 h 3097"/>
              <a:gd name="T74" fmla="*/ 992 w 3491"/>
              <a:gd name="T75" fmla="*/ 1937 h 3097"/>
              <a:gd name="T76" fmla="*/ 911 w 3491"/>
              <a:gd name="T77" fmla="*/ 1887 h 3097"/>
              <a:gd name="T78" fmla="*/ 900 w 3491"/>
              <a:gd name="T79" fmla="*/ 1796 h 3097"/>
              <a:gd name="T80" fmla="*/ 2165 w 3491"/>
              <a:gd name="T81" fmla="*/ 546 h 3097"/>
              <a:gd name="T82" fmla="*/ 2354 w 3491"/>
              <a:gd name="T83" fmla="*/ 449 h 3097"/>
              <a:gd name="T84" fmla="*/ 2562 w 3491"/>
              <a:gd name="T85" fmla="*/ 429 h 3097"/>
              <a:gd name="T86" fmla="*/ 2763 w 3491"/>
              <a:gd name="T87" fmla="*/ 488 h 3097"/>
              <a:gd name="T88" fmla="*/ 2932 w 3491"/>
              <a:gd name="T89" fmla="*/ 623 h 3097"/>
              <a:gd name="T90" fmla="*/ 3032 w 3491"/>
              <a:gd name="T91" fmla="*/ 809 h 3097"/>
              <a:gd name="T92" fmla="*/ 3053 w 3491"/>
              <a:gd name="T93" fmla="*/ 1012 h 3097"/>
              <a:gd name="T94" fmla="*/ 2993 w 3491"/>
              <a:gd name="T95" fmla="*/ 1209 h 3097"/>
              <a:gd name="T96" fmla="*/ 1303 w 3491"/>
              <a:gd name="T97" fmla="*/ 2879 h 3097"/>
              <a:gd name="T98" fmla="*/ 1094 w 3491"/>
              <a:gd name="T99" fmla="*/ 3025 h 3097"/>
              <a:gd name="T100" fmla="*/ 855 w 3491"/>
              <a:gd name="T101" fmla="*/ 3092 h 3097"/>
              <a:gd name="T102" fmla="*/ 609 w 3491"/>
              <a:gd name="T103" fmla="*/ 3083 h 3097"/>
              <a:gd name="T104" fmla="*/ 377 w 3491"/>
              <a:gd name="T105" fmla="*/ 2995 h 3097"/>
              <a:gd name="T106" fmla="*/ 178 w 3491"/>
              <a:gd name="T107" fmla="*/ 2832 h 3097"/>
              <a:gd name="T108" fmla="*/ 51 w 3491"/>
              <a:gd name="T109" fmla="*/ 2617 h 3097"/>
              <a:gd name="T110" fmla="*/ 0 w 3491"/>
              <a:gd name="T111" fmla="*/ 2381 h 3097"/>
              <a:gd name="T112" fmla="*/ 30 w 3491"/>
              <a:gd name="T113" fmla="*/ 2141 h 3097"/>
              <a:gd name="T114" fmla="*/ 139 w 3491"/>
              <a:gd name="T115" fmla="*/ 1920 h 3097"/>
              <a:gd name="T116" fmla="*/ 1872 w 3491"/>
              <a:gd name="T117" fmla="*/ 230 h 3097"/>
              <a:gd name="T118" fmla="*/ 2123 w 3491"/>
              <a:gd name="T119" fmla="*/ 76 h 3097"/>
              <a:gd name="T120" fmla="*/ 2402 w 3491"/>
              <a:gd name="T121" fmla="*/ 5 h 30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3491" h="3097">
                <a:moveTo>
                  <a:pt x="2474" y="0"/>
                </a:moveTo>
                <a:lnTo>
                  <a:pt x="2546" y="0"/>
                </a:lnTo>
                <a:lnTo>
                  <a:pt x="2618" y="5"/>
                </a:lnTo>
                <a:lnTo>
                  <a:pt x="2689" y="15"/>
                </a:lnTo>
                <a:lnTo>
                  <a:pt x="2758" y="31"/>
                </a:lnTo>
                <a:lnTo>
                  <a:pt x="2828" y="51"/>
                </a:lnTo>
                <a:lnTo>
                  <a:pt x="2896" y="76"/>
                </a:lnTo>
                <a:lnTo>
                  <a:pt x="2963" y="108"/>
                </a:lnTo>
                <a:lnTo>
                  <a:pt x="3026" y="143"/>
                </a:lnTo>
                <a:lnTo>
                  <a:pt x="3088" y="183"/>
                </a:lnTo>
                <a:lnTo>
                  <a:pt x="3147" y="230"/>
                </a:lnTo>
                <a:lnTo>
                  <a:pt x="3204" y="281"/>
                </a:lnTo>
                <a:lnTo>
                  <a:pt x="3256" y="336"/>
                </a:lnTo>
                <a:lnTo>
                  <a:pt x="3303" y="394"/>
                </a:lnTo>
                <a:lnTo>
                  <a:pt x="3345" y="455"/>
                </a:lnTo>
                <a:lnTo>
                  <a:pt x="3382" y="518"/>
                </a:lnTo>
                <a:lnTo>
                  <a:pt x="3413" y="582"/>
                </a:lnTo>
                <a:lnTo>
                  <a:pt x="3439" y="650"/>
                </a:lnTo>
                <a:lnTo>
                  <a:pt x="3460" y="717"/>
                </a:lnTo>
                <a:lnTo>
                  <a:pt x="3475" y="786"/>
                </a:lnTo>
                <a:lnTo>
                  <a:pt x="3486" y="856"/>
                </a:lnTo>
                <a:lnTo>
                  <a:pt x="3491" y="926"/>
                </a:lnTo>
                <a:lnTo>
                  <a:pt x="3491" y="996"/>
                </a:lnTo>
                <a:lnTo>
                  <a:pt x="3486" y="1066"/>
                </a:lnTo>
                <a:lnTo>
                  <a:pt x="3475" y="1136"/>
                </a:lnTo>
                <a:lnTo>
                  <a:pt x="3460" y="1205"/>
                </a:lnTo>
                <a:lnTo>
                  <a:pt x="3439" y="1273"/>
                </a:lnTo>
                <a:lnTo>
                  <a:pt x="3413" y="1339"/>
                </a:lnTo>
                <a:lnTo>
                  <a:pt x="3382" y="1404"/>
                </a:lnTo>
                <a:lnTo>
                  <a:pt x="3345" y="1467"/>
                </a:lnTo>
                <a:lnTo>
                  <a:pt x="3303" y="1528"/>
                </a:lnTo>
                <a:lnTo>
                  <a:pt x="3256" y="1586"/>
                </a:lnTo>
                <a:lnTo>
                  <a:pt x="3204" y="1641"/>
                </a:lnTo>
                <a:lnTo>
                  <a:pt x="2007" y="2813"/>
                </a:lnTo>
                <a:lnTo>
                  <a:pt x="1988" y="2828"/>
                </a:lnTo>
                <a:lnTo>
                  <a:pt x="1965" y="2838"/>
                </a:lnTo>
                <a:lnTo>
                  <a:pt x="1942" y="2844"/>
                </a:lnTo>
                <a:lnTo>
                  <a:pt x="1918" y="2844"/>
                </a:lnTo>
                <a:lnTo>
                  <a:pt x="1894" y="2838"/>
                </a:lnTo>
                <a:lnTo>
                  <a:pt x="1873" y="2828"/>
                </a:lnTo>
                <a:lnTo>
                  <a:pt x="1853" y="2813"/>
                </a:lnTo>
                <a:lnTo>
                  <a:pt x="1837" y="2793"/>
                </a:lnTo>
                <a:lnTo>
                  <a:pt x="1827" y="2772"/>
                </a:lnTo>
                <a:lnTo>
                  <a:pt x="1821" y="2749"/>
                </a:lnTo>
                <a:lnTo>
                  <a:pt x="1821" y="2726"/>
                </a:lnTo>
                <a:lnTo>
                  <a:pt x="1827" y="2703"/>
                </a:lnTo>
                <a:lnTo>
                  <a:pt x="1837" y="2681"/>
                </a:lnTo>
                <a:lnTo>
                  <a:pt x="1853" y="2662"/>
                </a:lnTo>
                <a:lnTo>
                  <a:pt x="3035" y="1505"/>
                </a:lnTo>
                <a:lnTo>
                  <a:pt x="3079" y="1458"/>
                </a:lnTo>
                <a:lnTo>
                  <a:pt x="3118" y="1407"/>
                </a:lnTo>
                <a:lnTo>
                  <a:pt x="3153" y="1355"/>
                </a:lnTo>
                <a:lnTo>
                  <a:pt x="3183" y="1300"/>
                </a:lnTo>
                <a:lnTo>
                  <a:pt x="3208" y="1243"/>
                </a:lnTo>
                <a:lnTo>
                  <a:pt x="3228" y="1185"/>
                </a:lnTo>
                <a:lnTo>
                  <a:pt x="3242" y="1126"/>
                </a:lnTo>
                <a:lnTo>
                  <a:pt x="3253" y="1066"/>
                </a:lnTo>
                <a:lnTo>
                  <a:pt x="3257" y="1006"/>
                </a:lnTo>
                <a:lnTo>
                  <a:pt x="3257" y="946"/>
                </a:lnTo>
                <a:lnTo>
                  <a:pt x="3253" y="885"/>
                </a:lnTo>
                <a:lnTo>
                  <a:pt x="3242" y="826"/>
                </a:lnTo>
                <a:lnTo>
                  <a:pt x="3228" y="766"/>
                </a:lnTo>
                <a:lnTo>
                  <a:pt x="3208" y="709"/>
                </a:lnTo>
                <a:lnTo>
                  <a:pt x="3183" y="653"/>
                </a:lnTo>
                <a:lnTo>
                  <a:pt x="3153" y="598"/>
                </a:lnTo>
                <a:lnTo>
                  <a:pt x="3118" y="545"/>
                </a:lnTo>
                <a:lnTo>
                  <a:pt x="3079" y="495"/>
                </a:lnTo>
                <a:lnTo>
                  <a:pt x="3035" y="448"/>
                </a:lnTo>
                <a:lnTo>
                  <a:pt x="2985" y="403"/>
                </a:lnTo>
                <a:lnTo>
                  <a:pt x="2935" y="364"/>
                </a:lnTo>
                <a:lnTo>
                  <a:pt x="2881" y="331"/>
                </a:lnTo>
                <a:lnTo>
                  <a:pt x="2825" y="301"/>
                </a:lnTo>
                <a:lnTo>
                  <a:pt x="2767" y="277"/>
                </a:lnTo>
                <a:lnTo>
                  <a:pt x="2708" y="258"/>
                </a:lnTo>
                <a:lnTo>
                  <a:pt x="2648" y="243"/>
                </a:lnTo>
                <a:lnTo>
                  <a:pt x="2586" y="234"/>
                </a:lnTo>
                <a:lnTo>
                  <a:pt x="2525" y="229"/>
                </a:lnTo>
                <a:lnTo>
                  <a:pt x="2464" y="229"/>
                </a:lnTo>
                <a:lnTo>
                  <a:pt x="2402" y="234"/>
                </a:lnTo>
                <a:lnTo>
                  <a:pt x="2340" y="243"/>
                </a:lnTo>
                <a:lnTo>
                  <a:pt x="2280" y="258"/>
                </a:lnTo>
                <a:lnTo>
                  <a:pt x="2221" y="277"/>
                </a:lnTo>
                <a:lnTo>
                  <a:pt x="2164" y="301"/>
                </a:lnTo>
                <a:lnTo>
                  <a:pt x="2108" y="331"/>
                </a:lnTo>
                <a:lnTo>
                  <a:pt x="2055" y="364"/>
                </a:lnTo>
                <a:lnTo>
                  <a:pt x="2003" y="403"/>
                </a:lnTo>
                <a:lnTo>
                  <a:pt x="1955" y="448"/>
                </a:lnTo>
                <a:lnTo>
                  <a:pt x="378" y="1972"/>
                </a:lnTo>
                <a:lnTo>
                  <a:pt x="341" y="2013"/>
                </a:lnTo>
                <a:lnTo>
                  <a:pt x="307" y="2057"/>
                </a:lnTo>
                <a:lnTo>
                  <a:pt x="280" y="2102"/>
                </a:lnTo>
                <a:lnTo>
                  <a:pt x="258" y="2149"/>
                </a:lnTo>
                <a:lnTo>
                  <a:pt x="241" y="2199"/>
                </a:lnTo>
                <a:lnTo>
                  <a:pt x="228" y="2248"/>
                </a:lnTo>
                <a:lnTo>
                  <a:pt x="220" y="2299"/>
                </a:lnTo>
                <a:lnTo>
                  <a:pt x="218" y="2350"/>
                </a:lnTo>
                <a:lnTo>
                  <a:pt x="220" y="2402"/>
                </a:lnTo>
                <a:lnTo>
                  <a:pt x="228" y="2452"/>
                </a:lnTo>
                <a:lnTo>
                  <a:pt x="241" y="2503"/>
                </a:lnTo>
                <a:lnTo>
                  <a:pt x="258" y="2551"/>
                </a:lnTo>
                <a:lnTo>
                  <a:pt x="280" y="2599"/>
                </a:lnTo>
                <a:lnTo>
                  <a:pt x="307" y="2644"/>
                </a:lnTo>
                <a:lnTo>
                  <a:pt x="341" y="2687"/>
                </a:lnTo>
                <a:lnTo>
                  <a:pt x="378" y="2728"/>
                </a:lnTo>
                <a:lnTo>
                  <a:pt x="419" y="2765"/>
                </a:lnTo>
                <a:lnTo>
                  <a:pt x="463" y="2796"/>
                </a:lnTo>
                <a:lnTo>
                  <a:pt x="509" y="2824"/>
                </a:lnTo>
                <a:lnTo>
                  <a:pt x="558" y="2846"/>
                </a:lnTo>
                <a:lnTo>
                  <a:pt x="608" y="2863"/>
                </a:lnTo>
                <a:lnTo>
                  <a:pt x="660" y="2874"/>
                </a:lnTo>
                <a:lnTo>
                  <a:pt x="711" y="2882"/>
                </a:lnTo>
                <a:lnTo>
                  <a:pt x="763" y="2885"/>
                </a:lnTo>
                <a:lnTo>
                  <a:pt x="816" y="2882"/>
                </a:lnTo>
                <a:lnTo>
                  <a:pt x="867" y="2874"/>
                </a:lnTo>
                <a:lnTo>
                  <a:pt x="919" y="2863"/>
                </a:lnTo>
                <a:lnTo>
                  <a:pt x="968" y="2846"/>
                </a:lnTo>
                <a:lnTo>
                  <a:pt x="1018" y="2824"/>
                </a:lnTo>
                <a:lnTo>
                  <a:pt x="1064" y="2796"/>
                </a:lnTo>
                <a:lnTo>
                  <a:pt x="1108" y="2765"/>
                </a:lnTo>
                <a:lnTo>
                  <a:pt x="1149" y="2728"/>
                </a:lnTo>
                <a:lnTo>
                  <a:pt x="2741" y="1187"/>
                </a:lnTo>
                <a:lnTo>
                  <a:pt x="2768" y="1158"/>
                </a:lnTo>
                <a:lnTo>
                  <a:pt x="2791" y="1125"/>
                </a:lnTo>
                <a:lnTo>
                  <a:pt x="2809" y="1091"/>
                </a:lnTo>
                <a:lnTo>
                  <a:pt x="2823" y="1055"/>
                </a:lnTo>
                <a:lnTo>
                  <a:pt x="2831" y="1018"/>
                </a:lnTo>
                <a:lnTo>
                  <a:pt x="2837" y="980"/>
                </a:lnTo>
                <a:lnTo>
                  <a:pt x="2837" y="942"/>
                </a:lnTo>
                <a:lnTo>
                  <a:pt x="2831" y="904"/>
                </a:lnTo>
                <a:lnTo>
                  <a:pt x="2823" y="867"/>
                </a:lnTo>
                <a:lnTo>
                  <a:pt x="2809" y="832"/>
                </a:lnTo>
                <a:lnTo>
                  <a:pt x="2791" y="797"/>
                </a:lnTo>
                <a:lnTo>
                  <a:pt x="2768" y="764"/>
                </a:lnTo>
                <a:lnTo>
                  <a:pt x="2741" y="734"/>
                </a:lnTo>
                <a:lnTo>
                  <a:pt x="2710" y="707"/>
                </a:lnTo>
                <a:lnTo>
                  <a:pt x="2677" y="685"/>
                </a:lnTo>
                <a:lnTo>
                  <a:pt x="2642" y="668"/>
                </a:lnTo>
                <a:lnTo>
                  <a:pt x="2605" y="654"/>
                </a:lnTo>
                <a:lnTo>
                  <a:pt x="2567" y="645"/>
                </a:lnTo>
                <a:lnTo>
                  <a:pt x="2528" y="641"/>
                </a:lnTo>
                <a:lnTo>
                  <a:pt x="2490" y="641"/>
                </a:lnTo>
                <a:lnTo>
                  <a:pt x="2452" y="645"/>
                </a:lnTo>
                <a:lnTo>
                  <a:pt x="2415" y="654"/>
                </a:lnTo>
                <a:lnTo>
                  <a:pt x="2377" y="668"/>
                </a:lnTo>
                <a:lnTo>
                  <a:pt x="2343" y="685"/>
                </a:lnTo>
                <a:lnTo>
                  <a:pt x="2309" y="707"/>
                </a:lnTo>
                <a:lnTo>
                  <a:pt x="2278" y="734"/>
                </a:lnTo>
                <a:lnTo>
                  <a:pt x="1082" y="1906"/>
                </a:lnTo>
                <a:lnTo>
                  <a:pt x="1062" y="1922"/>
                </a:lnTo>
                <a:lnTo>
                  <a:pt x="1040" y="1931"/>
                </a:lnTo>
                <a:lnTo>
                  <a:pt x="1017" y="1937"/>
                </a:lnTo>
                <a:lnTo>
                  <a:pt x="992" y="1937"/>
                </a:lnTo>
                <a:lnTo>
                  <a:pt x="969" y="1931"/>
                </a:lnTo>
                <a:lnTo>
                  <a:pt x="947" y="1922"/>
                </a:lnTo>
                <a:lnTo>
                  <a:pt x="927" y="1906"/>
                </a:lnTo>
                <a:lnTo>
                  <a:pt x="911" y="1887"/>
                </a:lnTo>
                <a:lnTo>
                  <a:pt x="900" y="1865"/>
                </a:lnTo>
                <a:lnTo>
                  <a:pt x="896" y="1842"/>
                </a:lnTo>
                <a:lnTo>
                  <a:pt x="896" y="1819"/>
                </a:lnTo>
                <a:lnTo>
                  <a:pt x="900" y="1796"/>
                </a:lnTo>
                <a:lnTo>
                  <a:pt x="911" y="1775"/>
                </a:lnTo>
                <a:lnTo>
                  <a:pt x="927" y="1755"/>
                </a:lnTo>
                <a:lnTo>
                  <a:pt x="2123" y="583"/>
                </a:lnTo>
                <a:lnTo>
                  <a:pt x="2165" y="546"/>
                </a:lnTo>
                <a:lnTo>
                  <a:pt x="2209" y="515"/>
                </a:lnTo>
                <a:lnTo>
                  <a:pt x="2255" y="488"/>
                </a:lnTo>
                <a:lnTo>
                  <a:pt x="2304" y="465"/>
                </a:lnTo>
                <a:lnTo>
                  <a:pt x="2354" y="449"/>
                </a:lnTo>
                <a:lnTo>
                  <a:pt x="2405" y="436"/>
                </a:lnTo>
                <a:lnTo>
                  <a:pt x="2457" y="429"/>
                </a:lnTo>
                <a:lnTo>
                  <a:pt x="2509" y="427"/>
                </a:lnTo>
                <a:lnTo>
                  <a:pt x="2562" y="429"/>
                </a:lnTo>
                <a:lnTo>
                  <a:pt x="2613" y="436"/>
                </a:lnTo>
                <a:lnTo>
                  <a:pt x="2665" y="449"/>
                </a:lnTo>
                <a:lnTo>
                  <a:pt x="2714" y="465"/>
                </a:lnTo>
                <a:lnTo>
                  <a:pt x="2763" y="488"/>
                </a:lnTo>
                <a:lnTo>
                  <a:pt x="2810" y="515"/>
                </a:lnTo>
                <a:lnTo>
                  <a:pt x="2854" y="546"/>
                </a:lnTo>
                <a:lnTo>
                  <a:pt x="2895" y="583"/>
                </a:lnTo>
                <a:lnTo>
                  <a:pt x="2932" y="623"/>
                </a:lnTo>
                <a:lnTo>
                  <a:pt x="2965" y="666"/>
                </a:lnTo>
                <a:lnTo>
                  <a:pt x="2993" y="713"/>
                </a:lnTo>
                <a:lnTo>
                  <a:pt x="3015" y="760"/>
                </a:lnTo>
                <a:lnTo>
                  <a:pt x="3032" y="809"/>
                </a:lnTo>
                <a:lnTo>
                  <a:pt x="3045" y="859"/>
                </a:lnTo>
                <a:lnTo>
                  <a:pt x="3053" y="910"/>
                </a:lnTo>
                <a:lnTo>
                  <a:pt x="3055" y="961"/>
                </a:lnTo>
                <a:lnTo>
                  <a:pt x="3053" y="1012"/>
                </a:lnTo>
                <a:lnTo>
                  <a:pt x="3045" y="1063"/>
                </a:lnTo>
                <a:lnTo>
                  <a:pt x="3032" y="1113"/>
                </a:lnTo>
                <a:lnTo>
                  <a:pt x="3015" y="1162"/>
                </a:lnTo>
                <a:lnTo>
                  <a:pt x="2993" y="1209"/>
                </a:lnTo>
                <a:lnTo>
                  <a:pt x="2965" y="1255"/>
                </a:lnTo>
                <a:lnTo>
                  <a:pt x="2932" y="1298"/>
                </a:lnTo>
                <a:lnTo>
                  <a:pt x="2895" y="1339"/>
                </a:lnTo>
                <a:lnTo>
                  <a:pt x="1303" y="2879"/>
                </a:lnTo>
                <a:lnTo>
                  <a:pt x="1255" y="2923"/>
                </a:lnTo>
                <a:lnTo>
                  <a:pt x="1203" y="2962"/>
                </a:lnTo>
                <a:lnTo>
                  <a:pt x="1150" y="2995"/>
                </a:lnTo>
                <a:lnTo>
                  <a:pt x="1094" y="3025"/>
                </a:lnTo>
                <a:lnTo>
                  <a:pt x="1036" y="3049"/>
                </a:lnTo>
                <a:lnTo>
                  <a:pt x="977" y="3068"/>
                </a:lnTo>
                <a:lnTo>
                  <a:pt x="917" y="3083"/>
                </a:lnTo>
                <a:lnTo>
                  <a:pt x="855" y="3092"/>
                </a:lnTo>
                <a:lnTo>
                  <a:pt x="794" y="3097"/>
                </a:lnTo>
                <a:lnTo>
                  <a:pt x="733" y="3097"/>
                </a:lnTo>
                <a:lnTo>
                  <a:pt x="671" y="3092"/>
                </a:lnTo>
                <a:lnTo>
                  <a:pt x="609" y="3083"/>
                </a:lnTo>
                <a:lnTo>
                  <a:pt x="549" y="3068"/>
                </a:lnTo>
                <a:lnTo>
                  <a:pt x="490" y="3049"/>
                </a:lnTo>
                <a:lnTo>
                  <a:pt x="433" y="3025"/>
                </a:lnTo>
                <a:lnTo>
                  <a:pt x="377" y="2995"/>
                </a:lnTo>
                <a:lnTo>
                  <a:pt x="323" y="2962"/>
                </a:lnTo>
                <a:lnTo>
                  <a:pt x="272" y="2923"/>
                </a:lnTo>
                <a:lnTo>
                  <a:pt x="224" y="2879"/>
                </a:lnTo>
                <a:lnTo>
                  <a:pt x="178" y="2832"/>
                </a:lnTo>
                <a:lnTo>
                  <a:pt x="139" y="2782"/>
                </a:lnTo>
                <a:lnTo>
                  <a:pt x="104" y="2729"/>
                </a:lnTo>
                <a:lnTo>
                  <a:pt x="75" y="2674"/>
                </a:lnTo>
                <a:lnTo>
                  <a:pt x="51" y="2617"/>
                </a:lnTo>
                <a:lnTo>
                  <a:pt x="30" y="2560"/>
                </a:lnTo>
                <a:lnTo>
                  <a:pt x="15" y="2501"/>
                </a:lnTo>
                <a:lnTo>
                  <a:pt x="5" y="2441"/>
                </a:lnTo>
                <a:lnTo>
                  <a:pt x="0" y="2381"/>
                </a:lnTo>
                <a:lnTo>
                  <a:pt x="0" y="2321"/>
                </a:lnTo>
                <a:lnTo>
                  <a:pt x="5" y="2260"/>
                </a:lnTo>
                <a:lnTo>
                  <a:pt x="15" y="2200"/>
                </a:lnTo>
                <a:lnTo>
                  <a:pt x="30" y="2141"/>
                </a:lnTo>
                <a:lnTo>
                  <a:pt x="51" y="2083"/>
                </a:lnTo>
                <a:lnTo>
                  <a:pt x="75" y="2027"/>
                </a:lnTo>
                <a:lnTo>
                  <a:pt x="104" y="1972"/>
                </a:lnTo>
                <a:lnTo>
                  <a:pt x="139" y="1920"/>
                </a:lnTo>
                <a:lnTo>
                  <a:pt x="178" y="1869"/>
                </a:lnTo>
                <a:lnTo>
                  <a:pt x="224" y="1822"/>
                </a:lnTo>
                <a:lnTo>
                  <a:pt x="1815" y="281"/>
                </a:lnTo>
                <a:lnTo>
                  <a:pt x="1872" y="230"/>
                </a:lnTo>
                <a:lnTo>
                  <a:pt x="1931" y="183"/>
                </a:lnTo>
                <a:lnTo>
                  <a:pt x="1992" y="143"/>
                </a:lnTo>
                <a:lnTo>
                  <a:pt x="2057" y="108"/>
                </a:lnTo>
                <a:lnTo>
                  <a:pt x="2123" y="76"/>
                </a:lnTo>
                <a:lnTo>
                  <a:pt x="2191" y="51"/>
                </a:lnTo>
                <a:lnTo>
                  <a:pt x="2261" y="31"/>
                </a:lnTo>
                <a:lnTo>
                  <a:pt x="2331" y="15"/>
                </a:lnTo>
                <a:lnTo>
                  <a:pt x="2402" y="5"/>
                </a:lnTo>
                <a:lnTo>
                  <a:pt x="2474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lvl="0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27" name="그룹 26"/>
          <p:cNvGrpSpPr/>
          <p:nvPr/>
        </p:nvGrpSpPr>
        <p:grpSpPr>
          <a:xfrm>
            <a:off x="393568" y="656552"/>
            <a:ext cx="323769" cy="323769"/>
            <a:chOff x="1593332" y="2172798"/>
            <a:chExt cx="1083168" cy="1083168"/>
          </a:xfrm>
        </p:grpSpPr>
        <p:sp>
          <p:nvSpPr>
            <p:cNvPr id="28" name="타원 27"/>
            <p:cNvSpPr/>
            <p:nvPr/>
          </p:nvSpPr>
          <p:spPr>
            <a:xfrm>
              <a:off x="1593332" y="2172798"/>
              <a:ext cx="1083168" cy="1083168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b="1">
                <a:solidFill>
                  <a:prstClr val="white"/>
                </a:solidFill>
              </a:endParaRPr>
            </a:p>
          </p:txBody>
        </p:sp>
        <p:pic>
          <p:nvPicPr>
            <p:cNvPr id="29" name="그림 28"/>
            <p:cNvPicPr>
              <a:picLocks noChangeAspect="1"/>
            </p:cNvPicPr>
            <p:nvPr/>
          </p:nvPicPr>
          <p:blipFill rotWithShape="1">
            <a:blip r:embed="rId2"/>
            <a:stretch>
              <a:fillRect/>
            </a:stretch>
          </p:blipFill>
          <p:spPr>
            <a:xfrm>
              <a:off x="1741655" y="2321121"/>
              <a:ext cx="786521" cy="786521"/>
            </a:xfrm>
            <a:prstGeom prst="rect">
              <a:avLst/>
            </a:prstGeom>
          </p:spPr>
        </p:pic>
      </p:grpSp>
      <p:sp>
        <p:nvSpPr>
          <p:cNvPr id="32" name="모서리가 둥근 직사각형 31"/>
          <p:cNvSpPr/>
          <p:nvPr/>
        </p:nvSpPr>
        <p:spPr>
          <a:xfrm>
            <a:off x="350136" y="1719059"/>
            <a:ext cx="396000" cy="396000"/>
          </a:xfrm>
          <a:prstGeom prst="roundRect">
            <a:avLst>
              <a:gd name="adj" fmla="val 16667"/>
            </a:avLst>
          </a:prstGeom>
          <a:solidFill>
            <a:srgbClr val="00D6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" anchor="ctr"/>
          <a:lstStyle/>
          <a:p>
            <a:pPr lvl="0">
              <a:defRPr/>
            </a:pPr>
            <a:endParaRPr lang="en-US" altLang="ko-KR" sz="1050">
              <a:solidFill>
                <a:prstClr val="white"/>
              </a:solidFill>
            </a:endParaRPr>
          </a:p>
        </p:txBody>
      </p:sp>
      <p:grpSp>
        <p:nvGrpSpPr>
          <p:cNvPr id="20" name="Group 12"/>
          <p:cNvGrpSpPr>
            <a:grpSpLocks noChangeAspect="1"/>
          </p:cNvGrpSpPr>
          <p:nvPr/>
        </p:nvGrpSpPr>
        <p:grpSpPr>
          <a:xfrm>
            <a:off x="433464" y="1832474"/>
            <a:ext cx="229344" cy="182438"/>
            <a:chOff x="6124" y="305"/>
            <a:chExt cx="841" cy="669"/>
          </a:xfrm>
          <a:solidFill>
            <a:schemeClr val="bg1"/>
          </a:solidFill>
        </p:grpSpPr>
        <p:sp>
          <p:nvSpPr>
            <p:cNvPr id="21" name="Freeform 13"/>
            <p:cNvSpPr/>
            <p:nvPr/>
          </p:nvSpPr>
          <p:spPr>
            <a:xfrm>
              <a:off x="6244" y="440"/>
              <a:ext cx="601" cy="534"/>
            </a:xfrm>
            <a:custGeom>
              <a:avLst/>
              <a:gdLst>
                <a:gd name="T0" fmla="*/ 902 w 1802"/>
                <a:gd name="T1" fmla="*/ 0 h 1602"/>
                <a:gd name="T2" fmla="*/ 2 w 1802"/>
                <a:gd name="T3" fmla="*/ 742 h 1602"/>
                <a:gd name="T4" fmla="*/ 2 w 1802"/>
                <a:gd name="T5" fmla="*/ 743 h 1602"/>
                <a:gd name="T6" fmla="*/ 2 w 1802"/>
                <a:gd name="T7" fmla="*/ 746 h 1602"/>
                <a:gd name="T8" fmla="*/ 0 w 1802"/>
                <a:gd name="T9" fmla="*/ 749 h 1602"/>
                <a:gd name="T10" fmla="*/ 0 w 1802"/>
                <a:gd name="T11" fmla="*/ 751 h 1602"/>
                <a:gd name="T12" fmla="*/ 0 w 1802"/>
                <a:gd name="T13" fmla="*/ 1501 h 1602"/>
                <a:gd name="T14" fmla="*/ 2 w 1802"/>
                <a:gd name="T15" fmla="*/ 1521 h 1602"/>
                <a:gd name="T16" fmla="*/ 16 w 1802"/>
                <a:gd name="T17" fmla="*/ 1557 h 1602"/>
                <a:gd name="T18" fmla="*/ 30 w 1802"/>
                <a:gd name="T19" fmla="*/ 1572 h 1602"/>
                <a:gd name="T20" fmla="*/ 45 w 1802"/>
                <a:gd name="T21" fmla="*/ 1586 h 1602"/>
                <a:gd name="T22" fmla="*/ 81 w 1802"/>
                <a:gd name="T23" fmla="*/ 1601 h 1602"/>
                <a:gd name="T24" fmla="*/ 100 w 1802"/>
                <a:gd name="T25" fmla="*/ 1602 h 1602"/>
                <a:gd name="T26" fmla="*/ 702 w 1802"/>
                <a:gd name="T27" fmla="*/ 1602 h 1602"/>
                <a:gd name="T28" fmla="*/ 702 w 1802"/>
                <a:gd name="T29" fmla="*/ 1001 h 1602"/>
                <a:gd name="T30" fmla="*/ 1102 w 1802"/>
                <a:gd name="T31" fmla="*/ 1001 h 1602"/>
                <a:gd name="T32" fmla="*/ 1102 w 1802"/>
                <a:gd name="T33" fmla="*/ 1602 h 1602"/>
                <a:gd name="T34" fmla="*/ 1703 w 1802"/>
                <a:gd name="T35" fmla="*/ 1602 h 1602"/>
                <a:gd name="T36" fmla="*/ 1723 w 1802"/>
                <a:gd name="T37" fmla="*/ 1601 h 1602"/>
                <a:gd name="T38" fmla="*/ 1758 w 1802"/>
                <a:gd name="T39" fmla="*/ 1586 h 1602"/>
                <a:gd name="T40" fmla="*/ 1773 w 1802"/>
                <a:gd name="T41" fmla="*/ 1572 h 1602"/>
                <a:gd name="T42" fmla="*/ 1786 w 1802"/>
                <a:gd name="T43" fmla="*/ 1557 h 1602"/>
                <a:gd name="T44" fmla="*/ 1802 w 1802"/>
                <a:gd name="T45" fmla="*/ 1521 h 1602"/>
                <a:gd name="T46" fmla="*/ 1802 w 1802"/>
                <a:gd name="T47" fmla="*/ 1501 h 1602"/>
                <a:gd name="T48" fmla="*/ 1802 w 1802"/>
                <a:gd name="T49" fmla="*/ 751 h 1602"/>
                <a:gd name="T50" fmla="*/ 1802 w 1802"/>
                <a:gd name="T51" fmla="*/ 745 h 1602"/>
                <a:gd name="T52" fmla="*/ 1801 w 1802"/>
                <a:gd name="T53" fmla="*/ 742 h 1602"/>
                <a:gd name="T54" fmla="*/ 902 w 1802"/>
                <a:gd name="T55" fmla="*/ 0 h 1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802" h="1602">
                  <a:moveTo>
                    <a:pt x="902" y="0"/>
                  </a:moveTo>
                  <a:lnTo>
                    <a:pt x="2" y="742"/>
                  </a:lnTo>
                  <a:lnTo>
                    <a:pt x="2" y="743"/>
                  </a:lnTo>
                  <a:lnTo>
                    <a:pt x="2" y="746"/>
                  </a:lnTo>
                  <a:lnTo>
                    <a:pt x="0" y="749"/>
                  </a:lnTo>
                  <a:lnTo>
                    <a:pt x="0" y="751"/>
                  </a:lnTo>
                  <a:lnTo>
                    <a:pt x="0" y="1501"/>
                  </a:lnTo>
                  <a:lnTo>
                    <a:pt x="2" y="1521"/>
                  </a:lnTo>
                  <a:lnTo>
                    <a:pt x="16" y="1557"/>
                  </a:lnTo>
                  <a:lnTo>
                    <a:pt x="30" y="1572"/>
                  </a:lnTo>
                  <a:lnTo>
                    <a:pt x="45" y="1586"/>
                  </a:lnTo>
                  <a:lnTo>
                    <a:pt x="81" y="1601"/>
                  </a:lnTo>
                  <a:lnTo>
                    <a:pt x="100" y="1602"/>
                  </a:lnTo>
                  <a:lnTo>
                    <a:pt x="702" y="1602"/>
                  </a:lnTo>
                  <a:lnTo>
                    <a:pt x="702" y="1001"/>
                  </a:lnTo>
                  <a:lnTo>
                    <a:pt x="1102" y="1001"/>
                  </a:lnTo>
                  <a:lnTo>
                    <a:pt x="1102" y="1602"/>
                  </a:lnTo>
                  <a:lnTo>
                    <a:pt x="1703" y="1602"/>
                  </a:lnTo>
                  <a:lnTo>
                    <a:pt x="1723" y="1601"/>
                  </a:lnTo>
                  <a:lnTo>
                    <a:pt x="1758" y="1586"/>
                  </a:lnTo>
                  <a:lnTo>
                    <a:pt x="1773" y="1572"/>
                  </a:lnTo>
                  <a:lnTo>
                    <a:pt x="1786" y="1557"/>
                  </a:lnTo>
                  <a:lnTo>
                    <a:pt x="1802" y="1521"/>
                  </a:lnTo>
                  <a:lnTo>
                    <a:pt x="1802" y="1501"/>
                  </a:lnTo>
                  <a:lnTo>
                    <a:pt x="1802" y="751"/>
                  </a:lnTo>
                  <a:lnTo>
                    <a:pt x="1802" y="745"/>
                  </a:lnTo>
                  <a:lnTo>
                    <a:pt x="1801" y="742"/>
                  </a:lnTo>
                  <a:lnTo>
                    <a:pt x="90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anchor="t" anchorCtr="0">
              <a:prstTxWarp prst="textNoShape">
                <a:avLst/>
              </a:prstTxWarp>
            </a:bodyPr>
            <a:lstStyle/>
            <a:p>
              <a:pPr lvl="0"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22" name="Freeform 14"/>
            <p:cNvSpPr/>
            <p:nvPr/>
          </p:nvSpPr>
          <p:spPr>
            <a:xfrm>
              <a:off x="6124" y="305"/>
              <a:ext cx="841" cy="394"/>
            </a:xfrm>
            <a:custGeom>
              <a:avLst/>
              <a:gdLst>
                <a:gd name="T0" fmla="*/ 2505 w 2522"/>
                <a:gd name="T1" fmla="*/ 978 h 1181"/>
                <a:gd name="T2" fmla="*/ 2162 w 2522"/>
                <a:gd name="T3" fmla="*/ 694 h 1181"/>
                <a:gd name="T4" fmla="*/ 2162 w 2522"/>
                <a:gd name="T5" fmla="*/ 54 h 1181"/>
                <a:gd name="T6" fmla="*/ 2162 w 2522"/>
                <a:gd name="T7" fmla="*/ 44 h 1181"/>
                <a:gd name="T8" fmla="*/ 2155 w 2522"/>
                <a:gd name="T9" fmla="*/ 26 h 1181"/>
                <a:gd name="T10" fmla="*/ 2149 w 2522"/>
                <a:gd name="T11" fmla="*/ 18 h 1181"/>
                <a:gd name="T12" fmla="*/ 2141 w 2522"/>
                <a:gd name="T13" fmla="*/ 13 h 1181"/>
                <a:gd name="T14" fmla="*/ 2123 w 2522"/>
                <a:gd name="T15" fmla="*/ 5 h 1181"/>
                <a:gd name="T16" fmla="*/ 2113 w 2522"/>
                <a:gd name="T17" fmla="*/ 5 h 1181"/>
                <a:gd name="T18" fmla="*/ 1812 w 2522"/>
                <a:gd name="T19" fmla="*/ 5 h 1181"/>
                <a:gd name="T20" fmla="*/ 1802 w 2522"/>
                <a:gd name="T21" fmla="*/ 5 h 1181"/>
                <a:gd name="T22" fmla="*/ 1783 w 2522"/>
                <a:gd name="T23" fmla="*/ 13 h 1181"/>
                <a:gd name="T24" fmla="*/ 1776 w 2522"/>
                <a:gd name="T25" fmla="*/ 18 h 1181"/>
                <a:gd name="T26" fmla="*/ 1770 w 2522"/>
                <a:gd name="T27" fmla="*/ 26 h 1181"/>
                <a:gd name="T28" fmla="*/ 1763 w 2522"/>
                <a:gd name="T29" fmla="*/ 44 h 1181"/>
                <a:gd name="T30" fmla="*/ 1762 w 2522"/>
                <a:gd name="T31" fmla="*/ 54 h 1181"/>
                <a:gd name="T32" fmla="*/ 1762 w 2522"/>
                <a:gd name="T33" fmla="*/ 360 h 1181"/>
                <a:gd name="T34" fmla="*/ 1380 w 2522"/>
                <a:gd name="T35" fmla="*/ 41 h 1181"/>
                <a:gd name="T36" fmla="*/ 1354 w 2522"/>
                <a:gd name="T37" fmla="*/ 23 h 1181"/>
                <a:gd name="T38" fmla="*/ 1295 w 2522"/>
                <a:gd name="T39" fmla="*/ 1 h 1181"/>
                <a:gd name="T40" fmla="*/ 1262 w 2522"/>
                <a:gd name="T41" fmla="*/ 0 h 1181"/>
                <a:gd name="T42" fmla="*/ 1227 w 2522"/>
                <a:gd name="T43" fmla="*/ 1 h 1181"/>
                <a:gd name="T44" fmla="*/ 1168 w 2522"/>
                <a:gd name="T45" fmla="*/ 23 h 1181"/>
                <a:gd name="T46" fmla="*/ 1142 w 2522"/>
                <a:gd name="T47" fmla="*/ 41 h 1181"/>
                <a:gd name="T48" fmla="*/ 17 w 2522"/>
                <a:gd name="T49" fmla="*/ 978 h 1181"/>
                <a:gd name="T50" fmla="*/ 10 w 2522"/>
                <a:gd name="T51" fmla="*/ 985 h 1181"/>
                <a:gd name="T52" fmla="*/ 1 w 2522"/>
                <a:gd name="T53" fmla="*/ 1001 h 1181"/>
                <a:gd name="T54" fmla="*/ 0 w 2522"/>
                <a:gd name="T55" fmla="*/ 1012 h 1181"/>
                <a:gd name="T56" fmla="*/ 0 w 2522"/>
                <a:gd name="T57" fmla="*/ 1023 h 1181"/>
                <a:gd name="T58" fmla="*/ 6 w 2522"/>
                <a:gd name="T59" fmla="*/ 1040 h 1181"/>
                <a:gd name="T60" fmla="*/ 12 w 2522"/>
                <a:gd name="T61" fmla="*/ 1048 h 1181"/>
                <a:gd name="T62" fmla="*/ 108 w 2522"/>
                <a:gd name="T63" fmla="*/ 1164 h 1181"/>
                <a:gd name="T64" fmla="*/ 122 w 2522"/>
                <a:gd name="T65" fmla="*/ 1177 h 1181"/>
                <a:gd name="T66" fmla="*/ 141 w 2522"/>
                <a:gd name="T67" fmla="*/ 1181 h 1181"/>
                <a:gd name="T68" fmla="*/ 160 w 2522"/>
                <a:gd name="T69" fmla="*/ 1181 h 1181"/>
                <a:gd name="T70" fmla="*/ 179 w 2522"/>
                <a:gd name="T71" fmla="*/ 1171 h 1181"/>
                <a:gd name="T72" fmla="*/ 1262 w 2522"/>
                <a:gd name="T73" fmla="*/ 268 h 1181"/>
                <a:gd name="T74" fmla="*/ 2344 w 2522"/>
                <a:gd name="T75" fmla="*/ 1171 h 1181"/>
                <a:gd name="T76" fmla="*/ 2358 w 2522"/>
                <a:gd name="T77" fmla="*/ 1180 h 1181"/>
                <a:gd name="T78" fmla="*/ 2377 w 2522"/>
                <a:gd name="T79" fmla="*/ 1181 h 1181"/>
                <a:gd name="T80" fmla="*/ 2383 w 2522"/>
                <a:gd name="T81" fmla="*/ 1181 h 1181"/>
                <a:gd name="T82" fmla="*/ 2401 w 2522"/>
                <a:gd name="T83" fmla="*/ 1177 h 1181"/>
                <a:gd name="T84" fmla="*/ 2414 w 2522"/>
                <a:gd name="T85" fmla="*/ 1164 h 1181"/>
                <a:gd name="T86" fmla="*/ 2512 w 2522"/>
                <a:gd name="T87" fmla="*/ 1048 h 1181"/>
                <a:gd name="T88" fmla="*/ 2518 w 2522"/>
                <a:gd name="T89" fmla="*/ 1040 h 1181"/>
                <a:gd name="T90" fmla="*/ 2522 w 2522"/>
                <a:gd name="T91" fmla="*/ 1023 h 1181"/>
                <a:gd name="T92" fmla="*/ 2522 w 2522"/>
                <a:gd name="T93" fmla="*/ 1012 h 1181"/>
                <a:gd name="T94" fmla="*/ 2521 w 2522"/>
                <a:gd name="T95" fmla="*/ 1001 h 1181"/>
                <a:gd name="T96" fmla="*/ 2512 w 2522"/>
                <a:gd name="T97" fmla="*/ 985 h 1181"/>
                <a:gd name="T98" fmla="*/ 2505 w 2522"/>
                <a:gd name="T99" fmla="*/ 978 h 1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22" h="1181">
                  <a:moveTo>
                    <a:pt x="2505" y="978"/>
                  </a:moveTo>
                  <a:lnTo>
                    <a:pt x="2162" y="694"/>
                  </a:lnTo>
                  <a:lnTo>
                    <a:pt x="2162" y="54"/>
                  </a:lnTo>
                  <a:lnTo>
                    <a:pt x="2162" y="44"/>
                  </a:lnTo>
                  <a:lnTo>
                    <a:pt x="2155" y="26"/>
                  </a:lnTo>
                  <a:lnTo>
                    <a:pt x="2149" y="18"/>
                  </a:lnTo>
                  <a:lnTo>
                    <a:pt x="2141" y="13"/>
                  </a:lnTo>
                  <a:lnTo>
                    <a:pt x="2123" y="5"/>
                  </a:lnTo>
                  <a:lnTo>
                    <a:pt x="2113" y="5"/>
                  </a:lnTo>
                  <a:lnTo>
                    <a:pt x="1812" y="5"/>
                  </a:lnTo>
                  <a:lnTo>
                    <a:pt x="1802" y="5"/>
                  </a:lnTo>
                  <a:lnTo>
                    <a:pt x="1783" y="13"/>
                  </a:lnTo>
                  <a:lnTo>
                    <a:pt x="1776" y="18"/>
                  </a:lnTo>
                  <a:lnTo>
                    <a:pt x="1770" y="26"/>
                  </a:lnTo>
                  <a:lnTo>
                    <a:pt x="1763" y="44"/>
                  </a:lnTo>
                  <a:lnTo>
                    <a:pt x="1762" y="54"/>
                  </a:lnTo>
                  <a:lnTo>
                    <a:pt x="1762" y="360"/>
                  </a:lnTo>
                  <a:lnTo>
                    <a:pt x="1380" y="41"/>
                  </a:lnTo>
                  <a:lnTo>
                    <a:pt x="1354" y="23"/>
                  </a:lnTo>
                  <a:lnTo>
                    <a:pt x="1295" y="1"/>
                  </a:lnTo>
                  <a:lnTo>
                    <a:pt x="1262" y="0"/>
                  </a:lnTo>
                  <a:lnTo>
                    <a:pt x="1227" y="1"/>
                  </a:lnTo>
                  <a:lnTo>
                    <a:pt x="1168" y="23"/>
                  </a:lnTo>
                  <a:lnTo>
                    <a:pt x="1142" y="41"/>
                  </a:lnTo>
                  <a:lnTo>
                    <a:pt x="17" y="978"/>
                  </a:lnTo>
                  <a:lnTo>
                    <a:pt x="10" y="985"/>
                  </a:lnTo>
                  <a:lnTo>
                    <a:pt x="1" y="1001"/>
                  </a:lnTo>
                  <a:lnTo>
                    <a:pt x="0" y="1012"/>
                  </a:lnTo>
                  <a:lnTo>
                    <a:pt x="0" y="1023"/>
                  </a:lnTo>
                  <a:lnTo>
                    <a:pt x="6" y="1040"/>
                  </a:lnTo>
                  <a:lnTo>
                    <a:pt x="12" y="1048"/>
                  </a:lnTo>
                  <a:lnTo>
                    <a:pt x="108" y="1164"/>
                  </a:lnTo>
                  <a:lnTo>
                    <a:pt x="122" y="1177"/>
                  </a:lnTo>
                  <a:lnTo>
                    <a:pt x="141" y="1181"/>
                  </a:lnTo>
                  <a:lnTo>
                    <a:pt x="160" y="1181"/>
                  </a:lnTo>
                  <a:lnTo>
                    <a:pt x="179" y="1171"/>
                  </a:lnTo>
                  <a:lnTo>
                    <a:pt x="1262" y="268"/>
                  </a:lnTo>
                  <a:lnTo>
                    <a:pt x="2344" y="1171"/>
                  </a:lnTo>
                  <a:lnTo>
                    <a:pt x="2358" y="1180"/>
                  </a:lnTo>
                  <a:lnTo>
                    <a:pt x="2377" y="1181"/>
                  </a:lnTo>
                  <a:lnTo>
                    <a:pt x="2383" y="1181"/>
                  </a:lnTo>
                  <a:lnTo>
                    <a:pt x="2401" y="1177"/>
                  </a:lnTo>
                  <a:lnTo>
                    <a:pt x="2414" y="1164"/>
                  </a:lnTo>
                  <a:lnTo>
                    <a:pt x="2512" y="1048"/>
                  </a:lnTo>
                  <a:lnTo>
                    <a:pt x="2518" y="1040"/>
                  </a:lnTo>
                  <a:lnTo>
                    <a:pt x="2522" y="1023"/>
                  </a:lnTo>
                  <a:lnTo>
                    <a:pt x="2522" y="1012"/>
                  </a:lnTo>
                  <a:lnTo>
                    <a:pt x="2521" y="1001"/>
                  </a:lnTo>
                  <a:lnTo>
                    <a:pt x="2512" y="985"/>
                  </a:lnTo>
                  <a:lnTo>
                    <a:pt x="2505" y="97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anchor="t" anchorCtr="0">
              <a:prstTxWarp prst="textNoShape">
                <a:avLst/>
              </a:prstTxWarp>
            </a:bodyPr>
            <a:lstStyle/>
            <a:p>
              <a:pPr lvl="0"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35" name="타원 34"/>
          <p:cNvSpPr/>
          <p:nvPr/>
        </p:nvSpPr>
        <p:spPr>
          <a:xfrm>
            <a:off x="578088" y="2370814"/>
            <a:ext cx="177525" cy="17752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anchor="ctr"/>
          <a:lstStyle/>
          <a:p>
            <a:pPr algn="ctr">
              <a:defRPr/>
            </a:pPr>
            <a:r>
              <a:rPr lang="en-US" altLang="ko-KR" sz="1000">
                <a:solidFill>
                  <a:prstClr val="white"/>
                </a:solidFill>
              </a:rPr>
              <a:t>3</a:t>
            </a:r>
          </a:p>
        </p:txBody>
      </p:sp>
      <p:sp>
        <p:nvSpPr>
          <p:cNvPr id="38" name="직사각형 37"/>
          <p:cNvSpPr/>
          <p:nvPr/>
        </p:nvSpPr>
        <p:spPr>
          <a:xfrm>
            <a:off x="1420813" y="537998"/>
            <a:ext cx="6096000" cy="907896"/>
          </a:xfrm>
          <a:prstGeom prst="rect">
            <a:avLst/>
          </a:prstGeom>
        </p:spPr>
        <p:txBody>
          <a:bodyPr>
            <a:spAutoFit/>
          </a:bodyPr>
          <a:lstStyle/>
          <a:p>
            <a:pPr latinLnBrk="0">
              <a:lnSpc>
                <a:spcPct val="150000"/>
              </a:lnSpc>
              <a:defRPr/>
            </a:pPr>
            <a:r>
              <a:rPr lang="en-US" altLang="ko-KR" sz="2600" b="1" i="1" kern="0">
                <a:solidFill>
                  <a:prstClr val="black">
                    <a:lumMod val="65000"/>
                    <a:lumOff val="35000"/>
                  </a:prstClr>
                </a:solidFill>
              </a:rPr>
              <a:t>OUTLINE</a:t>
            </a:r>
            <a:endParaRPr lang="ko-KR" altLang="en-US" sz="2600" b="1" i="1" kern="0">
              <a:solidFill>
                <a:prstClr val="black">
                  <a:lumMod val="65000"/>
                  <a:lumOff val="35000"/>
                </a:prstClr>
              </a:solidFill>
            </a:endParaRPr>
          </a:p>
          <a:p>
            <a:pPr latinLnBrk="0">
              <a:lnSpc>
                <a:spcPct val="150000"/>
              </a:lnSpc>
              <a:defRPr/>
            </a:pPr>
            <a:r>
              <a:rPr lang="en-US" altLang="ko-KR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BACKGROUND&gt;</a:t>
            </a:r>
            <a:r>
              <a:rPr lang="en-US" altLang="ko-KR" sz="1000" b="1" kern="0">
                <a:solidFill>
                  <a:schemeClr val="accent6"/>
                </a:solidFill>
              </a:rPr>
              <a:t>PURPOSE</a:t>
            </a:r>
            <a:r>
              <a:rPr lang="en-US" altLang="ko-KR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&gt;EXPECT&gt;TEAM</a:t>
            </a:r>
          </a:p>
        </p:txBody>
      </p:sp>
      <p:sp>
        <p:nvSpPr>
          <p:cNvPr id="40" name="모서리가 둥근 직사각형 39"/>
          <p:cNvSpPr/>
          <p:nvPr/>
        </p:nvSpPr>
        <p:spPr>
          <a:xfrm>
            <a:off x="1514699" y="1646917"/>
            <a:ext cx="9864501" cy="4279543"/>
          </a:xfrm>
          <a:prstGeom prst="roundRect">
            <a:avLst>
              <a:gd name="adj" fmla="val 3424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" anchor="ctr"/>
          <a:lstStyle/>
          <a:p>
            <a:pPr lvl="0">
              <a:defRPr/>
            </a:pPr>
            <a:endParaRPr lang="en-US" altLang="ko-KR" sz="1050">
              <a:solidFill>
                <a:srgbClr val="264259"/>
              </a:solidFill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1674487" y="1837813"/>
            <a:ext cx="9545326" cy="35934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sz="1600" b="1">
                <a:solidFill>
                  <a:srgbClr val="00D65E"/>
                </a:solidFill>
              </a:rPr>
              <a:t>PURPOSE</a:t>
            </a:r>
            <a:endParaRPr lang="ko-KR" altLang="en-US" sz="1600" b="1">
              <a:solidFill>
                <a:srgbClr val="00D65E"/>
              </a:solidFill>
            </a:endParaRPr>
          </a:p>
          <a:p>
            <a:pPr marL="381000" marR="19050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sz="1100" b="0" i="0" u="none" strike="noStrike"/>
          </a:p>
          <a:p>
            <a:pPr marL="381000" marR="190500">
              <a:lnSpc>
                <a:spcPct val="180000"/>
              </a:lnSpc>
              <a:defRPr/>
            </a:pPr>
            <a:r>
              <a:rPr lang="en-US" altLang="ko-KR" sz="1300"/>
              <a:t>Ask the user to collect data through a survey.</a:t>
            </a:r>
          </a:p>
          <a:p>
            <a:pPr marL="381000" marR="190500">
              <a:lnSpc>
                <a:spcPct val="180000"/>
              </a:lnSpc>
              <a:defRPr/>
            </a:pPr>
            <a:endParaRPr lang="en-US" altLang="ko-KR" sz="1300"/>
          </a:p>
          <a:p>
            <a:pPr marL="381000" marR="190500">
              <a:lnSpc>
                <a:spcPct val="180000"/>
              </a:lnSpc>
              <a:defRPr/>
            </a:pPr>
            <a:r>
              <a:rPr lang="en-US" altLang="ko-KR" sz="1300"/>
              <a:t>Analyze the type based on the user's gender, age, academic background, sleep time, and learning time, </a:t>
            </a:r>
          </a:p>
          <a:p>
            <a:pPr marL="381000" marR="190500">
              <a:lnSpc>
                <a:spcPct val="180000"/>
              </a:lnSpc>
              <a:defRPr/>
            </a:pPr>
            <a:r>
              <a:rPr lang="en-US" altLang="ko-KR" sz="1300"/>
              <a:t>and present efficient learning methods according to the type.</a:t>
            </a:r>
          </a:p>
          <a:p>
            <a:pPr marL="381000" marR="19050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sz="1300" b="0" i="0" u="none" strike="noStrike"/>
          </a:p>
          <a:p>
            <a:pPr marL="381000" marR="190500">
              <a:lnSpc>
                <a:spcPct val="180000"/>
              </a:lnSpc>
              <a:defRPr/>
            </a:pPr>
            <a:r>
              <a:rPr lang="en-US" altLang="ko-KR" sz="1300"/>
              <a:t>After a period of time, ask the user again for a survey to determine the values that have changed. </a:t>
            </a:r>
          </a:p>
          <a:p>
            <a:pPr marL="381000" marR="190500">
              <a:lnSpc>
                <a:spcPct val="180000"/>
              </a:lnSpc>
              <a:defRPr/>
            </a:pPr>
            <a:r>
              <a:rPr lang="en-US" altLang="ko-KR" sz="1300"/>
              <a:t>If any of the values have changed, modify them to fit users type, and then proposal a new method of learning.</a:t>
            </a:r>
          </a:p>
          <a:p>
            <a:pPr marL="381000" marR="19050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1300" b="0" i="0" u="none" strike="noStrike"/>
          </a:p>
        </p:txBody>
      </p:sp>
      <p:sp>
        <p:nvSpPr>
          <p:cNvPr id="51" name="타원 50"/>
          <p:cNvSpPr/>
          <p:nvPr/>
        </p:nvSpPr>
        <p:spPr>
          <a:xfrm>
            <a:off x="555404" y="4304681"/>
            <a:ext cx="177525" cy="17752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anchor="ctr"/>
          <a:lstStyle/>
          <a:p>
            <a:pPr algn="ctr">
              <a:defRPr/>
            </a:pPr>
            <a:r>
              <a:rPr lang="en-US" altLang="ko-KR" sz="600">
                <a:solidFill>
                  <a:prstClr val="white"/>
                </a:solidFill>
              </a:rPr>
              <a:t>off</a:t>
            </a:r>
            <a:endParaRPr lang="ko-KR" altLang="en-US" sz="600">
              <a:solidFill>
                <a:prstClr val="white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한쪽 모서리가 둥근 사각형 35"/>
          <p:cNvSpPr/>
          <p:nvPr/>
        </p:nvSpPr>
        <p:spPr>
          <a:xfrm>
            <a:off x="0" y="0"/>
            <a:ext cx="3848100" cy="5549900"/>
          </a:xfrm>
          <a:prstGeom prst="round1Rect">
            <a:avLst>
              <a:gd name="adj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5" name="모서리가 둥근 직사각형 4"/>
          <p:cNvSpPr/>
          <p:nvPr/>
        </p:nvSpPr>
        <p:spPr>
          <a:xfrm>
            <a:off x="236537" y="304800"/>
            <a:ext cx="11669713" cy="6265862"/>
          </a:xfrm>
          <a:prstGeom prst="roundRect">
            <a:avLst>
              <a:gd name="adj" fmla="val 4810"/>
            </a:avLst>
          </a:prstGeom>
          <a:solidFill>
            <a:srgbClr val="264259"/>
          </a:solidFill>
          <a:ln w="63500">
            <a:solidFill>
              <a:schemeClr val="tx2">
                <a:lumMod val="50000"/>
              </a:schemeClr>
            </a:solidFill>
          </a:ln>
          <a:effectLst>
            <a:outerShdw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6" name="양쪽 모서리가 둥근 사각형 5"/>
          <p:cNvSpPr/>
          <p:nvPr/>
        </p:nvSpPr>
        <p:spPr>
          <a:xfrm rot="5400000">
            <a:off x="3271463" y="-2062957"/>
            <a:ext cx="6192000" cy="11001376"/>
          </a:xfrm>
          <a:prstGeom prst="round2SameRect">
            <a:avLst>
              <a:gd name="adj1" fmla="val 4506"/>
              <a:gd name="adj2" fmla="val 0"/>
            </a:avLst>
          </a:prstGeom>
          <a:solidFill>
            <a:schemeClr val="bg1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5" name="자유형 14"/>
          <p:cNvSpPr/>
          <p:nvPr/>
        </p:nvSpPr>
        <p:spPr>
          <a:xfrm>
            <a:off x="1574800" y="1863725"/>
            <a:ext cx="73025" cy="85725"/>
          </a:xfrm>
          <a:custGeom>
            <a:avLst/>
            <a:gdLst>
              <a:gd name="connsiteX0" fmla="*/ 0 w 73025"/>
              <a:gd name="connsiteY0" fmla="*/ 31750 h 85725"/>
              <a:gd name="connsiteX1" fmla="*/ 31750 w 73025"/>
              <a:gd name="connsiteY1" fmla="*/ 85725 h 85725"/>
              <a:gd name="connsiteX2" fmla="*/ 73025 w 73025"/>
              <a:gd name="connsiteY2" fmla="*/ 0 h 85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3025" h="85725">
                <a:moveTo>
                  <a:pt x="0" y="31750"/>
                </a:moveTo>
                <a:lnTo>
                  <a:pt x="31750" y="85725"/>
                </a:lnTo>
                <a:lnTo>
                  <a:pt x="73025" y="0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9" name="Freeform 9"/>
          <p:cNvSpPr/>
          <p:nvPr/>
        </p:nvSpPr>
        <p:spPr>
          <a:xfrm>
            <a:off x="477298" y="2470961"/>
            <a:ext cx="141676" cy="186968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lvl="0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23" name="Freeform 36"/>
          <p:cNvSpPr>
            <a:spLocks noEditPoints="1"/>
          </p:cNvSpPr>
          <p:nvPr/>
        </p:nvSpPr>
        <p:spPr>
          <a:xfrm>
            <a:off x="491434" y="4397002"/>
            <a:ext cx="113404" cy="190736"/>
          </a:xfrm>
          <a:custGeom>
            <a:avLst/>
            <a:gdLst>
              <a:gd name="T0" fmla="*/ 937 w 1926"/>
              <a:gd name="T1" fmla="*/ 3639 h 4045"/>
              <a:gd name="T2" fmla="*/ 893 w 1926"/>
              <a:gd name="T3" fmla="*/ 3665 h 4045"/>
              <a:gd name="T4" fmla="*/ 863 w 1926"/>
              <a:gd name="T5" fmla="*/ 3712 h 4045"/>
              <a:gd name="T6" fmla="*/ 851 w 1926"/>
              <a:gd name="T7" fmla="*/ 3772 h 4045"/>
              <a:gd name="T8" fmla="*/ 863 w 1926"/>
              <a:gd name="T9" fmla="*/ 3832 h 4045"/>
              <a:gd name="T10" fmla="*/ 893 w 1926"/>
              <a:gd name="T11" fmla="*/ 3878 h 4045"/>
              <a:gd name="T12" fmla="*/ 937 w 1926"/>
              <a:gd name="T13" fmla="*/ 3905 h 4045"/>
              <a:gd name="T14" fmla="*/ 988 w 1926"/>
              <a:gd name="T15" fmla="*/ 3905 h 4045"/>
              <a:gd name="T16" fmla="*/ 1033 w 1926"/>
              <a:gd name="T17" fmla="*/ 3878 h 4045"/>
              <a:gd name="T18" fmla="*/ 1064 w 1926"/>
              <a:gd name="T19" fmla="*/ 3832 h 4045"/>
              <a:gd name="T20" fmla="*/ 1075 w 1926"/>
              <a:gd name="T21" fmla="*/ 3772 h 4045"/>
              <a:gd name="T22" fmla="*/ 1064 w 1926"/>
              <a:gd name="T23" fmla="*/ 3712 h 4045"/>
              <a:gd name="T24" fmla="*/ 1033 w 1926"/>
              <a:gd name="T25" fmla="*/ 3665 h 4045"/>
              <a:gd name="T26" fmla="*/ 988 w 1926"/>
              <a:gd name="T27" fmla="*/ 3639 h 4045"/>
              <a:gd name="T28" fmla="*/ 156 w 1926"/>
              <a:gd name="T29" fmla="*/ 434 h 4045"/>
              <a:gd name="T30" fmla="*/ 1770 w 1926"/>
              <a:gd name="T31" fmla="*/ 3540 h 4045"/>
              <a:gd name="T32" fmla="*/ 156 w 1926"/>
              <a:gd name="T33" fmla="*/ 434 h 4045"/>
              <a:gd name="T34" fmla="*/ 716 w 1926"/>
              <a:gd name="T35" fmla="*/ 200 h 4045"/>
              <a:gd name="T36" fmla="*/ 701 w 1926"/>
              <a:gd name="T37" fmla="*/ 217 h 4045"/>
              <a:gd name="T38" fmla="*/ 701 w 1926"/>
              <a:gd name="T39" fmla="*/ 243 h 4045"/>
              <a:gd name="T40" fmla="*/ 716 w 1926"/>
              <a:gd name="T41" fmla="*/ 260 h 4045"/>
              <a:gd name="T42" fmla="*/ 1199 w 1926"/>
              <a:gd name="T43" fmla="*/ 262 h 4045"/>
              <a:gd name="T44" fmla="*/ 1218 w 1926"/>
              <a:gd name="T45" fmla="*/ 254 h 4045"/>
              <a:gd name="T46" fmla="*/ 1226 w 1926"/>
              <a:gd name="T47" fmla="*/ 230 h 4045"/>
              <a:gd name="T48" fmla="*/ 1218 w 1926"/>
              <a:gd name="T49" fmla="*/ 207 h 4045"/>
              <a:gd name="T50" fmla="*/ 1199 w 1926"/>
              <a:gd name="T51" fmla="*/ 197 h 4045"/>
              <a:gd name="T52" fmla="*/ 224 w 1926"/>
              <a:gd name="T53" fmla="*/ 0 h 4045"/>
              <a:gd name="T54" fmla="*/ 1738 w 1926"/>
              <a:gd name="T55" fmla="*/ 4 h 4045"/>
              <a:gd name="T56" fmla="*/ 1805 w 1926"/>
              <a:gd name="T57" fmla="*/ 31 h 4045"/>
              <a:gd name="T58" fmla="*/ 1860 w 1926"/>
              <a:gd name="T59" fmla="*/ 81 h 4045"/>
              <a:gd name="T60" fmla="*/ 1900 w 1926"/>
              <a:gd name="T61" fmla="*/ 148 h 4045"/>
              <a:gd name="T62" fmla="*/ 1923 w 1926"/>
              <a:gd name="T63" fmla="*/ 229 h 4045"/>
              <a:gd name="T64" fmla="*/ 1926 w 1926"/>
              <a:gd name="T65" fmla="*/ 3772 h 4045"/>
              <a:gd name="T66" fmla="*/ 1915 w 1926"/>
              <a:gd name="T67" fmla="*/ 3857 h 4045"/>
              <a:gd name="T68" fmla="*/ 1882 w 1926"/>
              <a:gd name="T69" fmla="*/ 3932 h 4045"/>
              <a:gd name="T70" fmla="*/ 1834 w 1926"/>
              <a:gd name="T71" fmla="*/ 3992 h 4045"/>
              <a:gd name="T72" fmla="*/ 1773 w 1926"/>
              <a:gd name="T73" fmla="*/ 4032 h 4045"/>
              <a:gd name="T74" fmla="*/ 1702 w 1926"/>
              <a:gd name="T75" fmla="*/ 4045 h 4045"/>
              <a:gd name="T76" fmla="*/ 188 w 1926"/>
              <a:gd name="T77" fmla="*/ 4041 h 4045"/>
              <a:gd name="T78" fmla="*/ 122 w 1926"/>
              <a:gd name="T79" fmla="*/ 4014 h 4045"/>
              <a:gd name="T80" fmla="*/ 66 w 1926"/>
              <a:gd name="T81" fmla="*/ 3964 h 4045"/>
              <a:gd name="T82" fmla="*/ 25 w 1926"/>
              <a:gd name="T83" fmla="*/ 3897 h 4045"/>
              <a:gd name="T84" fmla="*/ 3 w 1926"/>
              <a:gd name="T85" fmla="*/ 3816 h 4045"/>
              <a:gd name="T86" fmla="*/ 0 w 1926"/>
              <a:gd name="T87" fmla="*/ 273 h 4045"/>
              <a:gd name="T88" fmla="*/ 12 w 1926"/>
              <a:gd name="T89" fmla="*/ 188 h 4045"/>
              <a:gd name="T90" fmla="*/ 43 w 1926"/>
              <a:gd name="T91" fmla="*/ 113 h 4045"/>
              <a:gd name="T92" fmla="*/ 92 w 1926"/>
              <a:gd name="T93" fmla="*/ 53 h 4045"/>
              <a:gd name="T94" fmla="*/ 154 w 1926"/>
              <a:gd name="T95" fmla="*/ 13 h 4045"/>
              <a:gd name="T96" fmla="*/ 224 w 1926"/>
              <a:gd name="T97" fmla="*/ 0 h 40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926" h="4045">
                <a:moveTo>
                  <a:pt x="963" y="3636"/>
                </a:moveTo>
                <a:lnTo>
                  <a:pt x="937" y="3639"/>
                </a:lnTo>
                <a:lnTo>
                  <a:pt x="914" y="3649"/>
                </a:lnTo>
                <a:lnTo>
                  <a:pt x="893" y="3665"/>
                </a:lnTo>
                <a:lnTo>
                  <a:pt x="876" y="3686"/>
                </a:lnTo>
                <a:lnTo>
                  <a:pt x="863" y="3712"/>
                </a:lnTo>
                <a:lnTo>
                  <a:pt x="854" y="3741"/>
                </a:lnTo>
                <a:lnTo>
                  <a:pt x="851" y="3772"/>
                </a:lnTo>
                <a:lnTo>
                  <a:pt x="854" y="3804"/>
                </a:lnTo>
                <a:lnTo>
                  <a:pt x="863" y="3832"/>
                </a:lnTo>
                <a:lnTo>
                  <a:pt x="876" y="3857"/>
                </a:lnTo>
                <a:lnTo>
                  <a:pt x="893" y="3878"/>
                </a:lnTo>
                <a:lnTo>
                  <a:pt x="914" y="3894"/>
                </a:lnTo>
                <a:lnTo>
                  <a:pt x="937" y="3905"/>
                </a:lnTo>
                <a:lnTo>
                  <a:pt x="963" y="3909"/>
                </a:lnTo>
                <a:lnTo>
                  <a:pt x="988" y="3905"/>
                </a:lnTo>
                <a:lnTo>
                  <a:pt x="1013" y="3894"/>
                </a:lnTo>
                <a:lnTo>
                  <a:pt x="1033" y="3878"/>
                </a:lnTo>
                <a:lnTo>
                  <a:pt x="1051" y="3857"/>
                </a:lnTo>
                <a:lnTo>
                  <a:pt x="1064" y="3832"/>
                </a:lnTo>
                <a:lnTo>
                  <a:pt x="1072" y="3804"/>
                </a:lnTo>
                <a:lnTo>
                  <a:pt x="1075" y="3772"/>
                </a:lnTo>
                <a:lnTo>
                  <a:pt x="1072" y="3741"/>
                </a:lnTo>
                <a:lnTo>
                  <a:pt x="1064" y="3712"/>
                </a:lnTo>
                <a:lnTo>
                  <a:pt x="1051" y="3686"/>
                </a:lnTo>
                <a:lnTo>
                  <a:pt x="1033" y="3665"/>
                </a:lnTo>
                <a:lnTo>
                  <a:pt x="1013" y="3649"/>
                </a:lnTo>
                <a:lnTo>
                  <a:pt x="988" y="3639"/>
                </a:lnTo>
                <a:lnTo>
                  <a:pt x="963" y="3636"/>
                </a:lnTo>
                <a:close/>
                <a:moveTo>
                  <a:pt x="156" y="434"/>
                </a:moveTo>
                <a:lnTo>
                  <a:pt x="156" y="3540"/>
                </a:lnTo>
                <a:lnTo>
                  <a:pt x="1770" y="3540"/>
                </a:lnTo>
                <a:lnTo>
                  <a:pt x="1770" y="434"/>
                </a:lnTo>
                <a:lnTo>
                  <a:pt x="156" y="434"/>
                </a:lnTo>
                <a:close/>
                <a:moveTo>
                  <a:pt x="727" y="197"/>
                </a:moveTo>
                <a:lnTo>
                  <a:pt x="716" y="200"/>
                </a:lnTo>
                <a:lnTo>
                  <a:pt x="707" y="207"/>
                </a:lnTo>
                <a:lnTo>
                  <a:pt x="701" y="217"/>
                </a:lnTo>
                <a:lnTo>
                  <a:pt x="699" y="230"/>
                </a:lnTo>
                <a:lnTo>
                  <a:pt x="701" y="243"/>
                </a:lnTo>
                <a:lnTo>
                  <a:pt x="707" y="254"/>
                </a:lnTo>
                <a:lnTo>
                  <a:pt x="716" y="260"/>
                </a:lnTo>
                <a:lnTo>
                  <a:pt x="727" y="262"/>
                </a:lnTo>
                <a:lnTo>
                  <a:pt x="1199" y="262"/>
                </a:lnTo>
                <a:lnTo>
                  <a:pt x="1210" y="260"/>
                </a:lnTo>
                <a:lnTo>
                  <a:pt x="1218" y="254"/>
                </a:lnTo>
                <a:lnTo>
                  <a:pt x="1224" y="243"/>
                </a:lnTo>
                <a:lnTo>
                  <a:pt x="1226" y="230"/>
                </a:lnTo>
                <a:lnTo>
                  <a:pt x="1224" y="217"/>
                </a:lnTo>
                <a:lnTo>
                  <a:pt x="1218" y="207"/>
                </a:lnTo>
                <a:lnTo>
                  <a:pt x="1210" y="200"/>
                </a:lnTo>
                <a:lnTo>
                  <a:pt x="1199" y="197"/>
                </a:lnTo>
                <a:lnTo>
                  <a:pt x="727" y="197"/>
                </a:lnTo>
                <a:close/>
                <a:moveTo>
                  <a:pt x="224" y="0"/>
                </a:moveTo>
                <a:lnTo>
                  <a:pt x="1702" y="0"/>
                </a:lnTo>
                <a:lnTo>
                  <a:pt x="1738" y="4"/>
                </a:lnTo>
                <a:lnTo>
                  <a:pt x="1773" y="13"/>
                </a:lnTo>
                <a:lnTo>
                  <a:pt x="1805" y="31"/>
                </a:lnTo>
                <a:lnTo>
                  <a:pt x="1834" y="53"/>
                </a:lnTo>
                <a:lnTo>
                  <a:pt x="1860" y="81"/>
                </a:lnTo>
                <a:lnTo>
                  <a:pt x="1882" y="113"/>
                </a:lnTo>
                <a:lnTo>
                  <a:pt x="1900" y="148"/>
                </a:lnTo>
                <a:lnTo>
                  <a:pt x="1915" y="188"/>
                </a:lnTo>
                <a:lnTo>
                  <a:pt x="1923" y="229"/>
                </a:lnTo>
                <a:lnTo>
                  <a:pt x="1926" y="273"/>
                </a:lnTo>
                <a:lnTo>
                  <a:pt x="1926" y="3772"/>
                </a:lnTo>
                <a:lnTo>
                  <a:pt x="1923" y="3816"/>
                </a:lnTo>
                <a:lnTo>
                  <a:pt x="1915" y="3857"/>
                </a:lnTo>
                <a:lnTo>
                  <a:pt x="1900" y="3897"/>
                </a:lnTo>
                <a:lnTo>
                  <a:pt x="1882" y="3932"/>
                </a:lnTo>
                <a:lnTo>
                  <a:pt x="1860" y="3964"/>
                </a:lnTo>
                <a:lnTo>
                  <a:pt x="1834" y="3992"/>
                </a:lnTo>
                <a:lnTo>
                  <a:pt x="1805" y="4014"/>
                </a:lnTo>
                <a:lnTo>
                  <a:pt x="1773" y="4032"/>
                </a:lnTo>
                <a:lnTo>
                  <a:pt x="1738" y="4041"/>
                </a:lnTo>
                <a:lnTo>
                  <a:pt x="1702" y="4045"/>
                </a:lnTo>
                <a:lnTo>
                  <a:pt x="224" y="4045"/>
                </a:lnTo>
                <a:lnTo>
                  <a:pt x="188" y="4041"/>
                </a:lnTo>
                <a:lnTo>
                  <a:pt x="154" y="4032"/>
                </a:lnTo>
                <a:lnTo>
                  <a:pt x="122" y="4014"/>
                </a:lnTo>
                <a:lnTo>
                  <a:pt x="92" y="3992"/>
                </a:lnTo>
                <a:lnTo>
                  <a:pt x="66" y="3964"/>
                </a:lnTo>
                <a:lnTo>
                  <a:pt x="43" y="3932"/>
                </a:lnTo>
                <a:lnTo>
                  <a:pt x="25" y="3897"/>
                </a:lnTo>
                <a:lnTo>
                  <a:pt x="12" y="3857"/>
                </a:lnTo>
                <a:lnTo>
                  <a:pt x="3" y="3816"/>
                </a:lnTo>
                <a:lnTo>
                  <a:pt x="0" y="3772"/>
                </a:lnTo>
                <a:lnTo>
                  <a:pt x="0" y="273"/>
                </a:lnTo>
                <a:lnTo>
                  <a:pt x="3" y="229"/>
                </a:lnTo>
                <a:lnTo>
                  <a:pt x="12" y="188"/>
                </a:lnTo>
                <a:lnTo>
                  <a:pt x="25" y="148"/>
                </a:lnTo>
                <a:lnTo>
                  <a:pt x="43" y="113"/>
                </a:lnTo>
                <a:lnTo>
                  <a:pt x="66" y="81"/>
                </a:lnTo>
                <a:lnTo>
                  <a:pt x="92" y="53"/>
                </a:lnTo>
                <a:lnTo>
                  <a:pt x="122" y="31"/>
                </a:lnTo>
                <a:lnTo>
                  <a:pt x="154" y="13"/>
                </a:lnTo>
                <a:lnTo>
                  <a:pt x="188" y="4"/>
                </a:lnTo>
                <a:lnTo>
                  <a:pt x="224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lvl="0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24" name="자유형 23"/>
          <p:cNvSpPr/>
          <p:nvPr/>
        </p:nvSpPr>
        <p:spPr>
          <a:xfrm>
            <a:off x="462778" y="3768685"/>
            <a:ext cx="170716" cy="149410"/>
          </a:xfrm>
          <a:custGeom>
            <a:avLst/>
            <a:gdLst>
              <a:gd name="connsiteX0" fmla="*/ 149021 w 448462"/>
              <a:gd name="connsiteY0" fmla="*/ 328125 h 392491"/>
              <a:gd name="connsiteX1" fmla="*/ 210588 w 448462"/>
              <a:gd name="connsiteY1" fmla="*/ 357224 h 392491"/>
              <a:gd name="connsiteX2" fmla="*/ 160375 w 448462"/>
              <a:gd name="connsiteY2" fmla="*/ 391211 h 392491"/>
              <a:gd name="connsiteX3" fmla="*/ 158502 w 448462"/>
              <a:gd name="connsiteY3" fmla="*/ 392025 h 392491"/>
              <a:gd name="connsiteX4" fmla="*/ 156629 w 448462"/>
              <a:gd name="connsiteY4" fmla="*/ 392491 h 392491"/>
              <a:gd name="connsiteX5" fmla="*/ 154757 w 448462"/>
              <a:gd name="connsiteY5" fmla="*/ 392375 h 392491"/>
              <a:gd name="connsiteX6" fmla="*/ 153001 w 448462"/>
              <a:gd name="connsiteY6" fmla="*/ 391676 h 392491"/>
              <a:gd name="connsiteX7" fmla="*/ 151362 w 448462"/>
              <a:gd name="connsiteY7" fmla="*/ 390396 h 392491"/>
              <a:gd name="connsiteX8" fmla="*/ 150075 w 448462"/>
              <a:gd name="connsiteY8" fmla="*/ 388883 h 392491"/>
              <a:gd name="connsiteX9" fmla="*/ 149255 w 448462"/>
              <a:gd name="connsiteY9" fmla="*/ 387137 h 392491"/>
              <a:gd name="connsiteX10" fmla="*/ 149021 w 448462"/>
              <a:gd name="connsiteY10" fmla="*/ 385158 h 392491"/>
              <a:gd name="connsiteX11" fmla="*/ 441235 w 448462"/>
              <a:gd name="connsiteY11" fmla="*/ 0 h 392491"/>
              <a:gd name="connsiteX12" fmla="*/ 442983 w 448462"/>
              <a:gd name="connsiteY12" fmla="*/ 233 h 392491"/>
              <a:gd name="connsiteX13" fmla="*/ 444615 w 448462"/>
              <a:gd name="connsiteY13" fmla="*/ 816 h 392491"/>
              <a:gd name="connsiteX14" fmla="*/ 446131 w 448462"/>
              <a:gd name="connsiteY14" fmla="*/ 1866 h 392491"/>
              <a:gd name="connsiteX15" fmla="*/ 447530 w 448462"/>
              <a:gd name="connsiteY15" fmla="*/ 3615 h 392491"/>
              <a:gd name="connsiteX16" fmla="*/ 448346 w 448462"/>
              <a:gd name="connsiteY16" fmla="*/ 5714 h 392491"/>
              <a:gd name="connsiteX17" fmla="*/ 448462 w 448462"/>
              <a:gd name="connsiteY17" fmla="*/ 7696 h 392491"/>
              <a:gd name="connsiteX18" fmla="*/ 447879 w 448462"/>
              <a:gd name="connsiteY18" fmla="*/ 9911 h 392491"/>
              <a:gd name="connsiteX19" fmla="*/ 307990 w 448462"/>
              <a:gd name="connsiteY19" fmla="*/ 362641 h 392491"/>
              <a:gd name="connsiteX20" fmla="*/ 306708 w 448462"/>
              <a:gd name="connsiteY20" fmla="*/ 364973 h 392491"/>
              <a:gd name="connsiteX21" fmla="*/ 305076 w 448462"/>
              <a:gd name="connsiteY21" fmla="*/ 366955 h 392491"/>
              <a:gd name="connsiteX22" fmla="*/ 303094 w 448462"/>
              <a:gd name="connsiteY22" fmla="*/ 368588 h 392491"/>
              <a:gd name="connsiteX23" fmla="*/ 300646 w 448462"/>
              <a:gd name="connsiteY23" fmla="*/ 369870 h 392491"/>
              <a:gd name="connsiteX24" fmla="*/ 298314 w 448462"/>
              <a:gd name="connsiteY24" fmla="*/ 370570 h 392491"/>
              <a:gd name="connsiteX25" fmla="*/ 295983 w 448462"/>
              <a:gd name="connsiteY25" fmla="*/ 370803 h 392491"/>
              <a:gd name="connsiteX26" fmla="*/ 293068 w 448462"/>
              <a:gd name="connsiteY26" fmla="*/ 370453 h 392491"/>
              <a:gd name="connsiteX27" fmla="*/ 290387 w 448462"/>
              <a:gd name="connsiteY27" fmla="*/ 369404 h 392491"/>
              <a:gd name="connsiteX28" fmla="*/ 148982 w 448462"/>
              <a:gd name="connsiteY28" fmla="*/ 302123 h 392491"/>
              <a:gd name="connsiteX29" fmla="*/ 347858 w 448462"/>
              <a:gd name="connsiteY29" fmla="*/ 102379 h 392491"/>
              <a:gd name="connsiteX30" fmla="*/ 120771 w 448462"/>
              <a:gd name="connsiteY30" fmla="*/ 288830 h 392491"/>
              <a:gd name="connsiteX31" fmla="*/ 7344 w 448462"/>
              <a:gd name="connsiteY31" fmla="*/ 234842 h 392491"/>
              <a:gd name="connsiteX32" fmla="*/ 4896 w 448462"/>
              <a:gd name="connsiteY32" fmla="*/ 233209 h 392491"/>
              <a:gd name="connsiteX33" fmla="*/ 2798 w 448462"/>
              <a:gd name="connsiteY33" fmla="*/ 231227 h 392491"/>
              <a:gd name="connsiteX34" fmla="*/ 1282 w 448462"/>
              <a:gd name="connsiteY34" fmla="*/ 228895 h 392491"/>
              <a:gd name="connsiteX35" fmla="*/ 349 w 448462"/>
              <a:gd name="connsiteY35" fmla="*/ 226213 h 392491"/>
              <a:gd name="connsiteX36" fmla="*/ 0 w 448462"/>
              <a:gd name="connsiteY36" fmla="*/ 223298 h 392491"/>
              <a:gd name="connsiteX37" fmla="*/ 233 w 448462"/>
              <a:gd name="connsiteY37" fmla="*/ 220499 h 392491"/>
              <a:gd name="connsiteX38" fmla="*/ 1165 w 448462"/>
              <a:gd name="connsiteY38" fmla="*/ 217701 h 392491"/>
              <a:gd name="connsiteX39" fmla="*/ 2681 w 448462"/>
              <a:gd name="connsiteY39" fmla="*/ 215252 h 392491"/>
              <a:gd name="connsiteX40" fmla="*/ 4779 w 448462"/>
              <a:gd name="connsiteY40" fmla="*/ 213270 h 392491"/>
              <a:gd name="connsiteX41" fmla="*/ 7227 w 448462"/>
              <a:gd name="connsiteY41" fmla="*/ 211754 h 392491"/>
              <a:gd name="connsiteX42" fmla="*/ 437971 w 448462"/>
              <a:gd name="connsiteY42" fmla="*/ 583 h 392491"/>
              <a:gd name="connsiteX43" fmla="*/ 439603 w 448462"/>
              <a:gd name="connsiteY43" fmla="*/ 117 h 392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448462" h="392491">
                <a:moveTo>
                  <a:pt x="149021" y="328125"/>
                </a:moveTo>
                <a:lnTo>
                  <a:pt x="210588" y="357224"/>
                </a:lnTo>
                <a:lnTo>
                  <a:pt x="160375" y="391211"/>
                </a:lnTo>
                <a:lnTo>
                  <a:pt x="158502" y="392025"/>
                </a:lnTo>
                <a:lnTo>
                  <a:pt x="156629" y="392491"/>
                </a:lnTo>
                <a:lnTo>
                  <a:pt x="154757" y="392375"/>
                </a:lnTo>
                <a:lnTo>
                  <a:pt x="153001" y="391676"/>
                </a:lnTo>
                <a:lnTo>
                  <a:pt x="151362" y="390396"/>
                </a:lnTo>
                <a:lnTo>
                  <a:pt x="150075" y="388883"/>
                </a:lnTo>
                <a:lnTo>
                  <a:pt x="149255" y="387137"/>
                </a:lnTo>
                <a:lnTo>
                  <a:pt x="149021" y="385158"/>
                </a:lnTo>
                <a:close/>
                <a:moveTo>
                  <a:pt x="441235" y="0"/>
                </a:moveTo>
                <a:lnTo>
                  <a:pt x="442983" y="233"/>
                </a:lnTo>
                <a:lnTo>
                  <a:pt x="444615" y="816"/>
                </a:lnTo>
                <a:lnTo>
                  <a:pt x="446131" y="1866"/>
                </a:lnTo>
                <a:lnTo>
                  <a:pt x="447530" y="3615"/>
                </a:lnTo>
                <a:lnTo>
                  <a:pt x="448346" y="5714"/>
                </a:lnTo>
                <a:lnTo>
                  <a:pt x="448462" y="7696"/>
                </a:lnTo>
                <a:lnTo>
                  <a:pt x="447879" y="9911"/>
                </a:lnTo>
                <a:lnTo>
                  <a:pt x="307990" y="362641"/>
                </a:lnTo>
                <a:lnTo>
                  <a:pt x="306708" y="364973"/>
                </a:lnTo>
                <a:lnTo>
                  <a:pt x="305076" y="366955"/>
                </a:lnTo>
                <a:lnTo>
                  <a:pt x="303094" y="368588"/>
                </a:lnTo>
                <a:lnTo>
                  <a:pt x="300646" y="369870"/>
                </a:lnTo>
                <a:lnTo>
                  <a:pt x="298314" y="370570"/>
                </a:lnTo>
                <a:lnTo>
                  <a:pt x="295983" y="370803"/>
                </a:lnTo>
                <a:lnTo>
                  <a:pt x="293068" y="370453"/>
                </a:lnTo>
                <a:lnTo>
                  <a:pt x="290387" y="369404"/>
                </a:lnTo>
                <a:lnTo>
                  <a:pt x="148982" y="302123"/>
                </a:lnTo>
                <a:lnTo>
                  <a:pt x="347858" y="102379"/>
                </a:lnTo>
                <a:lnTo>
                  <a:pt x="120771" y="288830"/>
                </a:lnTo>
                <a:lnTo>
                  <a:pt x="7344" y="234842"/>
                </a:lnTo>
                <a:lnTo>
                  <a:pt x="4896" y="233209"/>
                </a:lnTo>
                <a:lnTo>
                  <a:pt x="2798" y="231227"/>
                </a:lnTo>
                <a:lnTo>
                  <a:pt x="1282" y="228895"/>
                </a:lnTo>
                <a:lnTo>
                  <a:pt x="349" y="226213"/>
                </a:lnTo>
                <a:lnTo>
                  <a:pt x="0" y="223298"/>
                </a:lnTo>
                <a:lnTo>
                  <a:pt x="233" y="220499"/>
                </a:lnTo>
                <a:lnTo>
                  <a:pt x="1165" y="217701"/>
                </a:lnTo>
                <a:lnTo>
                  <a:pt x="2681" y="215252"/>
                </a:lnTo>
                <a:lnTo>
                  <a:pt x="4779" y="213270"/>
                </a:lnTo>
                <a:lnTo>
                  <a:pt x="7227" y="211754"/>
                </a:lnTo>
                <a:lnTo>
                  <a:pt x="437971" y="583"/>
                </a:lnTo>
                <a:lnTo>
                  <a:pt x="439603" y="117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noAutofit/>
          </a:bodyPr>
          <a:lstStyle/>
          <a:p>
            <a:pPr lvl="0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25" name="Freeform 6"/>
          <p:cNvSpPr/>
          <p:nvPr/>
        </p:nvSpPr>
        <p:spPr>
          <a:xfrm rot="10800000" flipH="1" flipV="1">
            <a:off x="461886" y="3136838"/>
            <a:ext cx="172500" cy="152938"/>
          </a:xfrm>
          <a:custGeom>
            <a:avLst/>
            <a:gdLst>
              <a:gd name="T0" fmla="*/ 2689 w 3491"/>
              <a:gd name="T1" fmla="*/ 15 h 3097"/>
              <a:gd name="T2" fmla="*/ 2963 w 3491"/>
              <a:gd name="T3" fmla="*/ 108 h 3097"/>
              <a:gd name="T4" fmla="*/ 3204 w 3491"/>
              <a:gd name="T5" fmla="*/ 281 h 3097"/>
              <a:gd name="T6" fmla="*/ 3382 w 3491"/>
              <a:gd name="T7" fmla="*/ 518 h 3097"/>
              <a:gd name="T8" fmla="*/ 3475 w 3491"/>
              <a:gd name="T9" fmla="*/ 786 h 3097"/>
              <a:gd name="T10" fmla="*/ 3486 w 3491"/>
              <a:gd name="T11" fmla="*/ 1066 h 3097"/>
              <a:gd name="T12" fmla="*/ 3413 w 3491"/>
              <a:gd name="T13" fmla="*/ 1339 h 3097"/>
              <a:gd name="T14" fmla="*/ 3256 w 3491"/>
              <a:gd name="T15" fmla="*/ 1586 h 3097"/>
              <a:gd name="T16" fmla="*/ 1965 w 3491"/>
              <a:gd name="T17" fmla="*/ 2838 h 3097"/>
              <a:gd name="T18" fmla="*/ 1873 w 3491"/>
              <a:gd name="T19" fmla="*/ 2828 h 3097"/>
              <a:gd name="T20" fmla="*/ 1821 w 3491"/>
              <a:gd name="T21" fmla="*/ 2749 h 3097"/>
              <a:gd name="T22" fmla="*/ 1853 w 3491"/>
              <a:gd name="T23" fmla="*/ 2662 h 3097"/>
              <a:gd name="T24" fmla="*/ 3153 w 3491"/>
              <a:gd name="T25" fmla="*/ 1355 h 3097"/>
              <a:gd name="T26" fmla="*/ 3242 w 3491"/>
              <a:gd name="T27" fmla="*/ 1126 h 3097"/>
              <a:gd name="T28" fmla="*/ 3253 w 3491"/>
              <a:gd name="T29" fmla="*/ 885 h 3097"/>
              <a:gd name="T30" fmla="*/ 3183 w 3491"/>
              <a:gd name="T31" fmla="*/ 653 h 3097"/>
              <a:gd name="T32" fmla="*/ 3035 w 3491"/>
              <a:gd name="T33" fmla="*/ 448 h 3097"/>
              <a:gd name="T34" fmla="*/ 2825 w 3491"/>
              <a:gd name="T35" fmla="*/ 301 h 3097"/>
              <a:gd name="T36" fmla="*/ 2586 w 3491"/>
              <a:gd name="T37" fmla="*/ 234 h 3097"/>
              <a:gd name="T38" fmla="*/ 2340 w 3491"/>
              <a:gd name="T39" fmla="*/ 243 h 3097"/>
              <a:gd name="T40" fmla="*/ 2108 w 3491"/>
              <a:gd name="T41" fmla="*/ 331 h 3097"/>
              <a:gd name="T42" fmla="*/ 378 w 3491"/>
              <a:gd name="T43" fmla="*/ 1972 h 3097"/>
              <a:gd name="T44" fmla="*/ 258 w 3491"/>
              <a:gd name="T45" fmla="*/ 2149 h 3097"/>
              <a:gd name="T46" fmla="*/ 218 w 3491"/>
              <a:gd name="T47" fmla="*/ 2350 h 3097"/>
              <a:gd name="T48" fmla="*/ 258 w 3491"/>
              <a:gd name="T49" fmla="*/ 2551 h 3097"/>
              <a:gd name="T50" fmla="*/ 378 w 3491"/>
              <a:gd name="T51" fmla="*/ 2728 h 3097"/>
              <a:gd name="T52" fmla="*/ 558 w 3491"/>
              <a:gd name="T53" fmla="*/ 2846 h 3097"/>
              <a:gd name="T54" fmla="*/ 763 w 3491"/>
              <a:gd name="T55" fmla="*/ 2885 h 3097"/>
              <a:gd name="T56" fmla="*/ 968 w 3491"/>
              <a:gd name="T57" fmla="*/ 2846 h 3097"/>
              <a:gd name="T58" fmla="*/ 1149 w 3491"/>
              <a:gd name="T59" fmla="*/ 2728 h 3097"/>
              <a:gd name="T60" fmla="*/ 2809 w 3491"/>
              <a:gd name="T61" fmla="*/ 1091 h 3097"/>
              <a:gd name="T62" fmla="*/ 2837 w 3491"/>
              <a:gd name="T63" fmla="*/ 942 h 3097"/>
              <a:gd name="T64" fmla="*/ 2791 w 3491"/>
              <a:gd name="T65" fmla="*/ 797 h 3097"/>
              <a:gd name="T66" fmla="*/ 2677 w 3491"/>
              <a:gd name="T67" fmla="*/ 685 h 3097"/>
              <a:gd name="T68" fmla="*/ 2528 w 3491"/>
              <a:gd name="T69" fmla="*/ 641 h 3097"/>
              <a:gd name="T70" fmla="*/ 2377 w 3491"/>
              <a:gd name="T71" fmla="*/ 668 h 3097"/>
              <a:gd name="T72" fmla="*/ 1082 w 3491"/>
              <a:gd name="T73" fmla="*/ 1906 h 3097"/>
              <a:gd name="T74" fmla="*/ 992 w 3491"/>
              <a:gd name="T75" fmla="*/ 1937 h 3097"/>
              <a:gd name="T76" fmla="*/ 911 w 3491"/>
              <a:gd name="T77" fmla="*/ 1887 h 3097"/>
              <a:gd name="T78" fmla="*/ 900 w 3491"/>
              <a:gd name="T79" fmla="*/ 1796 h 3097"/>
              <a:gd name="T80" fmla="*/ 2165 w 3491"/>
              <a:gd name="T81" fmla="*/ 546 h 3097"/>
              <a:gd name="T82" fmla="*/ 2354 w 3491"/>
              <a:gd name="T83" fmla="*/ 449 h 3097"/>
              <a:gd name="T84" fmla="*/ 2562 w 3491"/>
              <a:gd name="T85" fmla="*/ 429 h 3097"/>
              <a:gd name="T86" fmla="*/ 2763 w 3491"/>
              <a:gd name="T87" fmla="*/ 488 h 3097"/>
              <a:gd name="T88" fmla="*/ 2932 w 3491"/>
              <a:gd name="T89" fmla="*/ 623 h 3097"/>
              <a:gd name="T90" fmla="*/ 3032 w 3491"/>
              <a:gd name="T91" fmla="*/ 809 h 3097"/>
              <a:gd name="T92" fmla="*/ 3053 w 3491"/>
              <a:gd name="T93" fmla="*/ 1012 h 3097"/>
              <a:gd name="T94" fmla="*/ 2993 w 3491"/>
              <a:gd name="T95" fmla="*/ 1209 h 3097"/>
              <a:gd name="T96" fmla="*/ 1303 w 3491"/>
              <a:gd name="T97" fmla="*/ 2879 h 3097"/>
              <a:gd name="T98" fmla="*/ 1094 w 3491"/>
              <a:gd name="T99" fmla="*/ 3025 h 3097"/>
              <a:gd name="T100" fmla="*/ 855 w 3491"/>
              <a:gd name="T101" fmla="*/ 3092 h 3097"/>
              <a:gd name="T102" fmla="*/ 609 w 3491"/>
              <a:gd name="T103" fmla="*/ 3083 h 3097"/>
              <a:gd name="T104" fmla="*/ 377 w 3491"/>
              <a:gd name="T105" fmla="*/ 2995 h 3097"/>
              <a:gd name="T106" fmla="*/ 178 w 3491"/>
              <a:gd name="T107" fmla="*/ 2832 h 3097"/>
              <a:gd name="T108" fmla="*/ 51 w 3491"/>
              <a:gd name="T109" fmla="*/ 2617 h 3097"/>
              <a:gd name="T110" fmla="*/ 0 w 3491"/>
              <a:gd name="T111" fmla="*/ 2381 h 3097"/>
              <a:gd name="T112" fmla="*/ 30 w 3491"/>
              <a:gd name="T113" fmla="*/ 2141 h 3097"/>
              <a:gd name="T114" fmla="*/ 139 w 3491"/>
              <a:gd name="T115" fmla="*/ 1920 h 3097"/>
              <a:gd name="T116" fmla="*/ 1872 w 3491"/>
              <a:gd name="T117" fmla="*/ 230 h 3097"/>
              <a:gd name="T118" fmla="*/ 2123 w 3491"/>
              <a:gd name="T119" fmla="*/ 76 h 3097"/>
              <a:gd name="T120" fmla="*/ 2402 w 3491"/>
              <a:gd name="T121" fmla="*/ 5 h 30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3491" h="3097">
                <a:moveTo>
                  <a:pt x="2474" y="0"/>
                </a:moveTo>
                <a:lnTo>
                  <a:pt x="2546" y="0"/>
                </a:lnTo>
                <a:lnTo>
                  <a:pt x="2618" y="5"/>
                </a:lnTo>
                <a:lnTo>
                  <a:pt x="2689" y="15"/>
                </a:lnTo>
                <a:lnTo>
                  <a:pt x="2758" y="31"/>
                </a:lnTo>
                <a:lnTo>
                  <a:pt x="2828" y="51"/>
                </a:lnTo>
                <a:lnTo>
                  <a:pt x="2896" y="76"/>
                </a:lnTo>
                <a:lnTo>
                  <a:pt x="2963" y="108"/>
                </a:lnTo>
                <a:lnTo>
                  <a:pt x="3026" y="143"/>
                </a:lnTo>
                <a:lnTo>
                  <a:pt x="3088" y="183"/>
                </a:lnTo>
                <a:lnTo>
                  <a:pt x="3147" y="230"/>
                </a:lnTo>
                <a:lnTo>
                  <a:pt x="3204" y="281"/>
                </a:lnTo>
                <a:lnTo>
                  <a:pt x="3256" y="336"/>
                </a:lnTo>
                <a:lnTo>
                  <a:pt x="3303" y="394"/>
                </a:lnTo>
                <a:lnTo>
                  <a:pt x="3345" y="455"/>
                </a:lnTo>
                <a:lnTo>
                  <a:pt x="3382" y="518"/>
                </a:lnTo>
                <a:lnTo>
                  <a:pt x="3413" y="582"/>
                </a:lnTo>
                <a:lnTo>
                  <a:pt x="3439" y="650"/>
                </a:lnTo>
                <a:lnTo>
                  <a:pt x="3460" y="717"/>
                </a:lnTo>
                <a:lnTo>
                  <a:pt x="3475" y="786"/>
                </a:lnTo>
                <a:lnTo>
                  <a:pt x="3486" y="856"/>
                </a:lnTo>
                <a:lnTo>
                  <a:pt x="3491" y="926"/>
                </a:lnTo>
                <a:lnTo>
                  <a:pt x="3491" y="996"/>
                </a:lnTo>
                <a:lnTo>
                  <a:pt x="3486" y="1066"/>
                </a:lnTo>
                <a:lnTo>
                  <a:pt x="3475" y="1136"/>
                </a:lnTo>
                <a:lnTo>
                  <a:pt x="3460" y="1205"/>
                </a:lnTo>
                <a:lnTo>
                  <a:pt x="3439" y="1273"/>
                </a:lnTo>
                <a:lnTo>
                  <a:pt x="3413" y="1339"/>
                </a:lnTo>
                <a:lnTo>
                  <a:pt x="3382" y="1404"/>
                </a:lnTo>
                <a:lnTo>
                  <a:pt x="3345" y="1467"/>
                </a:lnTo>
                <a:lnTo>
                  <a:pt x="3303" y="1528"/>
                </a:lnTo>
                <a:lnTo>
                  <a:pt x="3256" y="1586"/>
                </a:lnTo>
                <a:lnTo>
                  <a:pt x="3204" y="1641"/>
                </a:lnTo>
                <a:lnTo>
                  <a:pt x="2007" y="2813"/>
                </a:lnTo>
                <a:lnTo>
                  <a:pt x="1988" y="2828"/>
                </a:lnTo>
                <a:lnTo>
                  <a:pt x="1965" y="2838"/>
                </a:lnTo>
                <a:lnTo>
                  <a:pt x="1942" y="2844"/>
                </a:lnTo>
                <a:lnTo>
                  <a:pt x="1918" y="2844"/>
                </a:lnTo>
                <a:lnTo>
                  <a:pt x="1894" y="2838"/>
                </a:lnTo>
                <a:lnTo>
                  <a:pt x="1873" y="2828"/>
                </a:lnTo>
                <a:lnTo>
                  <a:pt x="1853" y="2813"/>
                </a:lnTo>
                <a:lnTo>
                  <a:pt x="1837" y="2793"/>
                </a:lnTo>
                <a:lnTo>
                  <a:pt x="1827" y="2772"/>
                </a:lnTo>
                <a:lnTo>
                  <a:pt x="1821" y="2749"/>
                </a:lnTo>
                <a:lnTo>
                  <a:pt x="1821" y="2726"/>
                </a:lnTo>
                <a:lnTo>
                  <a:pt x="1827" y="2703"/>
                </a:lnTo>
                <a:lnTo>
                  <a:pt x="1837" y="2681"/>
                </a:lnTo>
                <a:lnTo>
                  <a:pt x="1853" y="2662"/>
                </a:lnTo>
                <a:lnTo>
                  <a:pt x="3035" y="1505"/>
                </a:lnTo>
                <a:lnTo>
                  <a:pt x="3079" y="1458"/>
                </a:lnTo>
                <a:lnTo>
                  <a:pt x="3118" y="1407"/>
                </a:lnTo>
                <a:lnTo>
                  <a:pt x="3153" y="1355"/>
                </a:lnTo>
                <a:lnTo>
                  <a:pt x="3183" y="1300"/>
                </a:lnTo>
                <a:lnTo>
                  <a:pt x="3208" y="1243"/>
                </a:lnTo>
                <a:lnTo>
                  <a:pt x="3228" y="1185"/>
                </a:lnTo>
                <a:lnTo>
                  <a:pt x="3242" y="1126"/>
                </a:lnTo>
                <a:lnTo>
                  <a:pt x="3253" y="1066"/>
                </a:lnTo>
                <a:lnTo>
                  <a:pt x="3257" y="1006"/>
                </a:lnTo>
                <a:lnTo>
                  <a:pt x="3257" y="946"/>
                </a:lnTo>
                <a:lnTo>
                  <a:pt x="3253" y="885"/>
                </a:lnTo>
                <a:lnTo>
                  <a:pt x="3242" y="826"/>
                </a:lnTo>
                <a:lnTo>
                  <a:pt x="3228" y="766"/>
                </a:lnTo>
                <a:lnTo>
                  <a:pt x="3208" y="709"/>
                </a:lnTo>
                <a:lnTo>
                  <a:pt x="3183" y="653"/>
                </a:lnTo>
                <a:lnTo>
                  <a:pt x="3153" y="598"/>
                </a:lnTo>
                <a:lnTo>
                  <a:pt x="3118" y="545"/>
                </a:lnTo>
                <a:lnTo>
                  <a:pt x="3079" y="495"/>
                </a:lnTo>
                <a:lnTo>
                  <a:pt x="3035" y="448"/>
                </a:lnTo>
                <a:lnTo>
                  <a:pt x="2985" y="403"/>
                </a:lnTo>
                <a:lnTo>
                  <a:pt x="2935" y="364"/>
                </a:lnTo>
                <a:lnTo>
                  <a:pt x="2881" y="331"/>
                </a:lnTo>
                <a:lnTo>
                  <a:pt x="2825" y="301"/>
                </a:lnTo>
                <a:lnTo>
                  <a:pt x="2767" y="277"/>
                </a:lnTo>
                <a:lnTo>
                  <a:pt x="2708" y="258"/>
                </a:lnTo>
                <a:lnTo>
                  <a:pt x="2648" y="243"/>
                </a:lnTo>
                <a:lnTo>
                  <a:pt x="2586" y="234"/>
                </a:lnTo>
                <a:lnTo>
                  <a:pt x="2525" y="229"/>
                </a:lnTo>
                <a:lnTo>
                  <a:pt x="2464" y="229"/>
                </a:lnTo>
                <a:lnTo>
                  <a:pt x="2402" y="234"/>
                </a:lnTo>
                <a:lnTo>
                  <a:pt x="2340" y="243"/>
                </a:lnTo>
                <a:lnTo>
                  <a:pt x="2280" y="258"/>
                </a:lnTo>
                <a:lnTo>
                  <a:pt x="2221" y="277"/>
                </a:lnTo>
                <a:lnTo>
                  <a:pt x="2164" y="301"/>
                </a:lnTo>
                <a:lnTo>
                  <a:pt x="2108" y="331"/>
                </a:lnTo>
                <a:lnTo>
                  <a:pt x="2055" y="364"/>
                </a:lnTo>
                <a:lnTo>
                  <a:pt x="2003" y="403"/>
                </a:lnTo>
                <a:lnTo>
                  <a:pt x="1955" y="448"/>
                </a:lnTo>
                <a:lnTo>
                  <a:pt x="378" y="1972"/>
                </a:lnTo>
                <a:lnTo>
                  <a:pt x="341" y="2013"/>
                </a:lnTo>
                <a:lnTo>
                  <a:pt x="307" y="2057"/>
                </a:lnTo>
                <a:lnTo>
                  <a:pt x="280" y="2102"/>
                </a:lnTo>
                <a:lnTo>
                  <a:pt x="258" y="2149"/>
                </a:lnTo>
                <a:lnTo>
                  <a:pt x="241" y="2199"/>
                </a:lnTo>
                <a:lnTo>
                  <a:pt x="228" y="2248"/>
                </a:lnTo>
                <a:lnTo>
                  <a:pt x="220" y="2299"/>
                </a:lnTo>
                <a:lnTo>
                  <a:pt x="218" y="2350"/>
                </a:lnTo>
                <a:lnTo>
                  <a:pt x="220" y="2402"/>
                </a:lnTo>
                <a:lnTo>
                  <a:pt x="228" y="2452"/>
                </a:lnTo>
                <a:lnTo>
                  <a:pt x="241" y="2503"/>
                </a:lnTo>
                <a:lnTo>
                  <a:pt x="258" y="2551"/>
                </a:lnTo>
                <a:lnTo>
                  <a:pt x="280" y="2599"/>
                </a:lnTo>
                <a:lnTo>
                  <a:pt x="307" y="2644"/>
                </a:lnTo>
                <a:lnTo>
                  <a:pt x="341" y="2687"/>
                </a:lnTo>
                <a:lnTo>
                  <a:pt x="378" y="2728"/>
                </a:lnTo>
                <a:lnTo>
                  <a:pt x="419" y="2765"/>
                </a:lnTo>
                <a:lnTo>
                  <a:pt x="463" y="2796"/>
                </a:lnTo>
                <a:lnTo>
                  <a:pt x="509" y="2824"/>
                </a:lnTo>
                <a:lnTo>
                  <a:pt x="558" y="2846"/>
                </a:lnTo>
                <a:lnTo>
                  <a:pt x="608" y="2863"/>
                </a:lnTo>
                <a:lnTo>
                  <a:pt x="660" y="2874"/>
                </a:lnTo>
                <a:lnTo>
                  <a:pt x="711" y="2882"/>
                </a:lnTo>
                <a:lnTo>
                  <a:pt x="763" y="2885"/>
                </a:lnTo>
                <a:lnTo>
                  <a:pt x="816" y="2882"/>
                </a:lnTo>
                <a:lnTo>
                  <a:pt x="867" y="2874"/>
                </a:lnTo>
                <a:lnTo>
                  <a:pt x="919" y="2863"/>
                </a:lnTo>
                <a:lnTo>
                  <a:pt x="968" y="2846"/>
                </a:lnTo>
                <a:lnTo>
                  <a:pt x="1018" y="2824"/>
                </a:lnTo>
                <a:lnTo>
                  <a:pt x="1064" y="2796"/>
                </a:lnTo>
                <a:lnTo>
                  <a:pt x="1108" y="2765"/>
                </a:lnTo>
                <a:lnTo>
                  <a:pt x="1149" y="2728"/>
                </a:lnTo>
                <a:lnTo>
                  <a:pt x="2741" y="1187"/>
                </a:lnTo>
                <a:lnTo>
                  <a:pt x="2768" y="1158"/>
                </a:lnTo>
                <a:lnTo>
                  <a:pt x="2791" y="1125"/>
                </a:lnTo>
                <a:lnTo>
                  <a:pt x="2809" y="1091"/>
                </a:lnTo>
                <a:lnTo>
                  <a:pt x="2823" y="1055"/>
                </a:lnTo>
                <a:lnTo>
                  <a:pt x="2831" y="1018"/>
                </a:lnTo>
                <a:lnTo>
                  <a:pt x="2837" y="980"/>
                </a:lnTo>
                <a:lnTo>
                  <a:pt x="2837" y="942"/>
                </a:lnTo>
                <a:lnTo>
                  <a:pt x="2831" y="904"/>
                </a:lnTo>
                <a:lnTo>
                  <a:pt x="2823" y="867"/>
                </a:lnTo>
                <a:lnTo>
                  <a:pt x="2809" y="832"/>
                </a:lnTo>
                <a:lnTo>
                  <a:pt x="2791" y="797"/>
                </a:lnTo>
                <a:lnTo>
                  <a:pt x="2768" y="764"/>
                </a:lnTo>
                <a:lnTo>
                  <a:pt x="2741" y="734"/>
                </a:lnTo>
                <a:lnTo>
                  <a:pt x="2710" y="707"/>
                </a:lnTo>
                <a:lnTo>
                  <a:pt x="2677" y="685"/>
                </a:lnTo>
                <a:lnTo>
                  <a:pt x="2642" y="668"/>
                </a:lnTo>
                <a:lnTo>
                  <a:pt x="2605" y="654"/>
                </a:lnTo>
                <a:lnTo>
                  <a:pt x="2567" y="645"/>
                </a:lnTo>
                <a:lnTo>
                  <a:pt x="2528" y="641"/>
                </a:lnTo>
                <a:lnTo>
                  <a:pt x="2490" y="641"/>
                </a:lnTo>
                <a:lnTo>
                  <a:pt x="2452" y="645"/>
                </a:lnTo>
                <a:lnTo>
                  <a:pt x="2415" y="654"/>
                </a:lnTo>
                <a:lnTo>
                  <a:pt x="2377" y="668"/>
                </a:lnTo>
                <a:lnTo>
                  <a:pt x="2343" y="685"/>
                </a:lnTo>
                <a:lnTo>
                  <a:pt x="2309" y="707"/>
                </a:lnTo>
                <a:lnTo>
                  <a:pt x="2278" y="734"/>
                </a:lnTo>
                <a:lnTo>
                  <a:pt x="1082" y="1906"/>
                </a:lnTo>
                <a:lnTo>
                  <a:pt x="1062" y="1922"/>
                </a:lnTo>
                <a:lnTo>
                  <a:pt x="1040" y="1931"/>
                </a:lnTo>
                <a:lnTo>
                  <a:pt x="1017" y="1937"/>
                </a:lnTo>
                <a:lnTo>
                  <a:pt x="992" y="1937"/>
                </a:lnTo>
                <a:lnTo>
                  <a:pt x="969" y="1931"/>
                </a:lnTo>
                <a:lnTo>
                  <a:pt x="947" y="1922"/>
                </a:lnTo>
                <a:lnTo>
                  <a:pt x="927" y="1906"/>
                </a:lnTo>
                <a:lnTo>
                  <a:pt x="911" y="1887"/>
                </a:lnTo>
                <a:lnTo>
                  <a:pt x="900" y="1865"/>
                </a:lnTo>
                <a:lnTo>
                  <a:pt x="896" y="1842"/>
                </a:lnTo>
                <a:lnTo>
                  <a:pt x="896" y="1819"/>
                </a:lnTo>
                <a:lnTo>
                  <a:pt x="900" y="1796"/>
                </a:lnTo>
                <a:lnTo>
                  <a:pt x="911" y="1775"/>
                </a:lnTo>
                <a:lnTo>
                  <a:pt x="927" y="1755"/>
                </a:lnTo>
                <a:lnTo>
                  <a:pt x="2123" y="583"/>
                </a:lnTo>
                <a:lnTo>
                  <a:pt x="2165" y="546"/>
                </a:lnTo>
                <a:lnTo>
                  <a:pt x="2209" y="515"/>
                </a:lnTo>
                <a:lnTo>
                  <a:pt x="2255" y="488"/>
                </a:lnTo>
                <a:lnTo>
                  <a:pt x="2304" y="465"/>
                </a:lnTo>
                <a:lnTo>
                  <a:pt x="2354" y="449"/>
                </a:lnTo>
                <a:lnTo>
                  <a:pt x="2405" y="436"/>
                </a:lnTo>
                <a:lnTo>
                  <a:pt x="2457" y="429"/>
                </a:lnTo>
                <a:lnTo>
                  <a:pt x="2509" y="427"/>
                </a:lnTo>
                <a:lnTo>
                  <a:pt x="2562" y="429"/>
                </a:lnTo>
                <a:lnTo>
                  <a:pt x="2613" y="436"/>
                </a:lnTo>
                <a:lnTo>
                  <a:pt x="2665" y="449"/>
                </a:lnTo>
                <a:lnTo>
                  <a:pt x="2714" y="465"/>
                </a:lnTo>
                <a:lnTo>
                  <a:pt x="2763" y="488"/>
                </a:lnTo>
                <a:lnTo>
                  <a:pt x="2810" y="515"/>
                </a:lnTo>
                <a:lnTo>
                  <a:pt x="2854" y="546"/>
                </a:lnTo>
                <a:lnTo>
                  <a:pt x="2895" y="583"/>
                </a:lnTo>
                <a:lnTo>
                  <a:pt x="2932" y="623"/>
                </a:lnTo>
                <a:lnTo>
                  <a:pt x="2965" y="666"/>
                </a:lnTo>
                <a:lnTo>
                  <a:pt x="2993" y="713"/>
                </a:lnTo>
                <a:lnTo>
                  <a:pt x="3015" y="760"/>
                </a:lnTo>
                <a:lnTo>
                  <a:pt x="3032" y="809"/>
                </a:lnTo>
                <a:lnTo>
                  <a:pt x="3045" y="859"/>
                </a:lnTo>
                <a:lnTo>
                  <a:pt x="3053" y="910"/>
                </a:lnTo>
                <a:lnTo>
                  <a:pt x="3055" y="961"/>
                </a:lnTo>
                <a:lnTo>
                  <a:pt x="3053" y="1012"/>
                </a:lnTo>
                <a:lnTo>
                  <a:pt x="3045" y="1063"/>
                </a:lnTo>
                <a:lnTo>
                  <a:pt x="3032" y="1113"/>
                </a:lnTo>
                <a:lnTo>
                  <a:pt x="3015" y="1162"/>
                </a:lnTo>
                <a:lnTo>
                  <a:pt x="2993" y="1209"/>
                </a:lnTo>
                <a:lnTo>
                  <a:pt x="2965" y="1255"/>
                </a:lnTo>
                <a:lnTo>
                  <a:pt x="2932" y="1298"/>
                </a:lnTo>
                <a:lnTo>
                  <a:pt x="2895" y="1339"/>
                </a:lnTo>
                <a:lnTo>
                  <a:pt x="1303" y="2879"/>
                </a:lnTo>
                <a:lnTo>
                  <a:pt x="1255" y="2923"/>
                </a:lnTo>
                <a:lnTo>
                  <a:pt x="1203" y="2962"/>
                </a:lnTo>
                <a:lnTo>
                  <a:pt x="1150" y="2995"/>
                </a:lnTo>
                <a:lnTo>
                  <a:pt x="1094" y="3025"/>
                </a:lnTo>
                <a:lnTo>
                  <a:pt x="1036" y="3049"/>
                </a:lnTo>
                <a:lnTo>
                  <a:pt x="977" y="3068"/>
                </a:lnTo>
                <a:lnTo>
                  <a:pt x="917" y="3083"/>
                </a:lnTo>
                <a:lnTo>
                  <a:pt x="855" y="3092"/>
                </a:lnTo>
                <a:lnTo>
                  <a:pt x="794" y="3097"/>
                </a:lnTo>
                <a:lnTo>
                  <a:pt x="733" y="3097"/>
                </a:lnTo>
                <a:lnTo>
                  <a:pt x="671" y="3092"/>
                </a:lnTo>
                <a:lnTo>
                  <a:pt x="609" y="3083"/>
                </a:lnTo>
                <a:lnTo>
                  <a:pt x="549" y="3068"/>
                </a:lnTo>
                <a:lnTo>
                  <a:pt x="490" y="3049"/>
                </a:lnTo>
                <a:lnTo>
                  <a:pt x="433" y="3025"/>
                </a:lnTo>
                <a:lnTo>
                  <a:pt x="377" y="2995"/>
                </a:lnTo>
                <a:lnTo>
                  <a:pt x="323" y="2962"/>
                </a:lnTo>
                <a:lnTo>
                  <a:pt x="272" y="2923"/>
                </a:lnTo>
                <a:lnTo>
                  <a:pt x="224" y="2879"/>
                </a:lnTo>
                <a:lnTo>
                  <a:pt x="178" y="2832"/>
                </a:lnTo>
                <a:lnTo>
                  <a:pt x="139" y="2782"/>
                </a:lnTo>
                <a:lnTo>
                  <a:pt x="104" y="2729"/>
                </a:lnTo>
                <a:lnTo>
                  <a:pt x="75" y="2674"/>
                </a:lnTo>
                <a:lnTo>
                  <a:pt x="51" y="2617"/>
                </a:lnTo>
                <a:lnTo>
                  <a:pt x="30" y="2560"/>
                </a:lnTo>
                <a:lnTo>
                  <a:pt x="15" y="2501"/>
                </a:lnTo>
                <a:lnTo>
                  <a:pt x="5" y="2441"/>
                </a:lnTo>
                <a:lnTo>
                  <a:pt x="0" y="2381"/>
                </a:lnTo>
                <a:lnTo>
                  <a:pt x="0" y="2321"/>
                </a:lnTo>
                <a:lnTo>
                  <a:pt x="5" y="2260"/>
                </a:lnTo>
                <a:lnTo>
                  <a:pt x="15" y="2200"/>
                </a:lnTo>
                <a:lnTo>
                  <a:pt x="30" y="2141"/>
                </a:lnTo>
                <a:lnTo>
                  <a:pt x="51" y="2083"/>
                </a:lnTo>
                <a:lnTo>
                  <a:pt x="75" y="2027"/>
                </a:lnTo>
                <a:lnTo>
                  <a:pt x="104" y="1972"/>
                </a:lnTo>
                <a:lnTo>
                  <a:pt x="139" y="1920"/>
                </a:lnTo>
                <a:lnTo>
                  <a:pt x="178" y="1869"/>
                </a:lnTo>
                <a:lnTo>
                  <a:pt x="224" y="1822"/>
                </a:lnTo>
                <a:lnTo>
                  <a:pt x="1815" y="281"/>
                </a:lnTo>
                <a:lnTo>
                  <a:pt x="1872" y="230"/>
                </a:lnTo>
                <a:lnTo>
                  <a:pt x="1931" y="183"/>
                </a:lnTo>
                <a:lnTo>
                  <a:pt x="1992" y="143"/>
                </a:lnTo>
                <a:lnTo>
                  <a:pt x="2057" y="108"/>
                </a:lnTo>
                <a:lnTo>
                  <a:pt x="2123" y="76"/>
                </a:lnTo>
                <a:lnTo>
                  <a:pt x="2191" y="51"/>
                </a:lnTo>
                <a:lnTo>
                  <a:pt x="2261" y="31"/>
                </a:lnTo>
                <a:lnTo>
                  <a:pt x="2331" y="15"/>
                </a:lnTo>
                <a:lnTo>
                  <a:pt x="2402" y="5"/>
                </a:lnTo>
                <a:lnTo>
                  <a:pt x="2474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lvl="0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27" name="그룹 26"/>
          <p:cNvGrpSpPr/>
          <p:nvPr/>
        </p:nvGrpSpPr>
        <p:grpSpPr>
          <a:xfrm>
            <a:off x="393568" y="656552"/>
            <a:ext cx="323769" cy="323769"/>
            <a:chOff x="1593332" y="2172798"/>
            <a:chExt cx="1083168" cy="1083168"/>
          </a:xfrm>
        </p:grpSpPr>
        <p:sp>
          <p:nvSpPr>
            <p:cNvPr id="28" name="타원 27"/>
            <p:cNvSpPr/>
            <p:nvPr/>
          </p:nvSpPr>
          <p:spPr>
            <a:xfrm>
              <a:off x="1593332" y="2172798"/>
              <a:ext cx="1083168" cy="1083168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b="1">
                <a:solidFill>
                  <a:prstClr val="white"/>
                </a:solidFill>
              </a:endParaRPr>
            </a:p>
          </p:txBody>
        </p:sp>
        <p:pic>
          <p:nvPicPr>
            <p:cNvPr id="29" name="그림 28"/>
            <p:cNvPicPr>
              <a:picLocks noChangeAspect="1"/>
            </p:cNvPicPr>
            <p:nvPr/>
          </p:nvPicPr>
          <p:blipFill rotWithShape="1">
            <a:blip r:embed="rId2"/>
            <a:stretch>
              <a:fillRect/>
            </a:stretch>
          </p:blipFill>
          <p:spPr>
            <a:xfrm>
              <a:off x="1741655" y="2321121"/>
              <a:ext cx="786521" cy="786521"/>
            </a:xfrm>
            <a:prstGeom prst="rect">
              <a:avLst/>
            </a:prstGeom>
          </p:spPr>
        </p:pic>
      </p:grpSp>
      <p:sp>
        <p:nvSpPr>
          <p:cNvPr id="32" name="모서리가 둥근 직사각형 31"/>
          <p:cNvSpPr/>
          <p:nvPr/>
        </p:nvSpPr>
        <p:spPr>
          <a:xfrm>
            <a:off x="350136" y="1719059"/>
            <a:ext cx="396000" cy="396000"/>
          </a:xfrm>
          <a:prstGeom prst="roundRect">
            <a:avLst>
              <a:gd name="adj" fmla="val 16667"/>
            </a:avLst>
          </a:prstGeom>
          <a:solidFill>
            <a:srgbClr val="00D6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" anchor="ctr"/>
          <a:lstStyle/>
          <a:p>
            <a:pPr lvl="0">
              <a:defRPr/>
            </a:pPr>
            <a:endParaRPr lang="en-US" altLang="ko-KR" sz="1050">
              <a:solidFill>
                <a:prstClr val="white"/>
              </a:solidFill>
            </a:endParaRPr>
          </a:p>
        </p:txBody>
      </p:sp>
      <p:grpSp>
        <p:nvGrpSpPr>
          <p:cNvPr id="20" name="Group 12"/>
          <p:cNvGrpSpPr>
            <a:grpSpLocks noChangeAspect="1"/>
          </p:cNvGrpSpPr>
          <p:nvPr/>
        </p:nvGrpSpPr>
        <p:grpSpPr>
          <a:xfrm>
            <a:off x="433464" y="1832474"/>
            <a:ext cx="229344" cy="182438"/>
            <a:chOff x="6124" y="305"/>
            <a:chExt cx="841" cy="669"/>
          </a:xfrm>
          <a:solidFill>
            <a:schemeClr val="bg1"/>
          </a:solidFill>
        </p:grpSpPr>
        <p:sp>
          <p:nvSpPr>
            <p:cNvPr id="21" name="Freeform 13"/>
            <p:cNvSpPr/>
            <p:nvPr/>
          </p:nvSpPr>
          <p:spPr>
            <a:xfrm>
              <a:off x="6244" y="440"/>
              <a:ext cx="601" cy="534"/>
            </a:xfrm>
            <a:custGeom>
              <a:avLst/>
              <a:gdLst>
                <a:gd name="T0" fmla="*/ 902 w 1802"/>
                <a:gd name="T1" fmla="*/ 0 h 1602"/>
                <a:gd name="T2" fmla="*/ 2 w 1802"/>
                <a:gd name="T3" fmla="*/ 742 h 1602"/>
                <a:gd name="T4" fmla="*/ 2 w 1802"/>
                <a:gd name="T5" fmla="*/ 743 h 1602"/>
                <a:gd name="T6" fmla="*/ 2 w 1802"/>
                <a:gd name="T7" fmla="*/ 746 h 1602"/>
                <a:gd name="T8" fmla="*/ 0 w 1802"/>
                <a:gd name="T9" fmla="*/ 749 h 1602"/>
                <a:gd name="T10" fmla="*/ 0 w 1802"/>
                <a:gd name="T11" fmla="*/ 751 h 1602"/>
                <a:gd name="T12" fmla="*/ 0 w 1802"/>
                <a:gd name="T13" fmla="*/ 1501 h 1602"/>
                <a:gd name="T14" fmla="*/ 2 w 1802"/>
                <a:gd name="T15" fmla="*/ 1521 h 1602"/>
                <a:gd name="T16" fmla="*/ 16 w 1802"/>
                <a:gd name="T17" fmla="*/ 1557 h 1602"/>
                <a:gd name="T18" fmla="*/ 30 w 1802"/>
                <a:gd name="T19" fmla="*/ 1572 h 1602"/>
                <a:gd name="T20" fmla="*/ 45 w 1802"/>
                <a:gd name="T21" fmla="*/ 1586 h 1602"/>
                <a:gd name="T22" fmla="*/ 81 w 1802"/>
                <a:gd name="T23" fmla="*/ 1601 h 1602"/>
                <a:gd name="T24" fmla="*/ 100 w 1802"/>
                <a:gd name="T25" fmla="*/ 1602 h 1602"/>
                <a:gd name="T26" fmla="*/ 702 w 1802"/>
                <a:gd name="T27" fmla="*/ 1602 h 1602"/>
                <a:gd name="T28" fmla="*/ 702 w 1802"/>
                <a:gd name="T29" fmla="*/ 1001 h 1602"/>
                <a:gd name="T30" fmla="*/ 1102 w 1802"/>
                <a:gd name="T31" fmla="*/ 1001 h 1602"/>
                <a:gd name="T32" fmla="*/ 1102 w 1802"/>
                <a:gd name="T33" fmla="*/ 1602 h 1602"/>
                <a:gd name="T34" fmla="*/ 1703 w 1802"/>
                <a:gd name="T35" fmla="*/ 1602 h 1602"/>
                <a:gd name="T36" fmla="*/ 1723 w 1802"/>
                <a:gd name="T37" fmla="*/ 1601 h 1602"/>
                <a:gd name="T38" fmla="*/ 1758 w 1802"/>
                <a:gd name="T39" fmla="*/ 1586 h 1602"/>
                <a:gd name="T40" fmla="*/ 1773 w 1802"/>
                <a:gd name="T41" fmla="*/ 1572 h 1602"/>
                <a:gd name="T42" fmla="*/ 1786 w 1802"/>
                <a:gd name="T43" fmla="*/ 1557 h 1602"/>
                <a:gd name="T44" fmla="*/ 1802 w 1802"/>
                <a:gd name="T45" fmla="*/ 1521 h 1602"/>
                <a:gd name="T46" fmla="*/ 1802 w 1802"/>
                <a:gd name="T47" fmla="*/ 1501 h 1602"/>
                <a:gd name="T48" fmla="*/ 1802 w 1802"/>
                <a:gd name="T49" fmla="*/ 751 h 1602"/>
                <a:gd name="T50" fmla="*/ 1802 w 1802"/>
                <a:gd name="T51" fmla="*/ 745 h 1602"/>
                <a:gd name="T52" fmla="*/ 1801 w 1802"/>
                <a:gd name="T53" fmla="*/ 742 h 1602"/>
                <a:gd name="T54" fmla="*/ 902 w 1802"/>
                <a:gd name="T55" fmla="*/ 0 h 1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802" h="1602">
                  <a:moveTo>
                    <a:pt x="902" y="0"/>
                  </a:moveTo>
                  <a:lnTo>
                    <a:pt x="2" y="742"/>
                  </a:lnTo>
                  <a:lnTo>
                    <a:pt x="2" y="743"/>
                  </a:lnTo>
                  <a:lnTo>
                    <a:pt x="2" y="746"/>
                  </a:lnTo>
                  <a:lnTo>
                    <a:pt x="0" y="749"/>
                  </a:lnTo>
                  <a:lnTo>
                    <a:pt x="0" y="751"/>
                  </a:lnTo>
                  <a:lnTo>
                    <a:pt x="0" y="1501"/>
                  </a:lnTo>
                  <a:lnTo>
                    <a:pt x="2" y="1521"/>
                  </a:lnTo>
                  <a:lnTo>
                    <a:pt x="16" y="1557"/>
                  </a:lnTo>
                  <a:lnTo>
                    <a:pt x="30" y="1572"/>
                  </a:lnTo>
                  <a:lnTo>
                    <a:pt x="45" y="1586"/>
                  </a:lnTo>
                  <a:lnTo>
                    <a:pt x="81" y="1601"/>
                  </a:lnTo>
                  <a:lnTo>
                    <a:pt x="100" y="1602"/>
                  </a:lnTo>
                  <a:lnTo>
                    <a:pt x="702" y="1602"/>
                  </a:lnTo>
                  <a:lnTo>
                    <a:pt x="702" y="1001"/>
                  </a:lnTo>
                  <a:lnTo>
                    <a:pt x="1102" y="1001"/>
                  </a:lnTo>
                  <a:lnTo>
                    <a:pt x="1102" y="1602"/>
                  </a:lnTo>
                  <a:lnTo>
                    <a:pt x="1703" y="1602"/>
                  </a:lnTo>
                  <a:lnTo>
                    <a:pt x="1723" y="1601"/>
                  </a:lnTo>
                  <a:lnTo>
                    <a:pt x="1758" y="1586"/>
                  </a:lnTo>
                  <a:lnTo>
                    <a:pt x="1773" y="1572"/>
                  </a:lnTo>
                  <a:lnTo>
                    <a:pt x="1786" y="1557"/>
                  </a:lnTo>
                  <a:lnTo>
                    <a:pt x="1802" y="1521"/>
                  </a:lnTo>
                  <a:lnTo>
                    <a:pt x="1802" y="1501"/>
                  </a:lnTo>
                  <a:lnTo>
                    <a:pt x="1802" y="751"/>
                  </a:lnTo>
                  <a:lnTo>
                    <a:pt x="1802" y="745"/>
                  </a:lnTo>
                  <a:lnTo>
                    <a:pt x="1801" y="742"/>
                  </a:lnTo>
                  <a:lnTo>
                    <a:pt x="90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anchor="t" anchorCtr="0">
              <a:prstTxWarp prst="textNoShape">
                <a:avLst/>
              </a:prstTxWarp>
            </a:bodyPr>
            <a:lstStyle/>
            <a:p>
              <a:pPr lvl="0"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22" name="Freeform 14"/>
            <p:cNvSpPr/>
            <p:nvPr/>
          </p:nvSpPr>
          <p:spPr>
            <a:xfrm>
              <a:off x="6124" y="305"/>
              <a:ext cx="841" cy="394"/>
            </a:xfrm>
            <a:custGeom>
              <a:avLst/>
              <a:gdLst>
                <a:gd name="T0" fmla="*/ 2505 w 2522"/>
                <a:gd name="T1" fmla="*/ 978 h 1181"/>
                <a:gd name="T2" fmla="*/ 2162 w 2522"/>
                <a:gd name="T3" fmla="*/ 694 h 1181"/>
                <a:gd name="T4" fmla="*/ 2162 w 2522"/>
                <a:gd name="T5" fmla="*/ 54 h 1181"/>
                <a:gd name="T6" fmla="*/ 2162 w 2522"/>
                <a:gd name="T7" fmla="*/ 44 h 1181"/>
                <a:gd name="T8" fmla="*/ 2155 w 2522"/>
                <a:gd name="T9" fmla="*/ 26 h 1181"/>
                <a:gd name="T10" fmla="*/ 2149 w 2522"/>
                <a:gd name="T11" fmla="*/ 18 h 1181"/>
                <a:gd name="T12" fmla="*/ 2141 w 2522"/>
                <a:gd name="T13" fmla="*/ 13 h 1181"/>
                <a:gd name="T14" fmla="*/ 2123 w 2522"/>
                <a:gd name="T15" fmla="*/ 5 h 1181"/>
                <a:gd name="T16" fmla="*/ 2113 w 2522"/>
                <a:gd name="T17" fmla="*/ 5 h 1181"/>
                <a:gd name="T18" fmla="*/ 1812 w 2522"/>
                <a:gd name="T19" fmla="*/ 5 h 1181"/>
                <a:gd name="T20" fmla="*/ 1802 w 2522"/>
                <a:gd name="T21" fmla="*/ 5 h 1181"/>
                <a:gd name="T22" fmla="*/ 1783 w 2522"/>
                <a:gd name="T23" fmla="*/ 13 h 1181"/>
                <a:gd name="T24" fmla="*/ 1776 w 2522"/>
                <a:gd name="T25" fmla="*/ 18 h 1181"/>
                <a:gd name="T26" fmla="*/ 1770 w 2522"/>
                <a:gd name="T27" fmla="*/ 26 h 1181"/>
                <a:gd name="T28" fmla="*/ 1763 w 2522"/>
                <a:gd name="T29" fmla="*/ 44 h 1181"/>
                <a:gd name="T30" fmla="*/ 1762 w 2522"/>
                <a:gd name="T31" fmla="*/ 54 h 1181"/>
                <a:gd name="T32" fmla="*/ 1762 w 2522"/>
                <a:gd name="T33" fmla="*/ 360 h 1181"/>
                <a:gd name="T34" fmla="*/ 1380 w 2522"/>
                <a:gd name="T35" fmla="*/ 41 h 1181"/>
                <a:gd name="T36" fmla="*/ 1354 w 2522"/>
                <a:gd name="T37" fmla="*/ 23 h 1181"/>
                <a:gd name="T38" fmla="*/ 1295 w 2522"/>
                <a:gd name="T39" fmla="*/ 1 h 1181"/>
                <a:gd name="T40" fmla="*/ 1262 w 2522"/>
                <a:gd name="T41" fmla="*/ 0 h 1181"/>
                <a:gd name="T42" fmla="*/ 1227 w 2522"/>
                <a:gd name="T43" fmla="*/ 1 h 1181"/>
                <a:gd name="T44" fmla="*/ 1168 w 2522"/>
                <a:gd name="T45" fmla="*/ 23 h 1181"/>
                <a:gd name="T46" fmla="*/ 1142 w 2522"/>
                <a:gd name="T47" fmla="*/ 41 h 1181"/>
                <a:gd name="T48" fmla="*/ 17 w 2522"/>
                <a:gd name="T49" fmla="*/ 978 h 1181"/>
                <a:gd name="T50" fmla="*/ 10 w 2522"/>
                <a:gd name="T51" fmla="*/ 985 h 1181"/>
                <a:gd name="T52" fmla="*/ 1 w 2522"/>
                <a:gd name="T53" fmla="*/ 1001 h 1181"/>
                <a:gd name="T54" fmla="*/ 0 w 2522"/>
                <a:gd name="T55" fmla="*/ 1012 h 1181"/>
                <a:gd name="T56" fmla="*/ 0 w 2522"/>
                <a:gd name="T57" fmla="*/ 1023 h 1181"/>
                <a:gd name="T58" fmla="*/ 6 w 2522"/>
                <a:gd name="T59" fmla="*/ 1040 h 1181"/>
                <a:gd name="T60" fmla="*/ 12 w 2522"/>
                <a:gd name="T61" fmla="*/ 1048 h 1181"/>
                <a:gd name="T62" fmla="*/ 108 w 2522"/>
                <a:gd name="T63" fmla="*/ 1164 h 1181"/>
                <a:gd name="T64" fmla="*/ 122 w 2522"/>
                <a:gd name="T65" fmla="*/ 1177 h 1181"/>
                <a:gd name="T66" fmla="*/ 141 w 2522"/>
                <a:gd name="T67" fmla="*/ 1181 h 1181"/>
                <a:gd name="T68" fmla="*/ 160 w 2522"/>
                <a:gd name="T69" fmla="*/ 1181 h 1181"/>
                <a:gd name="T70" fmla="*/ 179 w 2522"/>
                <a:gd name="T71" fmla="*/ 1171 h 1181"/>
                <a:gd name="T72" fmla="*/ 1262 w 2522"/>
                <a:gd name="T73" fmla="*/ 268 h 1181"/>
                <a:gd name="T74" fmla="*/ 2344 w 2522"/>
                <a:gd name="T75" fmla="*/ 1171 h 1181"/>
                <a:gd name="T76" fmla="*/ 2358 w 2522"/>
                <a:gd name="T77" fmla="*/ 1180 h 1181"/>
                <a:gd name="T78" fmla="*/ 2377 w 2522"/>
                <a:gd name="T79" fmla="*/ 1181 h 1181"/>
                <a:gd name="T80" fmla="*/ 2383 w 2522"/>
                <a:gd name="T81" fmla="*/ 1181 h 1181"/>
                <a:gd name="T82" fmla="*/ 2401 w 2522"/>
                <a:gd name="T83" fmla="*/ 1177 h 1181"/>
                <a:gd name="T84" fmla="*/ 2414 w 2522"/>
                <a:gd name="T85" fmla="*/ 1164 h 1181"/>
                <a:gd name="T86" fmla="*/ 2512 w 2522"/>
                <a:gd name="T87" fmla="*/ 1048 h 1181"/>
                <a:gd name="T88" fmla="*/ 2518 w 2522"/>
                <a:gd name="T89" fmla="*/ 1040 h 1181"/>
                <a:gd name="T90" fmla="*/ 2522 w 2522"/>
                <a:gd name="T91" fmla="*/ 1023 h 1181"/>
                <a:gd name="T92" fmla="*/ 2522 w 2522"/>
                <a:gd name="T93" fmla="*/ 1012 h 1181"/>
                <a:gd name="T94" fmla="*/ 2521 w 2522"/>
                <a:gd name="T95" fmla="*/ 1001 h 1181"/>
                <a:gd name="T96" fmla="*/ 2512 w 2522"/>
                <a:gd name="T97" fmla="*/ 985 h 1181"/>
                <a:gd name="T98" fmla="*/ 2505 w 2522"/>
                <a:gd name="T99" fmla="*/ 978 h 1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22" h="1181">
                  <a:moveTo>
                    <a:pt x="2505" y="978"/>
                  </a:moveTo>
                  <a:lnTo>
                    <a:pt x="2162" y="694"/>
                  </a:lnTo>
                  <a:lnTo>
                    <a:pt x="2162" y="54"/>
                  </a:lnTo>
                  <a:lnTo>
                    <a:pt x="2162" y="44"/>
                  </a:lnTo>
                  <a:lnTo>
                    <a:pt x="2155" y="26"/>
                  </a:lnTo>
                  <a:lnTo>
                    <a:pt x="2149" y="18"/>
                  </a:lnTo>
                  <a:lnTo>
                    <a:pt x="2141" y="13"/>
                  </a:lnTo>
                  <a:lnTo>
                    <a:pt x="2123" y="5"/>
                  </a:lnTo>
                  <a:lnTo>
                    <a:pt x="2113" y="5"/>
                  </a:lnTo>
                  <a:lnTo>
                    <a:pt x="1812" y="5"/>
                  </a:lnTo>
                  <a:lnTo>
                    <a:pt x="1802" y="5"/>
                  </a:lnTo>
                  <a:lnTo>
                    <a:pt x="1783" y="13"/>
                  </a:lnTo>
                  <a:lnTo>
                    <a:pt x="1776" y="18"/>
                  </a:lnTo>
                  <a:lnTo>
                    <a:pt x="1770" y="26"/>
                  </a:lnTo>
                  <a:lnTo>
                    <a:pt x="1763" y="44"/>
                  </a:lnTo>
                  <a:lnTo>
                    <a:pt x="1762" y="54"/>
                  </a:lnTo>
                  <a:lnTo>
                    <a:pt x="1762" y="360"/>
                  </a:lnTo>
                  <a:lnTo>
                    <a:pt x="1380" y="41"/>
                  </a:lnTo>
                  <a:lnTo>
                    <a:pt x="1354" y="23"/>
                  </a:lnTo>
                  <a:lnTo>
                    <a:pt x="1295" y="1"/>
                  </a:lnTo>
                  <a:lnTo>
                    <a:pt x="1262" y="0"/>
                  </a:lnTo>
                  <a:lnTo>
                    <a:pt x="1227" y="1"/>
                  </a:lnTo>
                  <a:lnTo>
                    <a:pt x="1168" y="23"/>
                  </a:lnTo>
                  <a:lnTo>
                    <a:pt x="1142" y="41"/>
                  </a:lnTo>
                  <a:lnTo>
                    <a:pt x="17" y="978"/>
                  </a:lnTo>
                  <a:lnTo>
                    <a:pt x="10" y="985"/>
                  </a:lnTo>
                  <a:lnTo>
                    <a:pt x="1" y="1001"/>
                  </a:lnTo>
                  <a:lnTo>
                    <a:pt x="0" y="1012"/>
                  </a:lnTo>
                  <a:lnTo>
                    <a:pt x="0" y="1023"/>
                  </a:lnTo>
                  <a:lnTo>
                    <a:pt x="6" y="1040"/>
                  </a:lnTo>
                  <a:lnTo>
                    <a:pt x="12" y="1048"/>
                  </a:lnTo>
                  <a:lnTo>
                    <a:pt x="108" y="1164"/>
                  </a:lnTo>
                  <a:lnTo>
                    <a:pt x="122" y="1177"/>
                  </a:lnTo>
                  <a:lnTo>
                    <a:pt x="141" y="1181"/>
                  </a:lnTo>
                  <a:lnTo>
                    <a:pt x="160" y="1181"/>
                  </a:lnTo>
                  <a:lnTo>
                    <a:pt x="179" y="1171"/>
                  </a:lnTo>
                  <a:lnTo>
                    <a:pt x="1262" y="268"/>
                  </a:lnTo>
                  <a:lnTo>
                    <a:pt x="2344" y="1171"/>
                  </a:lnTo>
                  <a:lnTo>
                    <a:pt x="2358" y="1180"/>
                  </a:lnTo>
                  <a:lnTo>
                    <a:pt x="2377" y="1181"/>
                  </a:lnTo>
                  <a:lnTo>
                    <a:pt x="2383" y="1181"/>
                  </a:lnTo>
                  <a:lnTo>
                    <a:pt x="2401" y="1177"/>
                  </a:lnTo>
                  <a:lnTo>
                    <a:pt x="2414" y="1164"/>
                  </a:lnTo>
                  <a:lnTo>
                    <a:pt x="2512" y="1048"/>
                  </a:lnTo>
                  <a:lnTo>
                    <a:pt x="2518" y="1040"/>
                  </a:lnTo>
                  <a:lnTo>
                    <a:pt x="2522" y="1023"/>
                  </a:lnTo>
                  <a:lnTo>
                    <a:pt x="2522" y="1012"/>
                  </a:lnTo>
                  <a:lnTo>
                    <a:pt x="2521" y="1001"/>
                  </a:lnTo>
                  <a:lnTo>
                    <a:pt x="2512" y="985"/>
                  </a:lnTo>
                  <a:lnTo>
                    <a:pt x="2505" y="97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anchor="t" anchorCtr="0">
              <a:prstTxWarp prst="textNoShape">
                <a:avLst/>
              </a:prstTxWarp>
            </a:bodyPr>
            <a:lstStyle/>
            <a:p>
              <a:pPr lvl="0"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35" name="타원 34"/>
          <p:cNvSpPr/>
          <p:nvPr/>
        </p:nvSpPr>
        <p:spPr>
          <a:xfrm>
            <a:off x="578088" y="2370814"/>
            <a:ext cx="177525" cy="17752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anchor="ctr"/>
          <a:lstStyle/>
          <a:p>
            <a:pPr algn="ctr">
              <a:defRPr/>
            </a:pPr>
            <a:r>
              <a:rPr lang="en-US" altLang="ko-KR" sz="1000">
                <a:solidFill>
                  <a:prstClr val="white"/>
                </a:solidFill>
              </a:rPr>
              <a:t>4</a:t>
            </a:r>
          </a:p>
        </p:txBody>
      </p:sp>
      <p:sp>
        <p:nvSpPr>
          <p:cNvPr id="38" name="직사각형 37"/>
          <p:cNvSpPr/>
          <p:nvPr/>
        </p:nvSpPr>
        <p:spPr>
          <a:xfrm>
            <a:off x="1420813" y="537998"/>
            <a:ext cx="6096000" cy="907896"/>
          </a:xfrm>
          <a:prstGeom prst="rect">
            <a:avLst/>
          </a:prstGeom>
        </p:spPr>
        <p:txBody>
          <a:bodyPr>
            <a:spAutoFit/>
          </a:bodyPr>
          <a:lstStyle/>
          <a:p>
            <a:pPr latinLnBrk="0">
              <a:lnSpc>
                <a:spcPct val="150000"/>
              </a:lnSpc>
              <a:defRPr/>
            </a:pPr>
            <a:r>
              <a:rPr lang="en-US" altLang="ko-KR" sz="2600" b="1" i="1" kern="0">
                <a:solidFill>
                  <a:prstClr val="black">
                    <a:lumMod val="65000"/>
                    <a:lumOff val="35000"/>
                  </a:prstClr>
                </a:solidFill>
              </a:rPr>
              <a:t>OUTLINE</a:t>
            </a:r>
            <a:endParaRPr lang="ko-KR" altLang="en-US" sz="2600" b="1" i="1" kern="0">
              <a:solidFill>
                <a:prstClr val="black">
                  <a:lumMod val="65000"/>
                  <a:lumOff val="35000"/>
                </a:prstClr>
              </a:solidFill>
            </a:endParaRPr>
          </a:p>
          <a:p>
            <a:pPr latinLnBrk="0">
              <a:lnSpc>
                <a:spcPct val="150000"/>
              </a:lnSpc>
              <a:defRPr/>
            </a:pPr>
            <a:r>
              <a:rPr lang="en-US" altLang="ko-KR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BACKGROUND&gt;PURPOSE&gt;</a:t>
            </a:r>
            <a:r>
              <a:rPr lang="en-US" altLang="ko-KR" sz="1000" b="1" kern="0">
                <a:solidFill>
                  <a:schemeClr val="accent6"/>
                </a:solidFill>
              </a:rPr>
              <a:t>EXPECT</a:t>
            </a:r>
            <a:r>
              <a:rPr lang="en-US" altLang="ko-KR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&gt;TEAM</a:t>
            </a:r>
          </a:p>
        </p:txBody>
      </p:sp>
      <p:sp>
        <p:nvSpPr>
          <p:cNvPr id="40" name="모서리가 둥근 직사각형 39"/>
          <p:cNvSpPr/>
          <p:nvPr/>
        </p:nvSpPr>
        <p:spPr>
          <a:xfrm>
            <a:off x="1514699" y="1646917"/>
            <a:ext cx="9864501" cy="4279543"/>
          </a:xfrm>
          <a:prstGeom prst="roundRect">
            <a:avLst>
              <a:gd name="adj" fmla="val 3424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" anchor="ctr"/>
          <a:lstStyle/>
          <a:p>
            <a:pPr lvl="0">
              <a:defRPr/>
            </a:pPr>
            <a:endParaRPr lang="en-US" altLang="ko-KR" sz="1050">
              <a:solidFill>
                <a:srgbClr val="264259"/>
              </a:solidFill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1674487" y="1837813"/>
            <a:ext cx="9545326" cy="32333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sz="1600" b="1">
                <a:solidFill>
                  <a:srgbClr val="00D65E"/>
                </a:solidFill>
              </a:rPr>
              <a:t>EXPECT</a:t>
            </a:r>
            <a:endParaRPr lang="ko-KR" altLang="en-US" sz="1600" b="1">
              <a:solidFill>
                <a:srgbClr val="00D65E"/>
              </a:solidFill>
            </a:endParaRPr>
          </a:p>
          <a:p>
            <a:pPr marL="381000" marR="19050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sz="1100" b="0" i="0" u="none" strike="noStrike"/>
          </a:p>
          <a:p>
            <a:pPr marL="381000" marR="19050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300"/>
              <a:t>1. Create a group of family, friends to help develop themselves.</a:t>
            </a:r>
          </a:p>
          <a:p>
            <a:pPr marL="381000" marR="19050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altLang="ko-KR" sz="1300"/>
          </a:p>
          <a:p>
            <a:pPr marL="381000" marR="19050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300"/>
              <a:t>2. The goal is to improve the grades of learning, homework and exercise. </a:t>
            </a:r>
          </a:p>
          <a:p>
            <a:pPr marL="381000" marR="19050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altLang="ko-KR" sz="1300"/>
          </a:p>
          <a:p>
            <a:pPr marL="381000" marR="19050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300"/>
              <a:t>3. Find an efficient way to learn to be interested in your studies. </a:t>
            </a:r>
          </a:p>
          <a:p>
            <a:pPr marL="381000" marR="19050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altLang="ko-KR" sz="1300"/>
          </a:p>
          <a:p>
            <a:pPr marL="381000" marR="19050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300"/>
              <a:t>4. Provide rewards for mission success to gain motivation and fulfillment. </a:t>
            </a:r>
          </a:p>
        </p:txBody>
      </p:sp>
      <p:sp>
        <p:nvSpPr>
          <p:cNvPr id="51" name="타원 50"/>
          <p:cNvSpPr/>
          <p:nvPr/>
        </p:nvSpPr>
        <p:spPr>
          <a:xfrm>
            <a:off x="555404" y="4304681"/>
            <a:ext cx="177525" cy="17752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anchor="ctr"/>
          <a:lstStyle/>
          <a:p>
            <a:pPr algn="ctr">
              <a:defRPr/>
            </a:pPr>
            <a:r>
              <a:rPr lang="en-US" altLang="ko-KR" sz="600">
                <a:solidFill>
                  <a:prstClr val="white"/>
                </a:solidFill>
              </a:rPr>
              <a:t>off</a:t>
            </a:r>
            <a:endParaRPr lang="ko-KR" altLang="en-US" sz="600">
              <a:solidFill>
                <a:prstClr val="white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한쪽 모서리가 둥근 사각형 35"/>
          <p:cNvSpPr/>
          <p:nvPr/>
        </p:nvSpPr>
        <p:spPr>
          <a:xfrm>
            <a:off x="0" y="0"/>
            <a:ext cx="3848100" cy="5549900"/>
          </a:xfrm>
          <a:prstGeom prst="round1Rect">
            <a:avLst>
              <a:gd name="adj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5" name="모서리가 둥근 직사각형 4"/>
          <p:cNvSpPr/>
          <p:nvPr/>
        </p:nvSpPr>
        <p:spPr>
          <a:xfrm>
            <a:off x="236537" y="304800"/>
            <a:ext cx="11669713" cy="6265862"/>
          </a:xfrm>
          <a:prstGeom prst="roundRect">
            <a:avLst>
              <a:gd name="adj" fmla="val 4810"/>
            </a:avLst>
          </a:prstGeom>
          <a:solidFill>
            <a:srgbClr val="264259"/>
          </a:solidFill>
          <a:ln w="63500">
            <a:solidFill>
              <a:schemeClr val="tx2">
                <a:lumMod val="50000"/>
              </a:schemeClr>
            </a:solidFill>
          </a:ln>
          <a:effectLst>
            <a:outerShdw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6" name="양쪽 모서리가 둥근 사각형 5"/>
          <p:cNvSpPr/>
          <p:nvPr/>
        </p:nvSpPr>
        <p:spPr>
          <a:xfrm rot="5400000">
            <a:off x="3271463" y="-2062957"/>
            <a:ext cx="6192000" cy="11001376"/>
          </a:xfrm>
          <a:prstGeom prst="round2SameRect">
            <a:avLst>
              <a:gd name="adj1" fmla="val 4506"/>
              <a:gd name="adj2" fmla="val 0"/>
            </a:avLst>
          </a:prstGeom>
          <a:solidFill>
            <a:schemeClr val="bg1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5" name="자유형 14"/>
          <p:cNvSpPr/>
          <p:nvPr/>
        </p:nvSpPr>
        <p:spPr>
          <a:xfrm>
            <a:off x="1574800" y="1863725"/>
            <a:ext cx="73025" cy="85725"/>
          </a:xfrm>
          <a:custGeom>
            <a:avLst/>
            <a:gdLst>
              <a:gd name="connsiteX0" fmla="*/ 0 w 73025"/>
              <a:gd name="connsiteY0" fmla="*/ 31750 h 85725"/>
              <a:gd name="connsiteX1" fmla="*/ 31750 w 73025"/>
              <a:gd name="connsiteY1" fmla="*/ 85725 h 85725"/>
              <a:gd name="connsiteX2" fmla="*/ 73025 w 73025"/>
              <a:gd name="connsiteY2" fmla="*/ 0 h 85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3025" h="85725">
                <a:moveTo>
                  <a:pt x="0" y="31750"/>
                </a:moveTo>
                <a:lnTo>
                  <a:pt x="31750" y="85725"/>
                </a:lnTo>
                <a:lnTo>
                  <a:pt x="73025" y="0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9" name="Freeform 9"/>
          <p:cNvSpPr/>
          <p:nvPr/>
        </p:nvSpPr>
        <p:spPr>
          <a:xfrm>
            <a:off x="477298" y="2470961"/>
            <a:ext cx="141676" cy="186968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lvl="0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23" name="Freeform 36"/>
          <p:cNvSpPr>
            <a:spLocks noEditPoints="1"/>
          </p:cNvSpPr>
          <p:nvPr/>
        </p:nvSpPr>
        <p:spPr>
          <a:xfrm>
            <a:off x="491434" y="4397002"/>
            <a:ext cx="113404" cy="190736"/>
          </a:xfrm>
          <a:custGeom>
            <a:avLst/>
            <a:gdLst>
              <a:gd name="T0" fmla="*/ 937 w 1926"/>
              <a:gd name="T1" fmla="*/ 3639 h 4045"/>
              <a:gd name="T2" fmla="*/ 893 w 1926"/>
              <a:gd name="T3" fmla="*/ 3665 h 4045"/>
              <a:gd name="T4" fmla="*/ 863 w 1926"/>
              <a:gd name="T5" fmla="*/ 3712 h 4045"/>
              <a:gd name="T6" fmla="*/ 851 w 1926"/>
              <a:gd name="T7" fmla="*/ 3772 h 4045"/>
              <a:gd name="T8" fmla="*/ 863 w 1926"/>
              <a:gd name="T9" fmla="*/ 3832 h 4045"/>
              <a:gd name="T10" fmla="*/ 893 w 1926"/>
              <a:gd name="T11" fmla="*/ 3878 h 4045"/>
              <a:gd name="T12" fmla="*/ 937 w 1926"/>
              <a:gd name="T13" fmla="*/ 3905 h 4045"/>
              <a:gd name="T14" fmla="*/ 988 w 1926"/>
              <a:gd name="T15" fmla="*/ 3905 h 4045"/>
              <a:gd name="T16" fmla="*/ 1033 w 1926"/>
              <a:gd name="T17" fmla="*/ 3878 h 4045"/>
              <a:gd name="T18" fmla="*/ 1064 w 1926"/>
              <a:gd name="T19" fmla="*/ 3832 h 4045"/>
              <a:gd name="T20" fmla="*/ 1075 w 1926"/>
              <a:gd name="T21" fmla="*/ 3772 h 4045"/>
              <a:gd name="T22" fmla="*/ 1064 w 1926"/>
              <a:gd name="T23" fmla="*/ 3712 h 4045"/>
              <a:gd name="T24" fmla="*/ 1033 w 1926"/>
              <a:gd name="T25" fmla="*/ 3665 h 4045"/>
              <a:gd name="T26" fmla="*/ 988 w 1926"/>
              <a:gd name="T27" fmla="*/ 3639 h 4045"/>
              <a:gd name="T28" fmla="*/ 156 w 1926"/>
              <a:gd name="T29" fmla="*/ 434 h 4045"/>
              <a:gd name="T30" fmla="*/ 1770 w 1926"/>
              <a:gd name="T31" fmla="*/ 3540 h 4045"/>
              <a:gd name="T32" fmla="*/ 156 w 1926"/>
              <a:gd name="T33" fmla="*/ 434 h 4045"/>
              <a:gd name="T34" fmla="*/ 716 w 1926"/>
              <a:gd name="T35" fmla="*/ 200 h 4045"/>
              <a:gd name="T36" fmla="*/ 701 w 1926"/>
              <a:gd name="T37" fmla="*/ 217 h 4045"/>
              <a:gd name="T38" fmla="*/ 701 w 1926"/>
              <a:gd name="T39" fmla="*/ 243 h 4045"/>
              <a:gd name="T40" fmla="*/ 716 w 1926"/>
              <a:gd name="T41" fmla="*/ 260 h 4045"/>
              <a:gd name="T42" fmla="*/ 1199 w 1926"/>
              <a:gd name="T43" fmla="*/ 262 h 4045"/>
              <a:gd name="T44" fmla="*/ 1218 w 1926"/>
              <a:gd name="T45" fmla="*/ 254 h 4045"/>
              <a:gd name="T46" fmla="*/ 1226 w 1926"/>
              <a:gd name="T47" fmla="*/ 230 h 4045"/>
              <a:gd name="T48" fmla="*/ 1218 w 1926"/>
              <a:gd name="T49" fmla="*/ 207 h 4045"/>
              <a:gd name="T50" fmla="*/ 1199 w 1926"/>
              <a:gd name="T51" fmla="*/ 197 h 4045"/>
              <a:gd name="T52" fmla="*/ 224 w 1926"/>
              <a:gd name="T53" fmla="*/ 0 h 4045"/>
              <a:gd name="T54" fmla="*/ 1738 w 1926"/>
              <a:gd name="T55" fmla="*/ 4 h 4045"/>
              <a:gd name="T56" fmla="*/ 1805 w 1926"/>
              <a:gd name="T57" fmla="*/ 31 h 4045"/>
              <a:gd name="T58" fmla="*/ 1860 w 1926"/>
              <a:gd name="T59" fmla="*/ 81 h 4045"/>
              <a:gd name="T60" fmla="*/ 1900 w 1926"/>
              <a:gd name="T61" fmla="*/ 148 h 4045"/>
              <a:gd name="T62" fmla="*/ 1923 w 1926"/>
              <a:gd name="T63" fmla="*/ 229 h 4045"/>
              <a:gd name="T64" fmla="*/ 1926 w 1926"/>
              <a:gd name="T65" fmla="*/ 3772 h 4045"/>
              <a:gd name="T66" fmla="*/ 1915 w 1926"/>
              <a:gd name="T67" fmla="*/ 3857 h 4045"/>
              <a:gd name="T68" fmla="*/ 1882 w 1926"/>
              <a:gd name="T69" fmla="*/ 3932 h 4045"/>
              <a:gd name="T70" fmla="*/ 1834 w 1926"/>
              <a:gd name="T71" fmla="*/ 3992 h 4045"/>
              <a:gd name="T72" fmla="*/ 1773 w 1926"/>
              <a:gd name="T73" fmla="*/ 4032 h 4045"/>
              <a:gd name="T74" fmla="*/ 1702 w 1926"/>
              <a:gd name="T75" fmla="*/ 4045 h 4045"/>
              <a:gd name="T76" fmla="*/ 188 w 1926"/>
              <a:gd name="T77" fmla="*/ 4041 h 4045"/>
              <a:gd name="T78" fmla="*/ 122 w 1926"/>
              <a:gd name="T79" fmla="*/ 4014 h 4045"/>
              <a:gd name="T80" fmla="*/ 66 w 1926"/>
              <a:gd name="T81" fmla="*/ 3964 h 4045"/>
              <a:gd name="T82" fmla="*/ 25 w 1926"/>
              <a:gd name="T83" fmla="*/ 3897 h 4045"/>
              <a:gd name="T84" fmla="*/ 3 w 1926"/>
              <a:gd name="T85" fmla="*/ 3816 h 4045"/>
              <a:gd name="T86" fmla="*/ 0 w 1926"/>
              <a:gd name="T87" fmla="*/ 273 h 4045"/>
              <a:gd name="T88" fmla="*/ 12 w 1926"/>
              <a:gd name="T89" fmla="*/ 188 h 4045"/>
              <a:gd name="T90" fmla="*/ 43 w 1926"/>
              <a:gd name="T91" fmla="*/ 113 h 4045"/>
              <a:gd name="T92" fmla="*/ 92 w 1926"/>
              <a:gd name="T93" fmla="*/ 53 h 4045"/>
              <a:gd name="T94" fmla="*/ 154 w 1926"/>
              <a:gd name="T95" fmla="*/ 13 h 4045"/>
              <a:gd name="T96" fmla="*/ 224 w 1926"/>
              <a:gd name="T97" fmla="*/ 0 h 40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926" h="4045">
                <a:moveTo>
                  <a:pt x="963" y="3636"/>
                </a:moveTo>
                <a:lnTo>
                  <a:pt x="937" y="3639"/>
                </a:lnTo>
                <a:lnTo>
                  <a:pt x="914" y="3649"/>
                </a:lnTo>
                <a:lnTo>
                  <a:pt x="893" y="3665"/>
                </a:lnTo>
                <a:lnTo>
                  <a:pt x="876" y="3686"/>
                </a:lnTo>
                <a:lnTo>
                  <a:pt x="863" y="3712"/>
                </a:lnTo>
                <a:lnTo>
                  <a:pt x="854" y="3741"/>
                </a:lnTo>
                <a:lnTo>
                  <a:pt x="851" y="3772"/>
                </a:lnTo>
                <a:lnTo>
                  <a:pt x="854" y="3804"/>
                </a:lnTo>
                <a:lnTo>
                  <a:pt x="863" y="3832"/>
                </a:lnTo>
                <a:lnTo>
                  <a:pt x="876" y="3857"/>
                </a:lnTo>
                <a:lnTo>
                  <a:pt x="893" y="3878"/>
                </a:lnTo>
                <a:lnTo>
                  <a:pt x="914" y="3894"/>
                </a:lnTo>
                <a:lnTo>
                  <a:pt x="937" y="3905"/>
                </a:lnTo>
                <a:lnTo>
                  <a:pt x="963" y="3909"/>
                </a:lnTo>
                <a:lnTo>
                  <a:pt x="988" y="3905"/>
                </a:lnTo>
                <a:lnTo>
                  <a:pt x="1013" y="3894"/>
                </a:lnTo>
                <a:lnTo>
                  <a:pt x="1033" y="3878"/>
                </a:lnTo>
                <a:lnTo>
                  <a:pt x="1051" y="3857"/>
                </a:lnTo>
                <a:lnTo>
                  <a:pt x="1064" y="3832"/>
                </a:lnTo>
                <a:lnTo>
                  <a:pt x="1072" y="3804"/>
                </a:lnTo>
                <a:lnTo>
                  <a:pt x="1075" y="3772"/>
                </a:lnTo>
                <a:lnTo>
                  <a:pt x="1072" y="3741"/>
                </a:lnTo>
                <a:lnTo>
                  <a:pt x="1064" y="3712"/>
                </a:lnTo>
                <a:lnTo>
                  <a:pt x="1051" y="3686"/>
                </a:lnTo>
                <a:lnTo>
                  <a:pt x="1033" y="3665"/>
                </a:lnTo>
                <a:lnTo>
                  <a:pt x="1013" y="3649"/>
                </a:lnTo>
                <a:lnTo>
                  <a:pt x="988" y="3639"/>
                </a:lnTo>
                <a:lnTo>
                  <a:pt x="963" y="3636"/>
                </a:lnTo>
                <a:close/>
                <a:moveTo>
                  <a:pt x="156" y="434"/>
                </a:moveTo>
                <a:lnTo>
                  <a:pt x="156" y="3540"/>
                </a:lnTo>
                <a:lnTo>
                  <a:pt x="1770" y="3540"/>
                </a:lnTo>
                <a:lnTo>
                  <a:pt x="1770" y="434"/>
                </a:lnTo>
                <a:lnTo>
                  <a:pt x="156" y="434"/>
                </a:lnTo>
                <a:close/>
                <a:moveTo>
                  <a:pt x="727" y="197"/>
                </a:moveTo>
                <a:lnTo>
                  <a:pt x="716" y="200"/>
                </a:lnTo>
                <a:lnTo>
                  <a:pt x="707" y="207"/>
                </a:lnTo>
                <a:lnTo>
                  <a:pt x="701" y="217"/>
                </a:lnTo>
                <a:lnTo>
                  <a:pt x="699" y="230"/>
                </a:lnTo>
                <a:lnTo>
                  <a:pt x="701" y="243"/>
                </a:lnTo>
                <a:lnTo>
                  <a:pt x="707" y="254"/>
                </a:lnTo>
                <a:lnTo>
                  <a:pt x="716" y="260"/>
                </a:lnTo>
                <a:lnTo>
                  <a:pt x="727" y="262"/>
                </a:lnTo>
                <a:lnTo>
                  <a:pt x="1199" y="262"/>
                </a:lnTo>
                <a:lnTo>
                  <a:pt x="1210" y="260"/>
                </a:lnTo>
                <a:lnTo>
                  <a:pt x="1218" y="254"/>
                </a:lnTo>
                <a:lnTo>
                  <a:pt x="1224" y="243"/>
                </a:lnTo>
                <a:lnTo>
                  <a:pt x="1226" y="230"/>
                </a:lnTo>
                <a:lnTo>
                  <a:pt x="1224" y="217"/>
                </a:lnTo>
                <a:lnTo>
                  <a:pt x="1218" y="207"/>
                </a:lnTo>
                <a:lnTo>
                  <a:pt x="1210" y="200"/>
                </a:lnTo>
                <a:lnTo>
                  <a:pt x="1199" y="197"/>
                </a:lnTo>
                <a:lnTo>
                  <a:pt x="727" y="197"/>
                </a:lnTo>
                <a:close/>
                <a:moveTo>
                  <a:pt x="224" y="0"/>
                </a:moveTo>
                <a:lnTo>
                  <a:pt x="1702" y="0"/>
                </a:lnTo>
                <a:lnTo>
                  <a:pt x="1738" y="4"/>
                </a:lnTo>
                <a:lnTo>
                  <a:pt x="1773" y="13"/>
                </a:lnTo>
                <a:lnTo>
                  <a:pt x="1805" y="31"/>
                </a:lnTo>
                <a:lnTo>
                  <a:pt x="1834" y="53"/>
                </a:lnTo>
                <a:lnTo>
                  <a:pt x="1860" y="81"/>
                </a:lnTo>
                <a:lnTo>
                  <a:pt x="1882" y="113"/>
                </a:lnTo>
                <a:lnTo>
                  <a:pt x="1900" y="148"/>
                </a:lnTo>
                <a:lnTo>
                  <a:pt x="1915" y="188"/>
                </a:lnTo>
                <a:lnTo>
                  <a:pt x="1923" y="229"/>
                </a:lnTo>
                <a:lnTo>
                  <a:pt x="1926" y="273"/>
                </a:lnTo>
                <a:lnTo>
                  <a:pt x="1926" y="3772"/>
                </a:lnTo>
                <a:lnTo>
                  <a:pt x="1923" y="3816"/>
                </a:lnTo>
                <a:lnTo>
                  <a:pt x="1915" y="3857"/>
                </a:lnTo>
                <a:lnTo>
                  <a:pt x="1900" y="3897"/>
                </a:lnTo>
                <a:lnTo>
                  <a:pt x="1882" y="3932"/>
                </a:lnTo>
                <a:lnTo>
                  <a:pt x="1860" y="3964"/>
                </a:lnTo>
                <a:lnTo>
                  <a:pt x="1834" y="3992"/>
                </a:lnTo>
                <a:lnTo>
                  <a:pt x="1805" y="4014"/>
                </a:lnTo>
                <a:lnTo>
                  <a:pt x="1773" y="4032"/>
                </a:lnTo>
                <a:lnTo>
                  <a:pt x="1738" y="4041"/>
                </a:lnTo>
                <a:lnTo>
                  <a:pt x="1702" y="4045"/>
                </a:lnTo>
                <a:lnTo>
                  <a:pt x="224" y="4045"/>
                </a:lnTo>
                <a:lnTo>
                  <a:pt x="188" y="4041"/>
                </a:lnTo>
                <a:lnTo>
                  <a:pt x="154" y="4032"/>
                </a:lnTo>
                <a:lnTo>
                  <a:pt x="122" y="4014"/>
                </a:lnTo>
                <a:lnTo>
                  <a:pt x="92" y="3992"/>
                </a:lnTo>
                <a:lnTo>
                  <a:pt x="66" y="3964"/>
                </a:lnTo>
                <a:lnTo>
                  <a:pt x="43" y="3932"/>
                </a:lnTo>
                <a:lnTo>
                  <a:pt x="25" y="3897"/>
                </a:lnTo>
                <a:lnTo>
                  <a:pt x="12" y="3857"/>
                </a:lnTo>
                <a:lnTo>
                  <a:pt x="3" y="3816"/>
                </a:lnTo>
                <a:lnTo>
                  <a:pt x="0" y="3772"/>
                </a:lnTo>
                <a:lnTo>
                  <a:pt x="0" y="273"/>
                </a:lnTo>
                <a:lnTo>
                  <a:pt x="3" y="229"/>
                </a:lnTo>
                <a:lnTo>
                  <a:pt x="12" y="188"/>
                </a:lnTo>
                <a:lnTo>
                  <a:pt x="25" y="148"/>
                </a:lnTo>
                <a:lnTo>
                  <a:pt x="43" y="113"/>
                </a:lnTo>
                <a:lnTo>
                  <a:pt x="66" y="81"/>
                </a:lnTo>
                <a:lnTo>
                  <a:pt x="92" y="53"/>
                </a:lnTo>
                <a:lnTo>
                  <a:pt x="122" y="31"/>
                </a:lnTo>
                <a:lnTo>
                  <a:pt x="154" y="13"/>
                </a:lnTo>
                <a:lnTo>
                  <a:pt x="188" y="4"/>
                </a:lnTo>
                <a:lnTo>
                  <a:pt x="224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lvl="0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24" name="자유형 23"/>
          <p:cNvSpPr/>
          <p:nvPr/>
        </p:nvSpPr>
        <p:spPr>
          <a:xfrm>
            <a:off x="462778" y="3768685"/>
            <a:ext cx="170716" cy="149410"/>
          </a:xfrm>
          <a:custGeom>
            <a:avLst/>
            <a:gdLst>
              <a:gd name="connsiteX0" fmla="*/ 149021 w 448462"/>
              <a:gd name="connsiteY0" fmla="*/ 328125 h 392491"/>
              <a:gd name="connsiteX1" fmla="*/ 210588 w 448462"/>
              <a:gd name="connsiteY1" fmla="*/ 357224 h 392491"/>
              <a:gd name="connsiteX2" fmla="*/ 160375 w 448462"/>
              <a:gd name="connsiteY2" fmla="*/ 391211 h 392491"/>
              <a:gd name="connsiteX3" fmla="*/ 158502 w 448462"/>
              <a:gd name="connsiteY3" fmla="*/ 392025 h 392491"/>
              <a:gd name="connsiteX4" fmla="*/ 156629 w 448462"/>
              <a:gd name="connsiteY4" fmla="*/ 392491 h 392491"/>
              <a:gd name="connsiteX5" fmla="*/ 154757 w 448462"/>
              <a:gd name="connsiteY5" fmla="*/ 392375 h 392491"/>
              <a:gd name="connsiteX6" fmla="*/ 153001 w 448462"/>
              <a:gd name="connsiteY6" fmla="*/ 391676 h 392491"/>
              <a:gd name="connsiteX7" fmla="*/ 151362 w 448462"/>
              <a:gd name="connsiteY7" fmla="*/ 390396 h 392491"/>
              <a:gd name="connsiteX8" fmla="*/ 150075 w 448462"/>
              <a:gd name="connsiteY8" fmla="*/ 388883 h 392491"/>
              <a:gd name="connsiteX9" fmla="*/ 149255 w 448462"/>
              <a:gd name="connsiteY9" fmla="*/ 387137 h 392491"/>
              <a:gd name="connsiteX10" fmla="*/ 149021 w 448462"/>
              <a:gd name="connsiteY10" fmla="*/ 385158 h 392491"/>
              <a:gd name="connsiteX11" fmla="*/ 441235 w 448462"/>
              <a:gd name="connsiteY11" fmla="*/ 0 h 392491"/>
              <a:gd name="connsiteX12" fmla="*/ 442983 w 448462"/>
              <a:gd name="connsiteY12" fmla="*/ 233 h 392491"/>
              <a:gd name="connsiteX13" fmla="*/ 444615 w 448462"/>
              <a:gd name="connsiteY13" fmla="*/ 816 h 392491"/>
              <a:gd name="connsiteX14" fmla="*/ 446131 w 448462"/>
              <a:gd name="connsiteY14" fmla="*/ 1866 h 392491"/>
              <a:gd name="connsiteX15" fmla="*/ 447530 w 448462"/>
              <a:gd name="connsiteY15" fmla="*/ 3615 h 392491"/>
              <a:gd name="connsiteX16" fmla="*/ 448346 w 448462"/>
              <a:gd name="connsiteY16" fmla="*/ 5714 h 392491"/>
              <a:gd name="connsiteX17" fmla="*/ 448462 w 448462"/>
              <a:gd name="connsiteY17" fmla="*/ 7696 h 392491"/>
              <a:gd name="connsiteX18" fmla="*/ 447879 w 448462"/>
              <a:gd name="connsiteY18" fmla="*/ 9911 h 392491"/>
              <a:gd name="connsiteX19" fmla="*/ 307990 w 448462"/>
              <a:gd name="connsiteY19" fmla="*/ 362641 h 392491"/>
              <a:gd name="connsiteX20" fmla="*/ 306708 w 448462"/>
              <a:gd name="connsiteY20" fmla="*/ 364973 h 392491"/>
              <a:gd name="connsiteX21" fmla="*/ 305076 w 448462"/>
              <a:gd name="connsiteY21" fmla="*/ 366955 h 392491"/>
              <a:gd name="connsiteX22" fmla="*/ 303094 w 448462"/>
              <a:gd name="connsiteY22" fmla="*/ 368588 h 392491"/>
              <a:gd name="connsiteX23" fmla="*/ 300646 w 448462"/>
              <a:gd name="connsiteY23" fmla="*/ 369870 h 392491"/>
              <a:gd name="connsiteX24" fmla="*/ 298314 w 448462"/>
              <a:gd name="connsiteY24" fmla="*/ 370570 h 392491"/>
              <a:gd name="connsiteX25" fmla="*/ 295983 w 448462"/>
              <a:gd name="connsiteY25" fmla="*/ 370803 h 392491"/>
              <a:gd name="connsiteX26" fmla="*/ 293068 w 448462"/>
              <a:gd name="connsiteY26" fmla="*/ 370453 h 392491"/>
              <a:gd name="connsiteX27" fmla="*/ 290387 w 448462"/>
              <a:gd name="connsiteY27" fmla="*/ 369404 h 392491"/>
              <a:gd name="connsiteX28" fmla="*/ 148982 w 448462"/>
              <a:gd name="connsiteY28" fmla="*/ 302123 h 392491"/>
              <a:gd name="connsiteX29" fmla="*/ 347858 w 448462"/>
              <a:gd name="connsiteY29" fmla="*/ 102379 h 392491"/>
              <a:gd name="connsiteX30" fmla="*/ 120771 w 448462"/>
              <a:gd name="connsiteY30" fmla="*/ 288830 h 392491"/>
              <a:gd name="connsiteX31" fmla="*/ 7344 w 448462"/>
              <a:gd name="connsiteY31" fmla="*/ 234842 h 392491"/>
              <a:gd name="connsiteX32" fmla="*/ 4896 w 448462"/>
              <a:gd name="connsiteY32" fmla="*/ 233209 h 392491"/>
              <a:gd name="connsiteX33" fmla="*/ 2798 w 448462"/>
              <a:gd name="connsiteY33" fmla="*/ 231227 h 392491"/>
              <a:gd name="connsiteX34" fmla="*/ 1282 w 448462"/>
              <a:gd name="connsiteY34" fmla="*/ 228895 h 392491"/>
              <a:gd name="connsiteX35" fmla="*/ 349 w 448462"/>
              <a:gd name="connsiteY35" fmla="*/ 226213 h 392491"/>
              <a:gd name="connsiteX36" fmla="*/ 0 w 448462"/>
              <a:gd name="connsiteY36" fmla="*/ 223298 h 392491"/>
              <a:gd name="connsiteX37" fmla="*/ 233 w 448462"/>
              <a:gd name="connsiteY37" fmla="*/ 220499 h 392491"/>
              <a:gd name="connsiteX38" fmla="*/ 1165 w 448462"/>
              <a:gd name="connsiteY38" fmla="*/ 217701 h 392491"/>
              <a:gd name="connsiteX39" fmla="*/ 2681 w 448462"/>
              <a:gd name="connsiteY39" fmla="*/ 215252 h 392491"/>
              <a:gd name="connsiteX40" fmla="*/ 4779 w 448462"/>
              <a:gd name="connsiteY40" fmla="*/ 213270 h 392491"/>
              <a:gd name="connsiteX41" fmla="*/ 7227 w 448462"/>
              <a:gd name="connsiteY41" fmla="*/ 211754 h 392491"/>
              <a:gd name="connsiteX42" fmla="*/ 437971 w 448462"/>
              <a:gd name="connsiteY42" fmla="*/ 583 h 392491"/>
              <a:gd name="connsiteX43" fmla="*/ 439603 w 448462"/>
              <a:gd name="connsiteY43" fmla="*/ 117 h 392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448462" h="392491">
                <a:moveTo>
                  <a:pt x="149021" y="328125"/>
                </a:moveTo>
                <a:lnTo>
                  <a:pt x="210588" y="357224"/>
                </a:lnTo>
                <a:lnTo>
                  <a:pt x="160375" y="391211"/>
                </a:lnTo>
                <a:lnTo>
                  <a:pt x="158502" y="392025"/>
                </a:lnTo>
                <a:lnTo>
                  <a:pt x="156629" y="392491"/>
                </a:lnTo>
                <a:lnTo>
                  <a:pt x="154757" y="392375"/>
                </a:lnTo>
                <a:lnTo>
                  <a:pt x="153001" y="391676"/>
                </a:lnTo>
                <a:lnTo>
                  <a:pt x="151362" y="390396"/>
                </a:lnTo>
                <a:lnTo>
                  <a:pt x="150075" y="388883"/>
                </a:lnTo>
                <a:lnTo>
                  <a:pt x="149255" y="387137"/>
                </a:lnTo>
                <a:lnTo>
                  <a:pt x="149021" y="385158"/>
                </a:lnTo>
                <a:close/>
                <a:moveTo>
                  <a:pt x="441235" y="0"/>
                </a:moveTo>
                <a:lnTo>
                  <a:pt x="442983" y="233"/>
                </a:lnTo>
                <a:lnTo>
                  <a:pt x="444615" y="816"/>
                </a:lnTo>
                <a:lnTo>
                  <a:pt x="446131" y="1866"/>
                </a:lnTo>
                <a:lnTo>
                  <a:pt x="447530" y="3615"/>
                </a:lnTo>
                <a:lnTo>
                  <a:pt x="448346" y="5714"/>
                </a:lnTo>
                <a:lnTo>
                  <a:pt x="448462" y="7696"/>
                </a:lnTo>
                <a:lnTo>
                  <a:pt x="447879" y="9911"/>
                </a:lnTo>
                <a:lnTo>
                  <a:pt x="307990" y="362641"/>
                </a:lnTo>
                <a:lnTo>
                  <a:pt x="306708" y="364973"/>
                </a:lnTo>
                <a:lnTo>
                  <a:pt x="305076" y="366955"/>
                </a:lnTo>
                <a:lnTo>
                  <a:pt x="303094" y="368588"/>
                </a:lnTo>
                <a:lnTo>
                  <a:pt x="300646" y="369870"/>
                </a:lnTo>
                <a:lnTo>
                  <a:pt x="298314" y="370570"/>
                </a:lnTo>
                <a:lnTo>
                  <a:pt x="295983" y="370803"/>
                </a:lnTo>
                <a:lnTo>
                  <a:pt x="293068" y="370453"/>
                </a:lnTo>
                <a:lnTo>
                  <a:pt x="290387" y="369404"/>
                </a:lnTo>
                <a:lnTo>
                  <a:pt x="148982" y="302123"/>
                </a:lnTo>
                <a:lnTo>
                  <a:pt x="347858" y="102379"/>
                </a:lnTo>
                <a:lnTo>
                  <a:pt x="120771" y="288830"/>
                </a:lnTo>
                <a:lnTo>
                  <a:pt x="7344" y="234842"/>
                </a:lnTo>
                <a:lnTo>
                  <a:pt x="4896" y="233209"/>
                </a:lnTo>
                <a:lnTo>
                  <a:pt x="2798" y="231227"/>
                </a:lnTo>
                <a:lnTo>
                  <a:pt x="1282" y="228895"/>
                </a:lnTo>
                <a:lnTo>
                  <a:pt x="349" y="226213"/>
                </a:lnTo>
                <a:lnTo>
                  <a:pt x="0" y="223298"/>
                </a:lnTo>
                <a:lnTo>
                  <a:pt x="233" y="220499"/>
                </a:lnTo>
                <a:lnTo>
                  <a:pt x="1165" y="217701"/>
                </a:lnTo>
                <a:lnTo>
                  <a:pt x="2681" y="215252"/>
                </a:lnTo>
                <a:lnTo>
                  <a:pt x="4779" y="213270"/>
                </a:lnTo>
                <a:lnTo>
                  <a:pt x="7227" y="211754"/>
                </a:lnTo>
                <a:lnTo>
                  <a:pt x="437971" y="583"/>
                </a:lnTo>
                <a:lnTo>
                  <a:pt x="439603" y="117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noAutofit/>
          </a:bodyPr>
          <a:lstStyle/>
          <a:p>
            <a:pPr lvl="0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25" name="Freeform 6"/>
          <p:cNvSpPr/>
          <p:nvPr/>
        </p:nvSpPr>
        <p:spPr>
          <a:xfrm rot="10800000" flipH="1" flipV="1">
            <a:off x="461886" y="3136838"/>
            <a:ext cx="172500" cy="152938"/>
          </a:xfrm>
          <a:custGeom>
            <a:avLst/>
            <a:gdLst>
              <a:gd name="T0" fmla="*/ 2689 w 3491"/>
              <a:gd name="T1" fmla="*/ 15 h 3097"/>
              <a:gd name="T2" fmla="*/ 2963 w 3491"/>
              <a:gd name="T3" fmla="*/ 108 h 3097"/>
              <a:gd name="T4" fmla="*/ 3204 w 3491"/>
              <a:gd name="T5" fmla="*/ 281 h 3097"/>
              <a:gd name="T6" fmla="*/ 3382 w 3491"/>
              <a:gd name="T7" fmla="*/ 518 h 3097"/>
              <a:gd name="T8" fmla="*/ 3475 w 3491"/>
              <a:gd name="T9" fmla="*/ 786 h 3097"/>
              <a:gd name="T10" fmla="*/ 3486 w 3491"/>
              <a:gd name="T11" fmla="*/ 1066 h 3097"/>
              <a:gd name="T12" fmla="*/ 3413 w 3491"/>
              <a:gd name="T13" fmla="*/ 1339 h 3097"/>
              <a:gd name="T14" fmla="*/ 3256 w 3491"/>
              <a:gd name="T15" fmla="*/ 1586 h 3097"/>
              <a:gd name="T16" fmla="*/ 1965 w 3491"/>
              <a:gd name="T17" fmla="*/ 2838 h 3097"/>
              <a:gd name="T18" fmla="*/ 1873 w 3491"/>
              <a:gd name="T19" fmla="*/ 2828 h 3097"/>
              <a:gd name="T20" fmla="*/ 1821 w 3491"/>
              <a:gd name="T21" fmla="*/ 2749 h 3097"/>
              <a:gd name="T22" fmla="*/ 1853 w 3491"/>
              <a:gd name="T23" fmla="*/ 2662 h 3097"/>
              <a:gd name="T24" fmla="*/ 3153 w 3491"/>
              <a:gd name="T25" fmla="*/ 1355 h 3097"/>
              <a:gd name="T26" fmla="*/ 3242 w 3491"/>
              <a:gd name="T27" fmla="*/ 1126 h 3097"/>
              <a:gd name="T28" fmla="*/ 3253 w 3491"/>
              <a:gd name="T29" fmla="*/ 885 h 3097"/>
              <a:gd name="T30" fmla="*/ 3183 w 3491"/>
              <a:gd name="T31" fmla="*/ 653 h 3097"/>
              <a:gd name="T32" fmla="*/ 3035 w 3491"/>
              <a:gd name="T33" fmla="*/ 448 h 3097"/>
              <a:gd name="T34" fmla="*/ 2825 w 3491"/>
              <a:gd name="T35" fmla="*/ 301 h 3097"/>
              <a:gd name="T36" fmla="*/ 2586 w 3491"/>
              <a:gd name="T37" fmla="*/ 234 h 3097"/>
              <a:gd name="T38" fmla="*/ 2340 w 3491"/>
              <a:gd name="T39" fmla="*/ 243 h 3097"/>
              <a:gd name="T40" fmla="*/ 2108 w 3491"/>
              <a:gd name="T41" fmla="*/ 331 h 3097"/>
              <a:gd name="T42" fmla="*/ 378 w 3491"/>
              <a:gd name="T43" fmla="*/ 1972 h 3097"/>
              <a:gd name="T44" fmla="*/ 258 w 3491"/>
              <a:gd name="T45" fmla="*/ 2149 h 3097"/>
              <a:gd name="T46" fmla="*/ 218 w 3491"/>
              <a:gd name="T47" fmla="*/ 2350 h 3097"/>
              <a:gd name="T48" fmla="*/ 258 w 3491"/>
              <a:gd name="T49" fmla="*/ 2551 h 3097"/>
              <a:gd name="T50" fmla="*/ 378 w 3491"/>
              <a:gd name="T51" fmla="*/ 2728 h 3097"/>
              <a:gd name="T52" fmla="*/ 558 w 3491"/>
              <a:gd name="T53" fmla="*/ 2846 h 3097"/>
              <a:gd name="T54" fmla="*/ 763 w 3491"/>
              <a:gd name="T55" fmla="*/ 2885 h 3097"/>
              <a:gd name="T56" fmla="*/ 968 w 3491"/>
              <a:gd name="T57" fmla="*/ 2846 h 3097"/>
              <a:gd name="T58" fmla="*/ 1149 w 3491"/>
              <a:gd name="T59" fmla="*/ 2728 h 3097"/>
              <a:gd name="T60" fmla="*/ 2809 w 3491"/>
              <a:gd name="T61" fmla="*/ 1091 h 3097"/>
              <a:gd name="T62" fmla="*/ 2837 w 3491"/>
              <a:gd name="T63" fmla="*/ 942 h 3097"/>
              <a:gd name="T64" fmla="*/ 2791 w 3491"/>
              <a:gd name="T65" fmla="*/ 797 h 3097"/>
              <a:gd name="T66" fmla="*/ 2677 w 3491"/>
              <a:gd name="T67" fmla="*/ 685 h 3097"/>
              <a:gd name="T68" fmla="*/ 2528 w 3491"/>
              <a:gd name="T69" fmla="*/ 641 h 3097"/>
              <a:gd name="T70" fmla="*/ 2377 w 3491"/>
              <a:gd name="T71" fmla="*/ 668 h 3097"/>
              <a:gd name="T72" fmla="*/ 1082 w 3491"/>
              <a:gd name="T73" fmla="*/ 1906 h 3097"/>
              <a:gd name="T74" fmla="*/ 992 w 3491"/>
              <a:gd name="T75" fmla="*/ 1937 h 3097"/>
              <a:gd name="T76" fmla="*/ 911 w 3491"/>
              <a:gd name="T77" fmla="*/ 1887 h 3097"/>
              <a:gd name="T78" fmla="*/ 900 w 3491"/>
              <a:gd name="T79" fmla="*/ 1796 h 3097"/>
              <a:gd name="T80" fmla="*/ 2165 w 3491"/>
              <a:gd name="T81" fmla="*/ 546 h 3097"/>
              <a:gd name="T82" fmla="*/ 2354 w 3491"/>
              <a:gd name="T83" fmla="*/ 449 h 3097"/>
              <a:gd name="T84" fmla="*/ 2562 w 3491"/>
              <a:gd name="T85" fmla="*/ 429 h 3097"/>
              <a:gd name="T86" fmla="*/ 2763 w 3491"/>
              <a:gd name="T87" fmla="*/ 488 h 3097"/>
              <a:gd name="T88" fmla="*/ 2932 w 3491"/>
              <a:gd name="T89" fmla="*/ 623 h 3097"/>
              <a:gd name="T90" fmla="*/ 3032 w 3491"/>
              <a:gd name="T91" fmla="*/ 809 h 3097"/>
              <a:gd name="T92" fmla="*/ 3053 w 3491"/>
              <a:gd name="T93" fmla="*/ 1012 h 3097"/>
              <a:gd name="T94" fmla="*/ 2993 w 3491"/>
              <a:gd name="T95" fmla="*/ 1209 h 3097"/>
              <a:gd name="T96" fmla="*/ 1303 w 3491"/>
              <a:gd name="T97" fmla="*/ 2879 h 3097"/>
              <a:gd name="T98" fmla="*/ 1094 w 3491"/>
              <a:gd name="T99" fmla="*/ 3025 h 3097"/>
              <a:gd name="T100" fmla="*/ 855 w 3491"/>
              <a:gd name="T101" fmla="*/ 3092 h 3097"/>
              <a:gd name="T102" fmla="*/ 609 w 3491"/>
              <a:gd name="T103" fmla="*/ 3083 h 3097"/>
              <a:gd name="T104" fmla="*/ 377 w 3491"/>
              <a:gd name="T105" fmla="*/ 2995 h 3097"/>
              <a:gd name="T106" fmla="*/ 178 w 3491"/>
              <a:gd name="T107" fmla="*/ 2832 h 3097"/>
              <a:gd name="T108" fmla="*/ 51 w 3491"/>
              <a:gd name="T109" fmla="*/ 2617 h 3097"/>
              <a:gd name="T110" fmla="*/ 0 w 3491"/>
              <a:gd name="T111" fmla="*/ 2381 h 3097"/>
              <a:gd name="T112" fmla="*/ 30 w 3491"/>
              <a:gd name="T113" fmla="*/ 2141 h 3097"/>
              <a:gd name="T114" fmla="*/ 139 w 3491"/>
              <a:gd name="T115" fmla="*/ 1920 h 3097"/>
              <a:gd name="T116" fmla="*/ 1872 w 3491"/>
              <a:gd name="T117" fmla="*/ 230 h 3097"/>
              <a:gd name="T118" fmla="*/ 2123 w 3491"/>
              <a:gd name="T119" fmla="*/ 76 h 3097"/>
              <a:gd name="T120" fmla="*/ 2402 w 3491"/>
              <a:gd name="T121" fmla="*/ 5 h 30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3491" h="3097">
                <a:moveTo>
                  <a:pt x="2474" y="0"/>
                </a:moveTo>
                <a:lnTo>
                  <a:pt x="2546" y="0"/>
                </a:lnTo>
                <a:lnTo>
                  <a:pt x="2618" y="5"/>
                </a:lnTo>
                <a:lnTo>
                  <a:pt x="2689" y="15"/>
                </a:lnTo>
                <a:lnTo>
                  <a:pt x="2758" y="31"/>
                </a:lnTo>
                <a:lnTo>
                  <a:pt x="2828" y="51"/>
                </a:lnTo>
                <a:lnTo>
                  <a:pt x="2896" y="76"/>
                </a:lnTo>
                <a:lnTo>
                  <a:pt x="2963" y="108"/>
                </a:lnTo>
                <a:lnTo>
                  <a:pt x="3026" y="143"/>
                </a:lnTo>
                <a:lnTo>
                  <a:pt x="3088" y="183"/>
                </a:lnTo>
                <a:lnTo>
                  <a:pt x="3147" y="230"/>
                </a:lnTo>
                <a:lnTo>
                  <a:pt x="3204" y="281"/>
                </a:lnTo>
                <a:lnTo>
                  <a:pt x="3256" y="336"/>
                </a:lnTo>
                <a:lnTo>
                  <a:pt x="3303" y="394"/>
                </a:lnTo>
                <a:lnTo>
                  <a:pt x="3345" y="455"/>
                </a:lnTo>
                <a:lnTo>
                  <a:pt x="3382" y="518"/>
                </a:lnTo>
                <a:lnTo>
                  <a:pt x="3413" y="582"/>
                </a:lnTo>
                <a:lnTo>
                  <a:pt x="3439" y="650"/>
                </a:lnTo>
                <a:lnTo>
                  <a:pt x="3460" y="717"/>
                </a:lnTo>
                <a:lnTo>
                  <a:pt x="3475" y="786"/>
                </a:lnTo>
                <a:lnTo>
                  <a:pt x="3486" y="856"/>
                </a:lnTo>
                <a:lnTo>
                  <a:pt x="3491" y="926"/>
                </a:lnTo>
                <a:lnTo>
                  <a:pt x="3491" y="996"/>
                </a:lnTo>
                <a:lnTo>
                  <a:pt x="3486" y="1066"/>
                </a:lnTo>
                <a:lnTo>
                  <a:pt x="3475" y="1136"/>
                </a:lnTo>
                <a:lnTo>
                  <a:pt x="3460" y="1205"/>
                </a:lnTo>
                <a:lnTo>
                  <a:pt x="3439" y="1273"/>
                </a:lnTo>
                <a:lnTo>
                  <a:pt x="3413" y="1339"/>
                </a:lnTo>
                <a:lnTo>
                  <a:pt x="3382" y="1404"/>
                </a:lnTo>
                <a:lnTo>
                  <a:pt x="3345" y="1467"/>
                </a:lnTo>
                <a:lnTo>
                  <a:pt x="3303" y="1528"/>
                </a:lnTo>
                <a:lnTo>
                  <a:pt x="3256" y="1586"/>
                </a:lnTo>
                <a:lnTo>
                  <a:pt x="3204" y="1641"/>
                </a:lnTo>
                <a:lnTo>
                  <a:pt x="2007" y="2813"/>
                </a:lnTo>
                <a:lnTo>
                  <a:pt x="1988" y="2828"/>
                </a:lnTo>
                <a:lnTo>
                  <a:pt x="1965" y="2838"/>
                </a:lnTo>
                <a:lnTo>
                  <a:pt x="1942" y="2844"/>
                </a:lnTo>
                <a:lnTo>
                  <a:pt x="1918" y="2844"/>
                </a:lnTo>
                <a:lnTo>
                  <a:pt x="1894" y="2838"/>
                </a:lnTo>
                <a:lnTo>
                  <a:pt x="1873" y="2828"/>
                </a:lnTo>
                <a:lnTo>
                  <a:pt x="1853" y="2813"/>
                </a:lnTo>
                <a:lnTo>
                  <a:pt x="1837" y="2793"/>
                </a:lnTo>
                <a:lnTo>
                  <a:pt x="1827" y="2772"/>
                </a:lnTo>
                <a:lnTo>
                  <a:pt x="1821" y="2749"/>
                </a:lnTo>
                <a:lnTo>
                  <a:pt x="1821" y="2726"/>
                </a:lnTo>
                <a:lnTo>
                  <a:pt x="1827" y="2703"/>
                </a:lnTo>
                <a:lnTo>
                  <a:pt x="1837" y="2681"/>
                </a:lnTo>
                <a:lnTo>
                  <a:pt x="1853" y="2662"/>
                </a:lnTo>
                <a:lnTo>
                  <a:pt x="3035" y="1505"/>
                </a:lnTo>
                <a:lnTo>
                  <a:pt x="3079" y="1458"/>
                </a:lnTo>
                <a:lnTo>
                  <a:pt x="3118" y="1407"/>
                </a:lnTo>
                <a:lnTo>
                  <a:pt x="3153" y="1355"/>
                </a:lnTo>
                <a:lnTo>
                  <a:pt x="3183" y="1300"/>
                </a:lnTo>
                <a:lnTo>
                  <a:pt x="3208" y="1243"/>
                </a:lnTo>
                <a:lnTo>
                  <a:pt x="3228" y="1185"/>
                </a:lnTo>
                <a:lnTo>
                  <a:pt x="3242" y="1126"/>
                </a:lnTo>
                <a:lnTo>
                  <a:pt x="3253" y="1066"/>
                </a:lnTo>
                <a:lnTo>
                  <a:pt x="3257" y="1006"/>
                </a:lnTo>
                <a:lnTo>
                  <a:pt x="3257" y="946"/>
                </a:lnTo>
                <a:lnTo>
                  <a:pt x="3253" y="885"/>
                </a:lnTo>
                <a:lnTo>
                  <a:pt x="3242" y="826"/>
                </a:lnTo>
                <a:lnTo>
                  <a:pt x="3228" y="766"/>
                </a:lnTo>
                <a:lnTo>
                  <a:pt x="3208" y="709"/>
                </a:lnTo>
                <a:lnTo>
                  <a:pt x="3183" y="653"/>
                </a:lnTo>
                <a:lnTo>
                  <a:pt x="3153" y="598"/>
                </a:lnTo>
                <a:lnTo>
                  <a:pt x="3118" y="545"/>
                </a:lnTo>
                <a:lnTo>
                  <a:pt x="3079" y="495"/>
                </a:lnTo>
                <a:lnTo>
                  <a:pt x="3035" y="448"/>
                </a:lnTo>
                <a:lnTo>
                  <a:pt x="2985" y="403"/>
                </a:lnTo>
                <a:lnTo>
                  <a:pt x="2935" y="364"/>
                </a:lnTo>
                <a:lnTo>
                  <a:pt x="2881" y="331"/>
                </a:lnTo>
                <a:lnTo>
                  <a:pt x="2825" y="301"/>
                </a:lnTo>
                <a:lnTo>
                  <a:pt x="2767" y="277"/>
                </a:lnTo>
                <a:lnTo>
                  <a:pt x="2708" y="258"/>
                </a:lnTo>
                <a:lnTo>
                  <a:pt x="2648" y="243"/>
                </a:lnTo>
                <a:lnTo>
                  <a:pt x="2586" y="234"/>
                </a:lnTo>
                <a:lnTo>
                  <a:pt x="2525" y="229"/>
                </a:lnTo>
                <a:lnTo>
                  <a:pt x="2464" y="229"/>
                </a:lnTo>
                <a:lnTo>
                  <a:pt x="2402" y="234"/>
                </a:lnTo>
                <a:lnTo>
                  <a:pt x="2340" y="243"/>
                </a:lnTo>
                <a:lnTo>
                  <a:pt x="2280" y="258"/>
                </a:lnTo>
                <a:lnTo>
                  <a:pt x="2221" y="277"/>
                </a:lnTo>
                <a:lnTo>
                  <a:pt x="2164" y="301"/>
                </a:lnTo>
                <a:lnTo>
                  <a:pt x="2108" y="331"/>
                </a:lnTo>
                <a:lnTo>
                  <a:pt x="2055" y="364"/>
                </a:lnTo>
                <a:lnTo>
                  <a:pt x="2003" y="403"/>
                </a:lnTo>
                <a:lnTo>
                  <a:pt x="1955" y="448"/>
                </a:lnTo>
                <a:lnTo>
                  <a:pt x="378" y="1972"/>
                </a:lnTo>
                <a:lnTo>
                  <a:pt x="341" y="2013"/>
                </a:lnTo>
                <a:lnTo>
                  <a:pt x="307" y="2057"/>
                </a:lnTo>
                <a:lnTo>
                  <a:pt x="280" y="2102"/>
                </a:lnTo>
                <a:lnTo>
                  <a:pt x="258" y="2149"/>
                </a:lnTo>
                <a:lnTo>
                  <a:pt x="241" y="2199"/>
                </a:lnTo>
                <a:lnTo>
                  <a:pt x="228" y="2248"/>
                </a:lnTo>
                <a:lnTo>
                  <a:pt x="220" y="2299"/>
                </a:lnTo>
                <a:lnTo>
                  <a:pt x="218" y="2350"/>
                </a:lnTo>
                <a:lnTo>
                  <a:pt x="220" y="2402"/>
                </a:lnTo>
                <a:lnTo>
                  <a:pt x="228" y="2452"/>
                </a:lnTo>
                <a:lnTo>
                  <a:pt x="241" y="2503"/>
                </a:lnTo>
                <a:lnTo>
                  <a:pt x="258" y="2551"/>
                </a:lnTo>
                <a:lnTo>
                  <a:pt x="280" y="2599"/>
                </a:lnTo>
                <a:lnTo>
                  <a:pt x="307" y="2644"/>
                </a:lnTo>
                <a:lnTo>
                  <a:pt x="341" y="2687"/>
                </a:lnTo>
                <a:lnTo>
                  <a:pt x="378" y="2728"/>
                </a:lnTo>
                <a:lnTo>
                  <a:pt x="419" y="2765"/>
                </a:lnTo>
                <a:lnTo>
                  <a:pt x="463" y="2796"/>
                </a:lnTo>
                <a:lnTo>
                  <a:pt x="509" y="2824"/>
                </a:lnTo>
                <a:lnTo>
                  <a:pt x="558" y="2846"/>
                </a:lnTo>
                <a:lnTo>
                  <a:pt x="608" y="2863"/>
                </a:lnTo>
                <a:lnTo>
                  <a:pt x="660" y="2874"/>
                </a:lnTo>
                <a:lnTo>
                  <a:pt x="711" y="2882"/>
                </a:lnTo>
                <a:lnTo>
                  <a:pt x="763" y="2885"/>
                </a:lnTo>
                <a:lnTo>
                  <a:pt x="816" y="2882"/>
                </a:lnTo>
                <a:lnTo>
                  <a:pt x="867" y="2874"/>
                </a:lnTo>
                <a:lnTo>
                  <a:pt x="919" y="2863"/>
                </a:lnTo>
                <a:lnTo>
                  <a:pt x="968" y="2846"/>
                </a:lnTo>
                <a:lnTo>
                  <a:pt x="1018" y="2824"/>
                </a:lnTo>
                <a:lnTo>
                  <a:pt x="1064" y="2796"/>
                </a:lnTo>
                <a:lnTo>
                  <a:pt x="1108" y="2765"/>
                </a:lnTo>
                <a:lnTo>
                  <a:pt x="1149" y="2728"/>
                </a:lnTo>
                <a:lnTo>
                  <a:pt x="2741" y="1187"/>
                </a:lnTo>
                <a:lnTo>
                  <a:pt x="2768" y="1158"/>
                </a:lnTo>
                <a:lnTo>
                  <a:pt x="2791" y="1125"/>
                </a:lnTo>
                <a:lnTo>
                  <a:pt x="2809" y="1091"/>
                </a:lnTo>
                <a:lnTo>
                  <a:pt x="2823" y="1055"/>
                </a:lnTo>
                <a:lnTo>
                  <a:pt x="2831" y="1018"/>
                </a:lnTo>
                <a:lnTo>
                  <a:pt x="2837" y="980"/>
                </a:lnTo>
                <a:lnTo>
                  <a:pt x="2837" y="942"/>
                </a:lnTo>
                <a:lnTo>
                  <a:pt x="2831" y="904"/>
                </a:lnTo>
                <a:lnTo>
                  <a:pt x="2823" y="867"/>
                </a:lnTo>
                <a:lnTo>
                  <a:pt x="2809" y="832"/>
                </a:lnTo>
                <a:lnTo>
                  <a:pt x="2791" y="797"/>
                </a:lnTo>
                <a:lnTo>
                  <a:pt x="2768" y="764"/>
                </a:lnTo>
                <a:lnTo>
                  <a:pt x="2741" y="734"/>
                </a:lnTo>
                <a:lnTo>
                  <a:pt x="2710" y="707"/>
                </a:lnTo>
                <a:lnTo>
                  <a:pt x="2677" y="685"/>
                </a:lnTo>
                <a:lnTo>
                  <a:pt x="2642" y="668"/>
                </a:lnTo>
                <a:lnTo>
                  <a:pt x="2605" y="654"/>
                </a:lnTo>
                <a:lnTo>
                  <a:pt x="2567" y="645"/>
                </a:lnTo>
                <a:lnTo>
                  <a:pt x="2528" y="641"/>
                </a:lnTo>
                <a:lnTo>
                  <a:pt x="2490" y="641"/>
                </a:lnTo>
                <a:lnTo>
                  <a:pt x="2452" y="645"/>
                </a:lnTo>
                <a:lnTo>
                  <a:pt x="2415" y="654"/>
                </a:lnTo>
                <a:lnTo>
                  <a:pt x="2377" y="668"/>
                </a:lnTo>
                <a:lnTo>
                  <a:pt x="2343" y="685"/>
                </a:lnTo>
                <a:lnTo>
                  <a:pt x="2309" y="707"/>
                </a:lnTo>
                <a:lnTo>
                  <a:pt x="2278" y="734"/>
                </a:lnTo>
                <a:lnTo>
                  <a:pt x="1082" y="1906"/>
                </a:lnTo>
                <a:lnTo>
                  <a:pt x="1062" y="1922"/>
                </a:lnTo>
                <a:lnTo>
                  <a:pt x="1040" y="1931"/>
                </a:lnTo>
                <a:lnTo>
                  <a:pt x="1017" y="1937"/>
                </a:lnTo>
                <a:lnTo>
                  <a:pt x="992" y="1937"/>
                </a:lnTo>
                <a:lnTo>
                  <a:pt x="969" y="1931"/>
                </a:lnTo>
                <a:lnTo>
                  <a:pt x="947" y="1922"/>
                </a:lnTo>
                <a:lnTo>
                  <a:pt x="927" y="1906"/>
                </a:lnTo>
                <a:lnTo>
                  <a:pt x="911" y="1887"/>
                </a:lnTo>
                <a:lnTo>
                  <a:pt x="900" y="1865"/>
                </a:lnTo>
                <a:lnTo>
                  <a:pt x="896" y="1842"/>
                </a:lnTo>
                <a:lnTo>
                  <a:pt x="896" y="1819"/>
                </a:lnTo>
                <a:lnTo>
                  <a:pt x="900" y="1796"/>
                </a:lnTo>
                <a:lnTo>
                  <a:pt x="911" y="1775"/>
                </a:lnTo>
                <a:lnTo>
                  <a:pt x="927" y="1755"/>
                </a:lnTo>
                <a:lnTo>
                  <a:pt x="2123" y="583"/>
                </a:lnTo>
                <a:lnTo>
                  <a:pt x="2165" y="546"/>
                </a:lnTo>
                <a:lnTo>
                  <a:pt x="2209" y="515"/>
                </a:lnTo>
                <a:lnTo>
                  <a:pt x="2255" y="488"/>
                </a:lnTo>
                <a:lnTo>
                  <a:pt x="2304" y="465"/>
                </a:lnTo>
                <a:lnTo>
                  <a:pt x="2354" y="449"/>
                </a:lnTo>
                <a:lnTo>
                  <a:pt x="2405" y="436"/>
                </a:lnTo>
                <a:lnTo>
                  <a:pt x="2457" y="429"/>
                </a:lnTo>
                <a:lnTo>
                  <a:pt x="2509" y="427"/>
                </a:lnTo>
                <a:lnTo>
                  <a:pt x="2562" y="429"/>
                </a:lnTo>
                <a:lnTo>
                  <a:pt x="2613" y="436"/>
                </a:lnTo>
                <a:lnTo>
                  <a:pt x="2665" y="449"/>
                </a:lnTo>
                <a:lnTo>
                  <a:pt x="2714" y="465"/>
                </a:lnTo>
                <a:lnTo>
                  <a:pt x="2763" y="488"/>
                </a:lnTo>
                <a:lnTo>
                  <a:pt x="2810" y="515"/>
                </a:lnTo>
                <a:lnTo>
                  <a:pt x="2854" y="546"/>
                </a:lnTo>
                <a:lnTo>
                  <a:pt x="2895" y="583"/>
                </a:lnTo>
                <a:lnTo>
                  <a:pt x="2932" y="623"/>
                </a:lnTo>
                <a:lnTo>
                  <a:pt x="2965" y="666"/>
                </a:lnTo>
                <a:lnTo>
                  <a:pt x="2993" y="713"/>
                </a:lnTo>
                <a:lnTo>
                  <a:pt x="3015" y="760"/>
                </a:lnTo>
                <a:lnTo>
                  <a:pt x="3032" y="809"/>
                </a:lnTo>
                <a:lnTo>
                  <a:pt x="3045" y="859"/>
                </a:lnTo>
                <a:lnTo>
                  <a:pt x="3053" y="910"/>
                </a:lnTo>
                <a:lnTo>
                  <a:pt x="3055" y="961"/>
                </a:lnTo>
                <a:lnTo>
                  <a:pt x="3053" y="1012"/>
                </a:lnTo>
                <a:lnTo>
                  <a:pt x="3045" y="1063"/>
                </a:lnTo>
                <a:lnTo>
                  <a:pt x="3032" y="1113"/>
                </a:lnTo>
                <a:lnTo>
                  <a:pt x="3015" y="1162"/>
                </a:lnTo>
                <a:lnTo>
                  <a:pt x="2993" y="1209"/>
                </a:lnTo>
                <a:lnTo>
                  <a:pt x="2965" y="1255"/>
                </a:lnTo>
                <a:lnTo>
                  <a:pt x="2932" y="1298"/>
                </a:lnTo>
                <a:lnTo>
                  <a:pt x="2895" y="1339"/>
                </a:lnTo>
                <a:lnTo>
                  <a:pt x="1303" y="2879"/>
                </a:lnTo>
                <a:lnTo>
                  <a:pt x="1255" y="2923"/>
                </a:lnTo>
                <a:lnTo>
                  <a:pt x="1203" y="2962"/>
                </a:lnTo>
                <a:lnTo>
                  <a:pt x="1150" y="2995"/>
                </a:lnTo>
                <a:lnTo>
                  <a:pt x="1094" y="3025"/>
                </a:lnTo>
                <a:lnTo>
                  <a:pt x="1036" y="3049"/>
                </a:lnTo>
                <a:lnTo>
                  <a:pt x="977" y="3068"/>
                </a:lnTo>
                <a:lnTo>
                  <a:pt x="917" y="3083"/>
                </a:lnTo>
                <a:lnTo>
                  <a:pt x="855" y="3092"/>
                </a:lnTo>
                <a:lnTo>
                  <a:pt x="794" y="3097"/>
                </a:lnTo>
                <a:lnTo>
                  <a:pt x="733" y="3097"/>
                </a:lnTo>
                <a:lnTo>
                  <a:pt x="671" y="3092"/>
                </a:lnTo>
                <a:lnTo>
                  <a:pt x="609" y="3083"/>
                </a:lnTo>
                <a:lnTo>
                  <a:pt x="549" y="3068"/>
                </a:lnTo>
                <a:lnTo>
                  <a:pt x="490" y="3049"/>
                </a:lnTo>
                <a:lnTo>
                  <a:pt x="433" y="3025"/>
                </a:lnTo>
                <a:lnTo>
                  <a:pt x="377" y="2995"/>
                </a:lnTo>
                <a:lnTo>
                  <a:pt x="323" y="2962"/>
                </a:lnTo>
                <a:lnTo>
                  <a:pt x="272" y="2923"/>
                </a:lnTo>
                <a:lnTo>
                  <a:pt x="224" y="2879"/>
                </a:lnTo>
                <a:lnTo>
                  <a:pt x="178" y="2832"/>
                </a:lnTo>
                <a:lnTo>
                  <a:pt x="139" y="2782"/>
                </a:lnTo>
                <a:lnTo>
                  <a:pt x="104" y="2729"/>
                </a:lnTo>
                <a:lnTo>
                  <a:pt x="75" y="2674"/>
                </a:lnTo>
                <a:lnTo>
                  <a:pt x="51" y="2617"/>
                </a:lnTo>
                <a:lnTo>
                  <a:pt x="30" y="2560"/>
                </a:lnTo>
                <a:lnTo>
                  <a:pt x="15" y="2501"/>
                </a:lnTo>
                <a:lnTo>
                  <a:pt x="5" y="2441"/>
                </a:lnTo>
                <a:lnTo>
                  <a:pt x="0" y="2381"/>
                </a:lnTo>
                <a:lnTo>
                  <a:pt x="0" y="2321"/>
                </a:lnTo>
                <a:lnTo>
                  <a:pt x="5" y="2260"/>
                </a:lnTo>
                <a:lnTo>
                  <a:pt x="15" y="2200"/>
                </a:lnTo>
                <a:lnTo>
                  <a:pt x="30" y="2141"/>
                </a:lnTo>
                <a:lnTo>
                  <a:pt x="51" y="2083"/>
                </a:lnTo>
                <a:lnTo>
                  <a:pt x="75" y="2027"/>
                </a:lnTo>
                <a:lnTo>
                  <a:pt x="104" y="1972"/>
                </a:lnTo>
                <a:lnTo>
                  <a:pt x="139" y="1920"/>
                </a:lnTo>
                <a:lnTo>
                  <a:pt x="178" y="1869"/>
                </a:lnTo>
                <a:lnTo>
                  <a:pt x="224" y="1822"/>
                </a:lnTo>
                <a:lnTo>
                  <a:pt x="1815" y="281"/>
                </a:lnTo>
                <a:lnTo>
                  <a:pt x="1872" y="230"/>
                </a:lnTo>
                <a:lnTo>
                  <a:pt x="1931" y="183"/>
                </a:lnTo>
                <a:lnTo>
                  <a:pt x="1992" y="143"/>
                </a:lnTo>
                <a:lnTo>
                  <a:pt x="2057" y="108"/>
                </a:lnTo>
                <a:lnTo>
                  <a:pt x="2123" y="76"/>
                </a:lnTo>
                <a:lnTo>
                  <a:pt x="2191" y="51"/>
                </a:lnTo>
                <a:lnTo>
                  <a:pt x="2261" y="31"/>
                </a:lnTo>
                <a:lnTo>
                  <a:pt x="2331" y="15"/>
                </a:lnTo>
                <a:lnTo>
                  <a:pt x="2402" y="5"/>
                </a:lnTo>
                <a:lnTo>
                  <a:pt x="2474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lvl="0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27" name="그룹 26"/>
          <p:cNvGrpSpPr/>
          <p:nvPr/>
        </p:nvGrpSpPr>
        <p:grpSpPr>
          <a:xfrm>
            <a:off x="393568" y="656552"/>
            <a:ext cx="323769" cy="323769"/>
            <a:chOff x="1593332" y="2172798"/>
            <a:chExt cx="1083168" cy="1083168"/>
          </a:xfrm>
        </p:grpSpPr>
        <p:sp>
          <p:nvSpPr>
            <p:cNvPr id="28" name="타원 27"/>
            <p:cNvSpPr/>
            <p:nvPr/>
          </p:nvSpPr>
          <p:spPr>
            <a:xfrm>
              <a:off x="1593332" y="2172798"/>
              <a:ext cx="1083168" cy="1083168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b="1">
                <a:solidFill>
                  <a:prstClr val="white"/>
                </a:solidFill>
              </a:endParaRPr>
            </a:p>
          </p:txBody>
        </p:sp>
        <p:pic>
          <p:nvPicPr>
            <p:cNvPr id="29" name="그림 28"/>
            <p:cNvPicPr>
              <a:picLocks noChangeAspect="1"/>
            </p:cNvPicPr>
            <p:nvPr/>
          </p:nvPicPr>
          <p:blipFill rotWithShape="1">
            <a:blip r:embed="rId2"/>
            <a:stretch>
              <a:fillRect/>
            </a:stretch>
          </p:blipFill>
          <p:spPr>
            <a:xfrm>
              <a:off x="1741655" y="2321121"/>
              <a:ext cx="786521" cy="786521"/>
            </a:xfrm>
            <a:prstGeom prst="rect">
              <a:avLst/>
            </a:prstGeom>
          </p:spPr>
        </p:pic>
      </p:grpSp>
      <p:sp>
        <p:nvSpPr>
          <p:cNvPr id="32" name="모서리가 둥근 직사각형 31"/>
          <p:cNvSpPr/>
          <p:nvPr/>
        </p:nvSpPr>
        <p:spPr>
          <a:xfrm>
            <a:off x="350136" y="1719059"/>
            <a:ext cx="396000" cy="396000"/>
          </a:xfrm>
          <a:prstGeom prst="roundRect">
            <a:avLst>
              <a:gd name="adj" fmla="val 16667"/>
            </a:avLst>
          </a:prstGeom>
          <a:solidFill>
            <a:srgbClr val="00D6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" anchor="ctr"/>
          <a:lstStyle/>
          <a:p>
            <a:pPr lvl="0">
              <a:defRPr/>
            </a:pPr>
            <a:endParaRPr lang="en-US" altLang="ko-KR" sz="1050">
              <a:solidFill>
                <a:prstClr val="white"/>
              </a:solidFill>
            </a:endParaRPr>
          </a:p>
        </p:txBody>
      </p:sp>
      <p:grpSp>
        <p:nvGrpSpPr>
          <p:cNvPr id="20" name="Group 12"/>
          <p:cNvGrpSpPr>
            <a:grpSpLocks noChangeAspect="1"/>
          </p:cNvGrpSpPr>
          <p:nvPr/>
        </p:nvGrpSpPr>
        <p:grpSpPr>
          <a:xfrm>
            <a:off x="433464" y="1832474"/>
            <a:ext cx="229344" cy="182438"/>
            <a:chOff x="6124" y="305"/>
            <a:chExt cx="841" cy="669"/>
          </a:xfrm>
          <a:solidFill>
            <a:schemeClr val="bg1"/>
          </a:solidFill>
        </p:grpSpPr>
        <p:sp>
          <p:nvSpPr>
            <p:cNvPr id="21" name="Freeform 13"/>
            <p:cNvSpPr/>
            <p:nvPr/>
          </p:nvSpPr>
          <p:spPr>
            <a:xfrm>
              <a:off x="6244" y="440"/>
              <a:ext cx="601" cy="534"/>
            </a:xfrm>
            <a:custGeom>
              <a:avLst/>
              <a:gdLst>
                <a:gd name="T0" fmla="*/ 902 w 1802"/>
                <a:gd name="T1" fmla="*/ 0 h 1602"/>
                <a:gd name="T2" fmla="*/ 2 w 1802"/>
                <a:gd name="T3" fmla="*/ 742 h 1602"/>
                <a:gd name="T4" fmla="*/ 2 w 1802"/>
                <a:gd name="T5" fmla="*/ 743 h 1602"/>
                <a:gd name="T6" fmla="*/ 2 w 1802"/>
                <a:gd name="T7" fmla="*/ 746 h 1602"/>
                <a:gd name="T8" fmla="*/ 0 w 1802"/>
                <a:gd name="T9" fmla="*/ 749 h 1602"/>
                <a:gd name="T10" fmla="*/ 0 w 1802"/>
                <a:gd name="T11" fmla="*/ 751 h 1602"/>
                <a:gd name="T12" fmla="*/ 0 w 1802"/>
                <a:gd name="T13" fmla="*/ 1501 h 1602"/>
                <a:gd name="T14" fmla="*/ 2 w 1802"/>
                <a:gd name="T15" fmla="*/ 1521 h 1602"/>
                <a:gd name="T16" fmla="*/ 16 w 1802"/>
                <a:gd name="T17" fmla="*/ 1557 h 1602"/>
                <a:gd name="T18" fmla="*/ 30 w 1802"/>
                <a:gd name="T19" fmla="*/ 1572 h 1602"/>
                <a:gd name="T20" fmla="*/ 45 w 1802"/>
                <a:gd name="T21" fmla="*/ 1586 h 1602"/>
                <a:gd name="T22" fmla="*/ 81 w 1802"/>
                <a:gd name="T23" fmla="*/ 1601 h 1602"/>
                <a:gd name="T24" fmla="*/ 100 w 1802"/>
                <a:gd name="T25" fmla="*/ 1602 h 1602"/>
                <a:gd name="T26" fmla="*/ 702 w 1802"/>
                <a:gd name="T27" fmla="*/ 1602 h 1602"/>
                <a:gd name="T28" fmla="*/ 702 w 1802"/>
                <a:gd name="T29" fmla="*/ 1001 h 1602"/>
                <a:gd name="T30" fmla="*/ 1102 w 1802"/>
                <a:gd name="T31" fmla="*/ 1001 h 1602"/>
                <a:gd name="T32" fmla="*/ 1102 w 1802"/>
                <a:gd name="T33" fmla="*/ 1602 h 1602"/>
                <a:gd name="T34" fmla="*/ 1703 w 1802"/>
                <a:gd name="T35" fmla="*/ 1602 h 1602"/>
                <a:gd name="T36" fmla="*/ 1723 w 1802"/>
                <a:gd name="T37" fmla="*/ 1601 h 1602"/>
                <a:gd name="T38" fmla="*/ 1758 w 1802"/>
                <a:gd name="T39" fmla="*/ 1586 h 1602"/>
                <a:gd name="T40" fmla="*/ 1773 w 1802"/>
                <a:gd name="T41" fmla="*/ 1572 h 1602"/>
                <a:gd name="T42" fmla="*/ 1786 w 1802"/>
                <a:gd name="T43" fmla="*/ 1557 h 1602"/>
                <a:gd name="T44" fmla="*/ 1802 w 1802"/>
                <a:gd name="T45" fmla="*/ 1521 h 1602"/>
                <a:gd name="T46" fmla="*/ 1802 w 1802"/>
                <a:gd name="T47" fmla="*/ 1501 h 1602"/>
                <a:gd name="T48" fmla="*/ 1802 w 1802"/>
                <a:gd name="T49" fmla="*/ 751 h 1602"/>
                <a:gd name="T50" fmla="*/ 1802 w 1802"/>
                <a:gd name="T51" fmla="*/ 745 h 1602"/>
                <a:gd name="T52" fmla="*/ 1801 w 1802"/>
                <a:gd name="T53" fmla="*/ 742 h 1602"/>
                <a:gd name="T54" fmla="*/ 902 w 1802"/>
                <a:gd name="T55" fmla="*/ 0 h 1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802" h="1602">
                  <a:moveTo>
                    <a:pt x="902" y="0"/>
                  </a:moveTo>
                  <a:lnTo>
                    <a:pt x="2" y="742"/>
                  </a:lnTo>
                  <a:lnTo>
                    <a:pt x="2" y="743"/>
                  </a:lnTo>
                  <a:lnTo>
                    <a:pt x="2" y="746"/>
                  </a:lnTo>
                  <a:lnTo>
                    <a:pt x="0" y="749"/>
                  </a:lnTo>
                  <a:lnTo>
                    <a:pt x="0" y="751"/>
                  </a:lnTo>
                  <a:lnTo>
                    <a:pt x="0" y="1501"/>
                  </a:lnTo>
                  <a:lnTo>
                    <a:pt x="2" y="1521"/>
                  </a:lnTo>
                  <a:lnTo>
                    <a:pt x="16" y="1557"/>
                  </a:lnTo>
                  <a:lnTo>
                    <a:pt x="30" y="1572"/>
                  </a:lnTo>
                  <a:lnTo>
                    <a:pt x="45" y="1586"/>
                  </a:lnTo>
                  <a:lnTo>
                    <a:pt x="81" y="1601"/>
                  </a:lnTo>
                  <a:lnTo>
                    <a:pt x="100" y="1602"/>
                  </a:lnTo>
                  <a:lnTo>
                    <a:pt x="702" y="1602"/>
                  </a:lnTo>
                  <a:lnTo>
                    <a:pt x="702" y="1001"/>
                  </a:lnTo>
                  <a:lnTo>
                    <a:pt x="1102" y="1001"/>
                  </a:lnTo>
                  <a:lnTo>
                    <a:pt x="1102" y="1602"/>
                  </a:lnTo>
                  <a:lnTo>
                    <a:pt x="1703" y="1602"/>
                  </a:lnTo>
                  <a:lnTo>
                    <a:pt x="1723" y="1601"/>
                  </a:lnTo>
                  <a:lnTo>
                    <a:pt x="1758" y="1586"/>
                  </a:lnTo>
                  <a:lnTo>
                    <a:pt x="1773" y="1572"/>
                  </a:lnTo>
                  <a:lnTo>
                    <a:pt x="1786" y="1557"/>
                  </a:lnTo>
                  <a:lnTo>
                    <a:pt x="1802" y="1521"/>
                  </a:lnTo>
                  <a:lnTo>
                    <a:pt x="1802" y="1501"/>
                  </a:lnTo>
                  <a:lnTo>
                    <a:pt x="1802" y="751"/>
                  </a:lnTo>
                  <a:lnTo>
                    <a:pt x="1802" y="745"/>
                  </a:lnTo>
                  <a:lnTo>
                    <a:pt x="1801" y="742"/>
                  </a:lnTo>
                  <a:lnTo>
                    <a:pt x="90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anchor="t" anchorCtr="0">
              <a:prstTxWarp prst="textNoShape">
                <a:avLst/>
              </a:prstTxWarp>
            </a:bodyPr>
            <a:lstStyle/>
            <a:p>
              <a:pPr lvl="0"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22" name="Freeform 14"/>
            <p:cNvSpPr/>
            <p:nvPr/>
          </p:nvSpPr>
          <p:spPr>
            <a:xfrm>
              <a:off x="6124" y="305"/>
              <a:ext cx="841" cy="394"/>
            </a:xfrm>
            <a:custGeom>
              <a:avLst/>
              <a:gdLst>
                <a:gd name="T0" fmla="*/ 2505 w 2522"/>
                <a:gd name="T1" fmla="*/ 978 h 1181"/>
                <a:gd name="T2" fmla="*/ 2162 w 2522"/>
                <a:gd name="T3" fmla="*/ 694 h 1181"/>
                <a:gd name="T4" fmla="*/ 2162 w 2522"/>
                <a:gd name="T5" fmla="*/ 54 h 1181"/>
                <a:gd name="T6" fmla="*/ 2162 w 2522"/>
                <a:gd name="T7" fmla="*/ 44 h 1181"/>
                <a:gd name="T8" fmla="*/ 2155 w 2522"/>
                <a:gd name="T9" fmla="*/ 26 h 1181"/>
                <a:gd name="T10" fmla="*/ 2149 w 2522"/>
                <a:gd name="T11" fmla="*/ 18 h 1181"/>
                <a:gd name="T12" fmla="*/ 2141 w 2522"/>
                <a:gd name="T13" fmla="*/ 13 h 1181"/>
                <a:gd name="T14" fmla="*/ 2123 w 2522"/>
                <a:gd name="T15" fmla="*/ 5 h 1181"/>
                <a:gd name="T16" fmla="*/ 2113 w 2522"/>
                <a:gd name="T17" fmla="*/ 5 h 1181"/>
                <a:gd name="T18" fmla="*/ 1812 w 2522"/>
                <a:gd name="T19" fmla="*/ 5 h 1181"/>
                <a:gd name="T20" fmla="*/ 1802 w 2522"/>
                <a:gd name="T21" fmla="*/ 5 h 1181"/>
                <a:gd name="T22" fmla="*/ 1783 w 2522"/>
                <a:gd name="T23" fmla="*/ 13 h 1181"/>
                <a:gd name="T24" fmla="*/ 1776 w 2522"/>
                <a:gd name="T25" fmla="*/ 18 h 1181"/>
                <a:gd name="T26" fmla="*/ 1770 w 2522"/>
                <a:gd name="T27" fmla="*/ 26 h 1181"/>
                <a:gd name="T28" fmla="*/ 1763 w 2522"/>
                <a:gd name="T29" fmla="*/ 44 h 1181"/>
                <a:gd name="T30" fmla="*/ 1762 w 2522"/>
                <a:gd name="T31" fmla="*/ 54 h 1181"/>
                <a:gd name="T32" fmla="*/ 1762 w 2522"/>
                <a:gd name="T33" fmla="*/ 360 h 1181"/>
                <a:gd name="T34" fmla="*/ 1380 w 2522"/>
                <a:gd name="T35" fmla="*/ 41 h 1181"/>
                <a:gd name="T36" fmla="*/ 1354 w 2522"/>
                <a:gd name="T37" fmla="*/ 23 h 1181"/>
                <a:gd name="T38" fmla="*/ 1295 w 2522"/>
                <a:gd name="T39" fmla="*/ 1 h 1181"/>
                <a:gd name="T40" fmla="*/ 1262 w 2522"/>
                <a:gd name="T41" fmla="*/ 0 h 1181"/>
                <a:gd name="T42" fmla="*/ 1227 w 2522"/>
                <a:gd name="T43" fmla="*/ 1 h 1181"/>
                <a:gd name="T44" fmla="*/ 1168 w 2522"/>
                <a:gd name="T45" fmla="*/ 23 h 1181"/>
                <a:gd name="T46" fmla="*/ 1142 w 2522"/>
                <a:gd name="T47" fmla="*/ 41 h 1181"/>
                <a:gd name="T48" fmla="*/ 17 w 2522"/>
                <a:gd name="T49" fmla="*/ 978 h 1181"/>
                <a:gd name="T50" fmla="*/ 10 w 2522"/>
                <a:gd name="T51" fmla="*/ 985 h 1181"/>
                <a:gd name="T52" fmla="*/ 1 w 2522"/>
                <a:gd name="T53" fmla="*/ 1001 h 1181"/>
                <a:gd name="T54" fmla="*/ 0 w 2522"/>
                <a:gd name="T55" fmla="*/ 1012 h 1181"/>
                <a:gd name="T56" fmla="*/ 0 w 2522"/>
                <a:gd name="T57" fmla="*/ 1023 h 1181"/>
                <a:gd name="T58" fmla="*/ 6 w 2522"/>
                <a:gd name="T59" fmla="*/ 1040 h 1181"/>
                <a:gd name="T60" fmla="*/ 12 w 2522"/>
                <a:gd name="T61" fmla="*/ 1048 h 1181"/>
                <a:gd name="T62" fmla="*/ 108 w 2522"/>
                <a:gd name="T63" fmla="*/ 1164 h 1181"/>
                <a:gd name="T64" fmla="*/ 122 w 2522"/>
                <a:gd name="T65" fmla="*/ 1177 h 1181"/>
                <a:gd name="T66" fmla="*/ 141 w 2522"/>
                <a:gd name="T67" fmla="*/ 1181 h 1181"/>
                <a:gd name="T68" fmla="*/ 160 w 2522"/>
                <a:gd name="T69" fmla="*/ 1181 h 1181"/>
                <a:gd name="T70" fmla="*/ 179 w 2522"/>
                <a:gd name="T71" fmla="*/ 1171 h 1181"/>
                <a:gd name="T72" fmla="*/ 1262 w 2522"/>
                <a:gd name="T73" fmla="*/ 268 h 1181"/>
                <a:gd name="T74" fmla="*/ 2344 w 2522"/>
                <a:gd name="T75" fmla="*/ 1171 h 1181"/>
                <a:gd name="T76" fmla="*/ 2358 w 2522"/>
                <a:gd name="T77" fmla="*/ 1180 h 1181"/>
                <a:gd name="T78" fmla="*/ 2377 w 2522"/>
                <a:gd name="T79" fmla="*/ 1181 h 1181"/>
                <a:gd name="T80" fmla="*/ 2383 w 2522"/>
                <a:gd name="T81" fmla="*/ 1181 h 1181"/>
                <a:gd name="T82" fmla="*/ 2401 w 2522"/>
                <a:gd name="T83" fmla="*/ 1177 h 1181"/>
                <a:gd name="T84" fmla="*/ 2414 w 2522"/>
                <a:gd name="T85" fmla="*/ 1164 h 1181"/>
                <a:gd name="T86" fmla="*/ 2512 w 2522"/>
                <a:gd name="T87" fmla="*/ 1048 h 1181"/>
                <a:gd name="T88" fmla="*/ 2518 w 2522"/>
                <a:gd name="T89" fmla="*/ 1040 h 1181"/>
                <a:gd name="T90" fmla="*/ 2522 w 2522"/>
                <a:gd name="T91" fmla="*/ 1023 h 1181"/>
                <a:gd name="T92" fmla="*/ 2522 w 2522"/>
                <a:gd name="T93" fmla="*/ 1012 h 1181"/>
                <a:gd name="T94" fmla="*/ 2521 w 2522"/>
                <a:gd name="T95" fmla="*/ 1001 h 1181"/>
                <a:gd name="T96" fmla="*/ 2512 w 2522"/>
                <a:gd name="T97" fmla="*/ 985 h 1181"/>
                <a:gd name="T98" fmla="*/ 2505 w 2522"/>
                <a:gd name="T99" fmla="*/ 978 h 1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22" h="1181">
                  <a:moveTo>
                    <a:pt x="2505" y="978"/>
                  </a:moveTo>
                  <a:lnTo>
                    <a:pt x="2162" y="694"/>
                  </a:lnTo>
                  <a:lnTo>
                    <a:pt x="2162" y="54"/>
                  </a:lnTo>
                  <a:lnTo>
                    <a:pt x="2162" y="44"/>
                  </a:lnTo>
                  <a:lnTo>
                    <a:pt x="2155" y="26"/>
                  </a:lnTo>
                  <a:lnTo>
                    <a:pt x="2149" y="18"/>
                  </a:lnTo>
                  <a:lnTo>
                    <a:pt x="2141" y="13"/>
                  </a:lnTo>
                  <a:lnTo>
                    <a:pt x="2123" y="5"/>
                  </a:lnTo>
                  <a:lnTo>
                    <a:pt x="2113" y="5"/>
                  </a:lnTo>
                  <a:lnTo>
                    <a:pt x="1812" y="5"/>
                  </a:lnTo>
                  <a:lnTo>
                    <a:pt x="1802" y="5"/>
                  </a:lnTo>
                  <a:lnTo>
                    <a:pt x="1783" y="13"/>
                  </a:lnTo>
                  <a:lnTo>
                    <a:pt x="1776" y="18"/>
                  </a:lnTo>
                  <a:lnTo>
                    <a:pt x="1770" y="26"/>
                  </a:lnTo>
                  <a:lnTo>
                    <a:pt x="1763" y="44"/>
                  </a:lnTo>
                  <a:lnTo>
                    <a:pt x="1762" y="54"/>
                  </a:lnTo>
                  <a:lnTo>
                    <a:pt x="1762" y="360"/>
                  </a:lnTo>
                  <a:lnTo>
                    <a:pt x="1380" y="41"/>
                  </a:lnTo>
                  <a:lnTo>
                    <a:pt x="1354" y="23"/>
                  </a:lnTo>
                  <a:lnTo>
                    <a:pt x="1295" y="1"/>
                  </a:lnTo>
                  <a:lnTo>
                    <a:pt x="1262" y="0"/>
                  </a:lnTo>
                  <a:lnTo>
                    <a:pt x="1227" y="1"/>
                  </a:lnTo>
                  <a:lnTo>
                    <a:pt x="1168" y="23"/>
                  </a:lnTo>
                  <a:lnTo>
                    <a:pt x="1142" y="41"/>
                  </a:lnTo>
                  <a:lnTo>
                    <a:pt x="17" y="978"/>
                  </a:lnTo>
                  <a:lnTo>
                    <a:pt x="10" y="985"/>
                  </a:lnTo>
                  <a:lnTo>
                    <a:pt x="1" y="1001"/>
                  </a:lnTo>
                  <a:lnTo>
                    <a:pt x="0" y="1012"/>
                  </a:lnTo>
                  <a:lnTo>
                    <a:pt x="0" y="1023"/>
                  </a:lnTo>
                  <a:lnTo>
                    <a:pt x="6" y="1040"/>
                  </a:lnTo>
                  <a:lnTo>
                    <a:pt x="12" y="1048"/>
                  </a:lnTo>
                  <a:lnTo>
                    <a:pt x="108" y="1164"/>
                  </a:lnTo>
                  <a:lnTo>
                    <a:pt x="122" y="1177"/>
                  </a:lnTo>
                  <a:lnTo>
                    <a:pt x="141" y="1181"/>
                  </a:lnTo>
                  <a:lnTo>
                    <a:pt x="160" y="1181"/>
                  </a:lnTo>
                  <a:lnTo>
                    <a:pt x="179" y="1171"/>
                  </a:lnTo>
                  <a:lnTo>
                    <a:pt x="1262" y="268"/>
                  </a:lnTo>
                  <a:lnTo>
                    <a:pt x="2344" y="1171"/>
                  </a:lnTo>
                  <a:lnTo>
                    <a:pt x="2358" y="1180"/>
                  </a:lnTo>
                  <a:lnTo>
                    <a:pt x="2377" y="1181"/>
                  </a:lnTo>
                  <a:lnTo>
                    <a:pt x="2383" y="1181"/>
                  </a:lnTo>
                  <a:lnTo>
                    <a:pt x="2401" y="1177"/>
                  </a:lnTo>
                  <a:lnTo>
                    <a:pt x="2414" y="1164"/>
                  </a:lnTo>
                  <a:lnTo>
                    <a:pt x="2512" y="1048"/>
                  </a:lnTo>
                  <a:lnTo>
                    <a:pt x="2518" y="1040"/>
                  </a:lnTo>
                  <a:lnTo>
                    <a:pt x="2522" y="1023"/>
                  </a:lnTo>
                  <a:lnTo>
                    <a:pt x="2522" y="1012"/>
                  </a:lnTo>
                  <a:lnTo>
                    <a:pt x="2521" y="1001"/>
                  </a:lnTo>
                  <a:lnTo>
                    <a:pt x="2512" y="985"/>
                  </a:lnTo>
                  <a:lnTo>
                    <a:pt x="2505" y="97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anchor="t" anchorCtr="0">
              <a:prstTxWarp prst="textNoShape">
                <a:avLst/>
              </a:prstTxWarp>
            </a:bodyPr>
            <a:lstStyle/>
            <a:p>
              <a:pPr lvl="0"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35" name="타원 34"/>
          <p:cNvSpPr/>
          <p:nvPr/>
        </p:nvSpPr>
        <p:spPr>
          <a:xfrm>
            <a:off x="578088" y="2370814"/>
            <a:ext cx="177525" cy="17752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anchor="ctr"/>
          <a:lstStyle/>
          <a:p>
            <a:pPr algn="ctr">
              <a:defRPr/>
            </a:pPr>
            <a:r>
              <a:rPr lang="en-US" altLang="ko-KR" sz="1000">
                <a:solidFill>
                  <a:prstClr val="white"/>
                </a:solidFill>
              </a:rPr>
              <a:t>5</a:t>
            </a:r>
            <a:endParaRPr lang="ko-KR" altLang="en-US" sz="1000">
              <a:solidFill>
                <a:prstClr val="white"/>
              </a:solidFill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1420813" y="537998"/>
            <a:ext cx="6096000" cy="907896"/>
          </a:xfrm>
          <a:prstGeom prst="rect">
            <a:avLst/>
          </a:prstGeom>
        </p:spPr>
        <p:txBody>
          <a:bodyPr>
            <a:spAutoFit/>
          </a:bodyPr>
          <a:lstStyle/>
          <a:p>
            <a:pPr latinLnBrk="0">
              <a:lnSpc>
                <a:spcPct val="150000"/>
              </a:lnSpc>
              <a:defRPr/>
            </a:pPr>
            <a:r>
              <a:rPr lang="en-US" altLang="ko-KR" sz="2600" b="1" i="1" kern="0">
                <a:solidFill>
                  <a:prstClr val="black">
                    <a:lumMod val="65000"/>
                    <a:lumOff val="35000"/>
                  </a:prstClr>
                </a:solidFill>
              </a:rPr>
              <a:t>OUTLINE</a:t>
            </a:r>
            <a:endParaRPr lang="ko-KR" altLang="en-US" sz="2600" b="1" i="1" kern="0">
              <a:solidFill>
                <a:prstClr val="black">
                  <a:lumMod val="65000"/>
                  <a:lumOff val="35000"/>
                </a:prstClr>
              </a:solidFill>
            </a:endParaRPr>
          </a:p>
          <a:p>
            <a:pPr latinLnBrk="0">
              <a:lnSpc>
                <a:spcPct val="150000"/>
              </a:lnSpc>
              <a:defRPr/>
            </a:pPr>
            <a:r>
              <a:rPr lang="en-US" altLang="ko-KR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BACKGROUND&gt;PURPOSE&gt;EXPECT&gt;</a:t>
            </a:r>
            <a:r>
              <a:rPr lang="en-US" altLang="ko-KR" sz="1000" b="1" kern="0">
                <a:solidFill>
                  <a:schemeClr val="accent6"/>
                </a:solidFill>
              </a:rPr>
              <a:t>TEAM</a:t>
            </a:r>
            <a:endParaRPr lang="en-US" altLang="ko-KR" sz="1000" kern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40" name="모서리가 둥근 직사각형 39"/>
          <p:cNvSpPr/>
          <p:nvPr/>
        </p:nvSpPr>
        <p:spPr>
          <a:xfrm>
            <a:off x="1514699" y="1646917"/>
            <a:ext cx="9864501" cy="4279543"/>
          </a:xfrm>
          <a:prstGeom prst="roundRect">
            <a:avLst>
              <a:gd name="adj" fmla="val 3424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" anchor="ctr"/>
          <a:lstStyle/>
          <a:p>
            <a:pPr lvl="0">
              <a:defRPr/>
            </a:pPr>
            <a:endParaRPr lang="en-US" altLang="ko-KR" sz="1050">
              <a:solidFill>
                <a:srgbClr val="264259"/>
              </a:solidFill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1674487" y="1837813"/>
            <a:ext cx="9545326" cy="7209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sz="1600" b="1">
                <a:solidFill>
                  <a:srgbClr val="00D65E"/>
                </a:solidFill>
              </a:rPr>
              <a:t>TEAM</a:t>
            </a:r>
            <a:endParaRPr lang="ko-KR" altLang="en-US" sz="1600" b="1">
              <a:solidFill>
                <a:srgbClr val="00D65E"/>
              </a:solidFill>
            </a:endParaRPr>
          </a:p>
          <a:p>
            <a:pPr marL="381000" marR="19050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sz="1100" b="0" i="0" u="none" strike="noStrike"/>
          </a:p>
        </p:txBody>
      </p:sp>
      <p:sp>
        <p:nvSpPr>
          <p:cNvPr id="51" name="타원 50"/>
          <p:cNvSpPr/>
          <p:nvPr/>
        </p:nvSpPr>
        <p:spPr>
          <a:xfrm>
            <a:off x="555404" y="4304681"/>
            <a:ext cx="177525" cy="17752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anchor="ctr"/>
          <a:lstStyle/>
          <a:p>
            <a:pPr algn="ctr">
              <a:defRPr/>
            </a:pPr>
            <a:r>
              <a:rPr lang="en-US" altLang="ko-KR" sz="600">
                <a:solidFill>
                  <a:prstClr val="white"/>
                </a:solidFill>
              </a:rPr>
              <a:t>off</a:t>
            </a:r>
            <a:endParaRPr lang="ko-KR" altLang="en-US" sz="600">
              <a:solidFill>
                <a:prstClr val="white"/>
              </a:solidFill>
            </a:endParaRPr>
          </a:p>
        </p:txBody>
      </p:sp>
      <p:graphicFrame>
        <p:nvGraphicFramePr>
          <p:cNvPr id="56" name="표 5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8501461"/>
              </p:ext>
            </p:extLst>
          </p:nvPr>
        </p:nvGraphicFramePr>
        <p:xfrm>
          <a:off x="2320227" y="2301114"/>
          <a:ext cx="7951593" cy="3448271"/>
        </p:xfrm>
        <a:graphic>
          <a:graphicData uri="http://schemas.openxmlformats.org/drawingml/2006/table">
            <a:tbl>
              <a:tblPr firstRow="1" bandRow="1"/>
              <a:tblGrid>
                <a:gridCol w="6815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51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338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30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30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9090">
                <a:tc rowSpan="2">
                  <a:txBody>
                    <a:bodyPr/>
                    <a:lstStyle/>
                    <a:p>
                      <a:pPr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</a:rPr>
                        <a:t>Name</a:t>
                      </a:r>
                      <a:endParaRPr sz="1000" b="0" i="0" u="none" strike="noStrike">
                        <a:solidFill>
                          <a:srgbClr val="000000"/>
                        </a:solidFill>
                        <a:latin typeface="함초롬바탕"/>
                        <a:ea typeface="함초롬바탕"/>
                      </a:endParaRPr>
                    </a:p>
                  </a:txBody>
                  <a:tcPr anchor="ctr">
                    <a:lnL w="0">
                      <a:noFill/>
                    </a:lnL>
                    <a:lnR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R>
                    <a:lnT w="38862">
                      <a:solidFill>
                        <a:srgbClr val="699B37">
                          <a:alpha val="100000"/>
                        </a:srgbClr>
                      </a:solidFill>
                      <a:prstDash val="solid"/>
                    </a:lnT>
                    <a:lnB w="38862">
                      <a:solidFill>
                        <a:srgbClr val="699B3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</a:rPr>
                        <a:t>Student id</a:t>
                      </a:r>
                      <a:endParaRPr sz="1000" b="0" i="0" u="none" strike="noStrike">
                        <a:solidFill>
                          <a:srgbClr val="000000"/>
                        </a:solidFill>
                        <a:latin typeface="함초롬바탕"/>
                        <a:ea typeface="함초롬바탕"/>
                      </a:endParaRPr>
                    </a:p>
                  </a:txBody>
                  <a:tcPr anchor="ctr">
                    <a:lnL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R>
                    <a:lnT w="38862">
                      <a:solidFill>
                        <a:srgbClr val="699B37">
                          <a:alpha val="100000"/>
                        </a:srgbClr>
                      </a:solidFill>
                      <a:prstDash val="solid"/>
                    </a:lnT>
                    <a:lnB w="38862">
                      <a:solidFill>
                        <a:srgbClr val="699B3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</a:rPr>
                        <a:t>E-Mail</a:t>
                      </a:r>
                      <a:endParaRPr sz="1000" b="0" i="0" u="none" strike="noStrike">
                        <a:solidFill>
                          <a:srgbClr val="000000"/>
                        </a:solidFill>
                        <a:latin typeface="함초롬바탕"/>
                        <a:ea typeface="함초롬바탕"/>
                      </a:endParaRPr>
                    </a:p>
                  </a:txBody>
                  <a:tcPr anchor="ctr">
                    <a:lnL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R>
                    <a:lnT w="38862">
                      <a:solidFill>
                        <a:srgbClr val="699B37">
                          <a:alpha val="100000"/>
                        </a:srgbClr>
                      </a:solidFill>
                      <a:prstDash val="solid"/>
                    </a:lnT>
                    <a:lnB w="38862">
                      <a:solidFill>
                        <a:srgbClr val="699B3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</a:rPr>
                        <a:t>Duty</a:t>
                      </a:r>
                      <a:endParaRPr sz="1000" b="0" i="0" u="none" strike="noStrike">
                        <a:solidFill>
                          <a:srgbClr val="000000"/>
                        </a:solidFill>
                        <a:latin typeface="함초롬바탕"/>
                        <a:ea typeface="함초롬바탕"/>
                      </a:endParaRPr>
                    </a:p>
                  </a:txBody>
                  <a:tcPr anchor="ctr">
                    <a:lnL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R>
                    <a:lnT w="38862">
                      <a:solidFill>
                        <a:srgbClr val="699B37">
                          <a:alpha val="100000"/>
                        </a:srgbClr>
                      </a:solidFill>
                      <a:prstDash val="solid"/>
                    </a:lnT>
                    <a:lnB w="38862">
                      <a:solidFill>
                        <a:srgbClr val="699B3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/>
                    </a:p>
                  </a:txBody>
                  <a:tcPr>
                    <a:lnL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L>
                    <a:lnR w="0">
                      <a:noFill/>
                    </a:lnR>
                    <a:lnT w="38862">
                      <a:solidFill>
                        <a:srgbClr val="699B37">
                          <a:alpha val="100000"/>
                        </a:srgbClr>
                      </a:solidFill>
                      <a:prstDash val="solid"/>
                    </a:lnT>
                    <a:lnB w="38862">
                      <a:solidFill>
                        <a:srgbClr val="699B37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9090"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/>
                    </a:p>
                  </a:txBody>
                  <a:tcPr>
                    <a:lnL w="0">
                      <a:noFill/>
                    </a:lnL>
                    <a:lnR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R>
                    <a:lnT w="38862">
                      <a:solidFill>
                        <a:srgbClr val="699B37">
                          <a:alpha val="100000"/>
                        </a:srgbClr>
                      </a:solidFill>
                      <a:prstDash val="solid"/>
                    </a:lnT>
                    <a:lnB w="38862">
                      <a:solidFill>
                        <a:srgbClr val="699B37">
                          <a:alpha val="100000"/>
                        </a:srgbClr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/>
                    </a:p>
                  </a:txBody>
                  <a:tcPr>
                    <a:lnL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R>
                    <a:lnT w="38862">
                      <a:solidFill>
                        <a:srgbClr val="699B37">
                          <a:alpha val="100000"/>
                        </a:srgbClr>
                      </a:solidFill>
                      <a:prstDash val="solid"/>
                    </a:lnT>
                    <a:lnB w="38862">
                      <a:solidFill>
                        <a:srgbClr val="699B37">
                          <a:alpha val="100000"/>
                        </a:srgbClr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/>
                    </a:p>
                  </a:txBody>
                  <a:tcPr>
                    <a:lnL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R>
                    <a:lnT w="38862">
                      <a:solidFill>
                        <a:srgbClr val="699B37">
                          <a:alpha val="100000"/>
                        </a:srgbClr>
                      </a:solidFill>
                      <a:prstDash val="solid"/>
                    </a:lnT>
                    <a:lnB w="38862">
                      <a:solidFill>
                        <a:srgbClr val="699B37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</a:rPr>
                        <a:t>Main</a:t>
                      </a:r>
                      <a:endParaRPr sz="1000" b="0" i="0" u="none" strike="noStrike">
                        <a:solidFill>
                          <a:srgbClr val="000000"/>
                        </a:solidFill>
                        <a:latin typeface="함초롬바탕"/>
                        <a:ea typeface="함초롬바탕"/>
                      </a:endParaRPr>
                    </a:p>
                  </a:txBody>
                  <a:tcPr anchor="ctr">
                    <a:lnL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R>
                    <a:lnT w="38862">
                      <a:solidFill>
                        <a:srgbClr val="699B37">
                          <a:alpha val="100000"/>
                        </a:srgbClr>
                      </a:solidFill>
                      <a:prstDash val="solid"/>
                    </a:lnT>
                    <a:lnB w="4191" cap="flat" cmpd="sng" algn="ctr">
                      <a:solidFill>
                        <a:srgbClr val="C6E1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3E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</a:rPr>
                        <a:t>Sub</a:t>
                      </a:r>
                      <a:endParaRPr sz="1000" b="0" i="0" u="none" strike="noStrike">
                        <a:solidFill>
                          <a:srgbClr val="000000"/>
                        </a:solidFill>
                        <a:latin typeface="함초롬바탕"/>
                        <a:ea typeface="함초롬바탕"/>
                      </a:endParaRPr>
                    </a:p>
                  </a:txBody>
                  <a:tcPr anchor="ctr">
                    <a:lnL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L>
                    <a:lnR w="0">
                      <a:noFill/>
                    </a:lnR>
                    <a:lnT w="38862">
                      <a:solidFill>
                        <a:srgbClr val="699B37">
                          <a:alpha val="100000"/>
                        </a:srgbClr>
                      </a:solidFill>
                      <a:prstDash val="solid"/>
                    </a:lnT>
                    <a:lnB w="4191" cap="flat" cmpd="sng" algn="ctr">
                      <a:solidFill>
                        <a:srgbClr val="C6E1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3E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219">
                <a:tc>
                  <a:txBody>
                    <a:bodyPr/>
                    <a:lstStyle/>
                    <a:p>
                      <a:pPr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000" b="0" i="0" u="none" strike="noStrike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</a:rPr>
                        <a:t>김경수</a:t>
                      </a:r>
                    </a:p>
                  </a:txBody>
                  <a:tcPr anchor="ctr">
                    <a:lnL w="0">
                      <a:noFill/>
                    </a:lnL>
                    <a:lnR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R>
                    <a:lnT w="38862">
                      <a:solidFill>
                        <a:srgbClr val="699B37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33400" indent="-533400" algn="ctr">
                        <a:lnSpc>
                          <a:spcPct val="120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</a:rPr>
                        <a:t>20124619</a:t>
                      </a:r>
                    </a:p>
                  </a:txBody>
                  <a:tcPr anchor="ctr">
                    <a:lnL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R>
                    <a:lnT w="38862">
                      <a:solidFill>
                        <a:srgbClr val="699B37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33400" indent="-533400" algn="just">
                        <a:lnSpc>
                          <a:spcPct val="120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</a:rPr>
                        <a:t>studioarena24@gmail.com</a:t>
                      </a:r>
                    </a:p>
                  </a:txBody>
                  <a:tcPr anchor="ctr">
                    <a:lnL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L>
                    <a:lnR w="4191" cap="flat" cmpd="sng" algn="ctr">
                      <a:solidFill>
                        <a:srgbClr val="C6E1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862">
                      <a:solidFill>
                        <a:srgbClr val="699B37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Application design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Application implement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L>
                    <a:lnR w="4191" cap="flat" cmpd="sng" algn="ctr">
                      <a:solidFill>
                        <a:srgbClr val="C6E1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Database design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Database implement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4191" cap="flat" cmpd="sng" algn="ctr">
                      <a:solidFill>
                        <a:srgbClr val="C6E1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219">
                <a:tc>
                  <a:txBody>
                    <a:bodyPr/>
                    <a:lstStyle/>
                    <a:p>
                      <a:pPr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000" b="0" i="0" u="none" strike="noStrike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</a:rPr>
                        <a:t>김선비</a:t>
                      </a:r>
                    </a:p>
                  </a:txBody>
                  <a:tcPr anchor="ctr">
                    <a:lnL w="0">
                      <a:noFill/>
                    </a:lnL>
                    <a:lnR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B>
                    <a:solidFill>
                      <a:srgbClr val="ECF3E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</a:rPr>
                        <a:t>20175160</a:t>
                      </a:r>
                    </a:p>
                  </a:txBody>
                  <a:tcPr anchor="ctr">
                    <a:lnL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B>
                    <a:solidFill>
                      <a:srgbClr val="ECF3E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</a:rPr>
                        <a:t>rlatjsql12@gmail.com</a:t>
                      </a:r>
                    </a:p>
                  </a:txBody>
                  <a:tcPr anchor="ctr">
                    <a:lnL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L>
                    <a:lnR w="4191" cap="flat" cmpd="sng" algn="ctr">
                      <a:solidFill>
                        <a:srgbClr val="C6E1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B>
                    <a:solidFill>
                      <a:srgbClr val="ECF3E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휴먼고딕"/>
                          <a:ea typeface="휴먼고딕"/>
                        </a:rPr>
                        <a:t>Analyze learning materials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휴먼고딕"/>
                          <a:ea typeface="휴먼고딕"/>
                        </a:rPr>
                        <a:t>learning algorithm Implement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L>
                    <a:lnR w="4191" cap="flat" cmpd="sng" algn="ctr">
                      <a:solidFill>
                        <a:srgbClr val="C6E1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B>
                    <a:solidFill>
                      <a:srgbClr val="ECF3E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Web server design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Web server implement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4191" cap="flat" cmpd="sng" algn="ctr">
                      <a:solidFill>
                        <a:srgbClr val="C6E1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B>
                    <a:solidFill>
                      <a:srgbClr val="ECF3E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219">
                <a:tc>
                  <a:txBody>
                    <a:bodyPr/>
                    <a:lstStyle/>
                    <a:p>
                      <a:pPr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000" b="0" i="0" u="none" strike="noStrike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</a:rPr>
                        <a:t>구명회</a:t>
                      </a:r>
                    </a:p>
                  </a:txBody>
                  <a:tcPr anchor="ctr">
                    <a:lnL w="0">
                      <a:noFill/>
                    </a:lnL>
                    <a:lnR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33400" indent="-533400" algn="ctr">
                        <a:lnSpc>
                          <a:spcPct val="120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</a:rPr>
                        <a:t>20154215</a:t>
                      </a:r>
                    </a:p>
                  </a:txBody>
                  <a:tcPr anchor="ctr">
                    <a:lnL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33400" indent="-533400" algn="just">
                        <a:lnSpc>
                          <a:spcPct val="120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</a:rPr>
                        <a:t>20154215@chosun.kr</a:t>
                      </a:r>
                    </a:p>
                  </a:txBody>
                  <a:tcPr anchor="ctr">
                    <a:lnL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L>
                    <a:lnR w="4191" cap="flat" cmpd="sng" algn="ctr">
                      <a:solidFill>
                        <a:srgbClr val="C6E1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Database design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Database implement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L>
                    <a:lnR w="4191" cap="flat" cmpd="sng" algn="ctr">
                      <a:solidFill>
                        <a:srgbClr val="C6E1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휴먼고딕"/>
                          <a:ea typeface="휴먼고딕"/>
                        </a:rPr>
                        <a:t>Analyze learning materials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휴먼고딕"/>
                          <a:ea typeface="휴먼고딕"/>
                        </a:rPr>
                        <a:t>learning algorithm Implement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4191" cap="flat" cmpd="sng" algn="ctr">
                      <a:solidFill>
                        <a:srgbClr val="C6E1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219">
                <a:tc>
                  <a:txBody>
                    <a:bodyPr/>
                    <a:lstStyle/>
                    <a:p>
                      <a:pPr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000" b="0" i="0" u="none" strike="noStrike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</a:rPr>
                        <a:t>박효정</a:t>
                      </a:r>
                    </a:p>
                  </a:txBody>
                  <a:tcPr anchor="ctr">
                    <a:lnL w="0">
                      <a:noFill/>
                    </a:lnL>
                    <a:lnR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B>
                    <a:solidFill>
                      <a:srgbClr val="ECF3E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33400" indent="-533400" algn="ctr">
                        <a:lnSpc>
                          <a:spcPct val="120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</a:rPr>
                        <a:t>20174302</a:t>
                      </a:r>
                    </a:p>
                  </a:txBody>
                  <a:tcPr anchor="ctr">
                    <a:lnL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B>
                    <a:solidFill>
                      <a:srgbClr val="ECF3E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33400" indent="-533400" algn="just">
                        <a:lnSpc>
                          <a:spcPct val="120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</a:rPr>
                        <a:t>haha115500@gmail.com</a:t>
                      </a:r>
                    </a:p>
                  </a:txBody>
                  <a:tcPr anchor="ctr">
                    <a:lnL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L>
                    <a:lnR w="4191" cap="flat" cmpd="sng" algn="ctr">
                      <a:solidFill>
                        <a:srgbClr val="C6E1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B>
                    <a:solidFill>
                      <a:srgbClr val="ECF3E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Application design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Application implement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L>
                    <a:lnR w="4191" cap="flat" cmpd="sng" algn="ctr">
                      <a:solidFill>
                        <a:srgbClr val="C6E1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B>
                    <a:solidFill>
                      <a:srgbClr val="ECF3E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휴먼고딕"/>
                          <a:ea typeface="휴먼고딕"/>
                        </a:rPr>
                        <a:t>Analyze learning materials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휴먼고딕"/>
                          <a:ea typeface="휴먼고딕"/>
                        </a:rPr>
                        <a:t>learning algorithm Implement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4191" cap="flat" cmpd="sng" algn="ctr">
                      <a:solidFill>
                        <a:srgbClr val="C6E1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B>
                    <a:solidFill>
                      <a:srgbClr val="ECF3E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7215">
                <a:tc>
                  <a:txBody>
                    <a:bodyPr/>
                    <a:lstStyle/>
                    <a:p>
                      <a:pPr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000" b="0" i="0" u="none" strike="noStrike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</a:rPr>
                        <a:t>장자욱</a:t>
                      </a:r>
                    </a:p>
                  </a:txBody>
                  <a:tcPr anchor="ctr">
                    <a:lnL w="0">
                      <a:noFill/>
                    </a:lnL>
                    <a:lnR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T>
                    <a:lnB w="38862">
                      <a:solidFill>
                        <a:srgbClr val="699B3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</a:rPr>
                        <a:t>20174619</a:t>
                      </a:r>
                    </a:p>
                  </a:txBody>
                  <a:tcPr anchor="ctr">
                    <a:lnL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T>
                    <a:lnB w="38862">
                      <a:solidFill>
                        <a:srgbClr val="699B3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33400" indent="-533400" algn="just">
                        <a:lnSpc>
                          <a:spcPct val="120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</a:rPr>
                        <a:t>615060696@qq.com</a:t>
                      </a:r>
                    </a:p>
                  </a:txBody>
                  <a:tcPr anchor="ctr">
                    <a:lnL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L>
                    <a:lnR w="4191" cap="flat" cmpd="sng" algn="ctr">
                      <a:solidFill>
                        <a:srgbClr val="C6E1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T>
                    <a:lnB w="38862">
                      <a:solidFill>
                        <a:srgbClr val="699B3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Web server design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Web server implement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L>
                    <a:lnR w="4191" cap="flat" cmpd="sng" algn="ctr">
                      <a:solidFill>
                        <a:srgbClr val="C6E1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T>
                    <a:lnB w="38862">
                      <a:solidFill>
                        <a:srgbClr val="699B3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Database design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Database implement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4191" cap="flat" cmpd="sng" algn="ctr">
                      <a:solidFill>
                        <a:srgbClr val="C6E1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T>
                    <a:lnB w="38862">
                      <a:solidFill>
                        <a:srgbClr val="699B3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한쪽 모서리가 둥근 사각형 35"/>
          <p:cNvSpPr/>
          <p:nvPr/>
        </p:nvSpPr>
        <p:spPr>
          <a:xfrm>
            <a:off x="0" y="0"/>
            <a:ext cx="3848100" cy="5549900"/>
          </a:xfrm>
          <a:prstGeom prst="round1Rect">
            <a:avLst>
              <a:gd name="adj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5" name="모서리가 둥근 직사각형 4"/>
          <p:cNvSpPr/>
          <p:nvPr/>
        </p:nvSpPr>
        <p:spPr>
          <a:xfrm>
            <a:off x="236537" y="304800"/>
            <a:ext cx="11669713" cy="6265862"/>
          </a:xfrm>
          <a:prstGeom prst="roundRect">
            <a:avLst>
              <a:gd name="adj" fmla="val 4810"/>
            </a:avLst>
          </a:prstGeom>
          <a:solidFill>
            <a:srgbClr val="264259"/>
          </a:solidFill>
          <a:ln w="63500">
            <a:solidFill>
              <a:schemeClr val="tx2">
                <a:lumMod val="50000"/>
              </a:schemeClr>
            </a:solidFill>
          </a:ln>
          <a:effectLst>
            <a:outerShdw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6" name="양쪽 모서리가 둥근 사각형 5"/>
          <p:cNvSpPr/>
          <p:nvPr/>
        </p:nvSpPr>
        <p:spPr>
          <a:xfrm rot="5400000">
            <a:off x="3271463" y="-2062957"/>
            <a:ext cx="6192000" cy="11001376"/>
          </a:xfrm>
          <a:prstGeom prst="round2SameRect">
            <a:avLst>
              <a:gd name="adj1" fmla="val 4506"/>
              <a:gd name="adj2" fmla="val 0"/>
            </a:avLst>
          </a:prstGeom>
          <a:solidFill>
            <a:schemeClr val="bg1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5" name="자유형 14"/>
          <p:cNvSpPr/>
          <p:nvPr/>
        </p:nvSpPr>
        <p:spPr>
          <a:xfrm>
            <a:off x="1574800" y="1863725"/>
            <a:ext cx="73025" cy="85725"/>
          </a:xfrm>
          <a:custGeom>
            <a:avLst/>
            <a:gdLst>
              <a:gd name="connsiteX0" fmla="*/ 0 w 73025"/>
              <a:gd name="connsiteY0" fmla="*/ 31750 h 85725"/>
              <a:gd name="connsiteX1" fmla="*/ 31750 w 73025"/>
              <a:gd name="connsiteY1" fmla="*/ 85725 h 85725"/>
              <a:gd name="connsiteX2" fmla="*/ 73025 w 73025"/>
              <a:gd name="connsiteY2" fmla="*/ 0 h 85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3025" h="85725">
                <a:moveTo>
                  <a:pt x="0" y="31750"/>
                </a:moveTo>
                <a:lnTo>
                  <a:pt x="31750" y="85725"/>
                </a:lnTo>
                <a:lnTo>
                  <a:pt x="73025" y="0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9" name="Freeform 9"/>
          <p:cNvSpPr/>
          <p:nvPr/>
        </p:nvSpPr>
        <p:spPr>
          <a:xfrm>
            <a:off x="477298" y="2470961"/>
            <a:ext cx="141676" cy="186968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lvl="0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23" name="Freeform 36"/>
          <p:cNvSpPr>
            <a:spLocks noEditPoints="1"/>
          </p:cNvSpPr>
          <p:nvPr/>
        </p:nvSpPr>
        <p:spPr>
          <a:xfrm>
            <a:off x="491434" y="4397002"/>
            <a:ext cx="113404" cy="190736"/>
          </a:xfrm>
          <a:custGeom>
            <a:avLst/>
            <a:gdLst>
              <a:gd name="T0" fmla="*/ 937 w 1926"/>
              <a:gd name="T1" fmla="*/ 3639 h 4045"/>
              <a:gd name="T2" fmla="*/ 893 w 1926"/>
              <a:gd name="T3" fmla="*/ 3665 h 4045"/>
              <a:gd name="T4" fmla="*/ 863 w 1926"/>
              <a:gd name="T5" fmla="*/ 3712 h 4045"/>
              <a:gd name="T6" fmla="*/ 851 w 1926"/>
              <a:gd name="T7" fmla="*/ 3772 h 4045"/>
              <a:gd name="T8" fmla="*/ 863 w 1926"/>
              <a:gd name="T9" fmla="*/ 3832 h 4045"/>
              <a:gd name="T10" fmla="*/ 893 w 1926"/>
              <a:gd name="T11" fmla="*/ 3878 h 4045"/>
              <a:gd name="T12" fmla="*/ 937 w 1926"/>
              <a:gd name="T13" fmla="*/ 3905 h 4045"/>
              <a:gd name="T14" fmla="*/ 988 w 1926"/>
              <a:gd name="T15" fmla="*/ 3905 h 4045"/>
              <a:gd name="T16" fmla="*/ 1033 w 1926"/>
              <a:gd name="T17" fmla="*/ 3878 h 4045"/>
              <a:gd name="T18" fmla="*/ 1064 w 1926"/>
              <a:gd name="T19" fmla="*/ 3832 h 4045"/>
              <a:gd name="T20" fmla="*/ 1075 w 1926"/>
              <a:gd name="T21" fmla="*/ 3772 h 4045"/>
              <a:gd name="T22" fmla="*/ 1064 w 1926"/>
              <a:gd name="T23" fmla="*/ 3712 h 4045"/>
              <a:gd name="T24" fmla="*/ 1033 w 1926"/>
              <a:gd name="T25" fmla="*/ 3665 h 4045"/>
              <a:gd name="T26" fmla="*/ 988 w 1926"/>
              <a:gd name="T27" fmla="*/ 3639 h 4045"/>
              <a:gd name="T28" fmla="*/ 156 w 1926"/>
              <a:gd name="T29" fmla="*/ 434 h 4045"/>
              <a:gd name="T30" fmla="*/ 1770 w 1926"/>
              <a:gd name="T31" fmla="*/ 3540 h 4045"/>
              <a:gd name="T32" fmla="*/ 156 w 1926"/>
              <a:gd name="T33" fmla="*/ 434 h 4045"/>
              <a:gd name="T34" fmla="*/ 716 w 1926"/>
              <a:gd name="T35" fmla="*/ 200 h 4045"/>
              <a:gd name="T36" fmla="*/ 701 w 1926"/>
              <a:gd name="T37" fmla="*/ 217 h 4045"/>
              <a:gd name="T38" fmla="*/ 701 w 1926"/>
              <a:gd name="T39" fmla="*/ 243 h 4045"/>
              <a:gd name="T40" fmla="*/ 716 w 1926"/>
              <a:gd name="T41" fmla="*/ 260 h 4045"/>
              <a:gd name="T42" fmla="*/ 1199 w 1926"/>
              <a:gd name="T43" fmla="*/ 262 h 4045"/>
              <a:gd name="T44" fmla="*/ 1218 w 1926"/>
              <a:gd name="T45" fmla="*/ 254 h 4045"/>
              <a:gd name="T46" fmla="*/ 1226 w 1926"/>
              <a:gd name="T47" fmla="*/ 230 h 4045"/>
              <a:gd name="T48" fmla="*/ 1218 w 1926"/>
              <a:gd name="T49" fmla="*/ 207 h 4045"/>
              <a:gd name="T50" fmla="*/ 1199 w 1926"/>
              <a:gd name="T51" fmla="*/ 197 h 4045"/>
              <a:gd name="T52" fmla="*/ 224 w 1926"/>
              <a:gd name="T53" fmla="*/ 0 h 4045"/>
              <a:gd name="T54" fmla="*/ 1738 w 1926"/>
              <a:gd name="T55" fmla="*/ 4 h 4045"/>
              <a:gd name="T56" fmla="*/ 1805 w 1926"/>
              <a:gd name="T57" fmla="*/ 31 h 4045"/>
              <a:gd name="T58" fmla="*/ 1860 w 1926"/>
              <a:gd name="T59" fmla="*/ 81 h 4045"/>
              <a:gd name="T60" fmla="*/ 1900 w 1926"/>
              <a:gd name="T61" fmla="*/ 148 h 4045"/>
              <a:gd name="T62" fmla="*/ 1923 w 1926"/>
              <a:gd name="T63" fmla="*/ 229 h 4045"/>
              <a:gd name="T64" fmla="*/ 1926 w 1926"/>
              <a:gd name="T65" fmla="*/ 3772 h 4045"/>
              <a:gd name="T66" fmla="*/ 1915 w 1926"/>
              <a:gd name="T67" fmla="*/ 3857 h 4045"/>
              <a:gd name="T68" fmla="*/ 1882 w 1926"/>
              <a:gd name="T69" fmla="*/ 3932 h 4045"/>
              <a:gd name="T70" fmla="*/ 1834 w 1926"/>
              <a:gd name="T71" fmla="*/ 3992 h 4045"/>
              <a:gd name="T72" fmla="*/ 1773 w 1926"/>
              <a:gd name="T73" fmla="*/ 4032 h 4045"/>
              <a:gd name="T74" fmla="*/ 1702 w 1926"/>
              <a:gd name="T75" fmla="*/ 4045 h 4045"/>
              <a:gd name="T76" fmla="*/ 188 w 1926"/>
              <a:gd name="T77" fmla="*/ 4041 h 4045"/>
              <a:gd name="T78" fmla="*/ 122 w 1926"/>
              <a:gd name="T79" fmla="*/ 4014 h 4045"/>
              <a:gd name="T80" fmla="*/ 66 w 1926"/>
              <a:gd name="T81" fmla="*/ 3964 h 4045"/>
              <a:gd name="T82" fmla="*/ 25 w 1926"/>
              <a:gd name="T83" fmla="*/ 3897 h 4045"/>
              <a:gd name="T84" fmla="*/ 3 w 1926"/>
              <a:gd name="T85" fmla="*/ 3816 h 4045"/>
              <a:gd name="T86" fmla="*/ 0 w 1926"/>
              <a:gd name="T87" fmla="*/ 273 h 4045"/>
              <a:gd name="T88" fmla="*/ 12 w 1926"/>
              <a:gd name="T89" fmla="*/ 188 h 4045"/>
              <a:gd name="T90" fmla="*/ 43 w 1926"/>
              <a:gd name="T91" fmla="*/ 113 h 4045"/>
              <a:gd name="T92" fmla="*/ 92 w 1926"/>
              <a:gd name="T93" fmla="*/ 53 h 4045"/>
              <a:gd name="T94" fmla="*/ 154 w 1926"/>
              <a:gd name="T95" fmla="*/ 13 h 4045"/>
              <a:gd name="T96" fmla="*/ 224 w 1926"/>
              <a:gd name="T97" fmla="*/ 0 h 40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926" h="4045">
                <a:moveTo>
                  <a:pt x="963" y="3636"/>
                </a:moveTo>
                <a:lnTo>
                  <a:pt x="937" y="3639"/>
                </a:lnTo>
                <a:lnTo>
                  <a:pt x="914" y="3649"/>
                </a:lnTo>
                <a:lnTo>
                  <a:pt x="893" y="3665"/>
                </a:lnTo>
                <a:lnTo>
                  <a:pt x="876" y="3686"/>
                </a:lnTo>
                <a:lnTo>
                  <a:pt x="863" y="3712"/>
                </a:lnTo>
                <a:lnTo>
                  <a:pt x="854" y="3741"/>
                </a:lnTo>
                <a:lnTo>
                  <a:pt x="851" y="3772"/>
                </a:lnTo>
                <a:lnTo>
                  <a:pt x="854" y="3804"/>
                </a:lnTo>
                <a:lnTo>
                  <a:pt x="863" y="3832"/>
                </a:lnTo>
                <a:lnTo>
                  <a:pt x="876" y="3857"/>
                </a:lnTo>
                <a:lnTo>
                  <a:pt x="893" y="3878"/>
                </a:lnTo>
                <a:lnTo>
                  <a:pt x="914" y="3894"/>
                </a:lnTo>
                <a:lnTo>
                  <a:pt x="937" y="3905"/>
                </a:lnTo>
                <a:lnTo>
                  <a:pt x="963" y="3909"/>
                </a:lnTo>
                <a:lnTo>
                  <a:pt x="988" y="3905"/>
                </a:lnTo>
                <a:lnTo>
                  <a:pt x="1013" y="3894"/>
                </a:lnTo>
                <a:lnTo>
                  <a:pt x="1033" y="3878"/>
                </a:lnTo>
                <a:lnTo>
                  <a:pt x="1051" y="3857"/>
                </a:lnTo>
                <a:lnTo>
                  <a:pt x="1064" y="3832"/>
                </a:lnTo>
                <a:lnTo>
                  <a:pt x="1072" y="3804"/>
                </a:lnTo>
                <a:lnTo>
                  <a:pt x="1075" y="3772"/>
                </a:lnTo>
                <a:lnTo>
                  <a:pt x="1072" y="3741"/>
                </a:lnTo>
                <a:lnTo>
                  <a:pt x="1064" y="3712"/>
                </a:lnTo>
                <a:lnTo>
                  <a:pt x="1051" y="3686"/>
                </a:lnTo>
                <a:lnTo>
                  <a:pt x="1033" y="3665"/>
                </a:lnTo>
                <a:lnTo>
                  <a:pt x="1013" y="3649"/>
                </a:lnTo>
                <a:lnTo>
                  <a:pt x="988" y="3639"/>
                </a:lnTo>
                <a:lnTo>
                  <a:pt x="963" y="3636"/>
                </a:lnTo>
                <a:close/>
                <a:moveTo>
                  <a:pt x="156" y="434"/>
                </a:moveTo>
                <a:lnTo>
                  <a:pt x="156" y="3540"/>
                </a:lnTo>
                <a:lnTo>
                  <a:pt x="1770" y="3540"/>
                </a:lnTo>
                <a:lnTo>
                  <a:pt x="1770" y="434"/>
                </a:lnTo>
                <a:lnTo>
                  <a:pt x="156" y="434"/>
                </a:lnTo>
                <a:close/>
                <a:moveTo>
                  <a:pt x="727" y="197"/>
                </a:moveTo>
                <a:lnTo>
                  <a:pt x="716" y="200"/>
                </a:lnTo>
                <a:lnTo>
                  <a:pt x="707" y="207"/>
                </a:lnTo>
                <a:lnTo>
                  <a:pt x="701" y="217"/>
                </a:lnTo>
                <a:lnTo>
                  <a:pt x="699" y="230"/>
                </a:lnTo>
                <a:lnTo>
                  <a:pt x="701" y="243"/>
                </a:lnTo>
                <a:lnTo>
                  <a:pt x="707" y="254"/>
                </a:lnTo>
                <a:lnTo>
                  <a:pt x="716" y="260"/>
                </a:lnTo>
                <a:lnTo>
                  <a:pt x="727" y="262"/>
                </a:lnTo>
                <a:lnTo>
                  <a:pt x="1199" y="262"/>
                </a:lnTo>
                <a:lnTo>
                  <a:pt x="1210" y="260"/>
                </a:lnTo>
                <a:lnTo>
                  <a:pt x="1218" y="254"/>
                </a:lnTo>
                <a:lnTo>
                  <a:pt x="1224" y="243"/>
                </a:lnTo>
                <a:lnTo>
                  <a:pt x="1226" y="230"/>
                </a:lnTo>
                <a:lnTo>
                  <a:pt x="1224" y="217"/>
                </a:lnTo>
                <a:lnTo>
                  <a:pt x="1218" y="207"/>
                </a:lnTo>
                <a:lnTo>
                  <a:pt x="1210" y="200"/>
                </a:lnTo>
                <a:lnTo>
                  <a:pt x="1199" y="197"/>
                </a:lnTo>
                <a:lnTo>
                  <a:pt x="727" y="197"/>
                </a:lnTo>
                <a:close/>
                <a:moveTo>
                  <a:pt x="224" y="0"/>
                </a:moveTo>
                <a:lnTo>
                  <a:pt x="1702" y="0"/>
                </a:lnTo>
                <a:lnTo>
                  <a:pt x="1738" y="4"/>
                </a:lnTo>
                <a:lnTo>
                  <a:pt x="1773" y="13"/>
                </a:lnTo>
                <a:lnTo>
                  <a:pt x="1805" y="31"/>
                </a:lnTo>
                <a:lnTo>
                  <a:pt x="1834" y="53"/>
                </a:lnTo>
                <a:lnTo>
                  <a:pt x="1860" y="81"/>
                </a:lnTo>
                <a:lnTo>
                  <a:pt x="1882" y="113"/>
                </a:lnTo>
                <a:lnTo>
                  <a:pt x="1900" y="148"/>
                </a:lnTo>
                <a:lnTo>
                  <a:pt x="1915" y="188"/>
                </a:lnTo>
                <a:lnTo>
                  <a:pt x="1923" y="229"/>
                </a:lnTo>
                <a:lnTo>
                  <a:pt x="1926" y="273"/>
                </a:lnTo>
                <a:lnTo>
                  <a:pt x="1926" y="3772"/>
                </a:lnTo>
                <a:lnTo>
                  <a:pt x="1923" y="3816"/>
                </a:lnTo>
                <a:lnTo>
                  <a:pt x="1915" y="3857"/>
                </a:lnTo>
                <a:lnTo>
                  <a:pt x="1900" y="3897"/>
                </a:lnTo>
                <a:lnTo>
                  <a:pt x="1882" y="3932"/>
                </a:lnTo>
                <a:lnTo>
                  <a:pt x="1860" y="3964"/>
                </a:lnTo>
                <a:lnTo>
                  <a:pt x="1834" y="3992"/>
                </a:lnTo>
                <a:lnTo>
                  <a:pt x="1805" y="4014"/>
                </a:lnTo>
                <a:lnTo>
                  <a:pt x="1773" y="4032"/>
                </a:lnTo>
                <a:lnTo>
                  <a:pt x="1738" y="4041"/>
                </a:lnTo>
                <a:lnTo>
                  <a:pt x="1702" y="4045"/>
                </a:lnTo>
                <a:lnTo>
                  <a:pt x="224" y="4045"/>
                </a:lnTo>
                <a:lnTo>
                  <a:pt x="188" y="4041"/>
                </a:lnTo>
                <a:lnTo>
                  <a:pt x="154" y="4032"/>
                </a:lnTo>
                <a:lnTo>
                  <a:pt x="122" y="4014"/>
                </a:lnTo>
                <a:lnTo>
                  <a:pt x="92" y="3992"/>
                </a:lnTo>
                <a:lnTo>
                  <a:pt x="66" y="3964"/>
                </a:lnTo>
                <a:lnTo>
                  <a:pt x="43" y="3932"/>
                </a:lnTo>
                <a:lnTo>
                  <a:pt x="25" y="3897"/>
                </a:lnTo>
                <a:lnTo>
                  <a:pt x="12" y="3857"/>
                </a:lnTo>
                <a:lnTo>
                  <a:pt x="3" y="3816"/>
                </a:lnTo>
                <a:lnTo>
                  <a:pt x="0" y="3772"/>
                </a:lnTo>
                <a:lnTo>
                  <a:pt x="0" y="273"/>
                </a:lnTo>
                <a:lnTo>
                  <a:pt x="3" y="229"/>
                </a:lnTo>
                <a:lnTo>
                  <a:pt x="12" y="188"/>
                </a:lnTo>
                <a:lnTo>
                  <a:pt x="25" y="148"/>
                </a:lnTo>
                <a:lnTo>
                  <a:pt x="43" y="113"/>
                </a:lnTo>
                <a:lnTo>
                  <a:pt x="66" y="81"/>
                </a:lnTo>
                <a:lnTo>
                  <a:pt x="92" y="53"/>
                </a:lnTo>
                <a:lnTo>
                  <a:pt x="122" y="31"/>
                </a:lnTo>
                <a:lnTo>
                  <a:pt x="154" y="13"/>
                </a:lnTo>
                <a:lnTo>
                  <a:pt x="188" y="4"/>
                </a:lnTo>
                <a:lnTo>
                  <a:pt x="224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lvl="0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24" name="자유형 23"/>
          <p:cNvSpPr/>
          <p:nvPr/>
        </p:nvSpPr>
        <p:spPr>
          <a:xfrm>
            <a:off x="462778" y="3768685"/>
            <a:ext cx="170716" cy="149410"/>
          </a:xfrm>
          <a:custGeom>
            <a:avLst/>
            <a:gdLst>
              <a:gd name="connsiteX0" fmla="*/ 149021 w 448462"/>
              <a:gd name="connsiteY0" fmla="*/ 328125 h 392491"/>
              <a:gd name="connsiteX1" fmla="*/ 210588 w 448462"/>
              <a:gd name="connsiteY1" fmla="*/ 357224 h 392491"/>
              <a:gd name="connsiteX2" fmla="*/ 160375 w 448462"/>
              <a:gd name="connsiteY2" fmla="*/ 391211 h 392491"/>
              <a:gd name="connsiteX3" fmla="*/ 158502 w 448462"/>
              <a:gd name="connsiteY3" fmla="*/ 392025 h 392491"/>
              <a:gd name="connsiteX4" fmla="*/ 156629 w 448462"/>
              <a:gd name="connsiteY4" fmla="*/ 392491 h 392491"/>
              <a:gd name="connsiteX5" fmla="*/ 154757 w 448462"/>
              <a:gd name="connsiteY5" fmla="*/ 392375 h 392491"/>
              <a:gd name="connsiteX6" fmla="*/ 153001 w 448462"/>
              <a:gd name="connsiteY6" fmla="*/ 391676 h 392491"/>
              <a:gd name="connsiteX7" fmla="*/ 151362 w 448462"/>
              <a:gd name="connsiteY7" fmla="*/ 390396 h 392491"/>
              <a:gd name="connsiteX8" fmla="*/ 150075 w 448462"/>
              <a:gd name="connsiteY8" fmla="*/ 388883 h 392491"/>
              <a:gd name="connsiteX9" fmla="*/ 149255 w 448462"/>
              <a:gd name="connsiteY9" fmla="*/ 387137 h 392491"/>
              <a:gd name="connsiteX10" fmla="*/ 149021 w 448462"/>
              <a:gd name="connsiteY10" fmla="*/ 385158 h 392491"/>
              <a:gd name="connsiteX11" fmla="*/ 441235 w 448462"/>
              <a:gd name="connsiteY11" fmla="*/ 0 h 392491"/>
              <a:gd name="connsiteX12" fmla="*/ 442983 w 448462"/>
              <a:gd name="connsiteY12" fmla="*/ 233 h 392491"/>
              <a:gd name="connsiteX13" fmla="*/ 444615 w 448462"/>
              <a:gd name="connsiteY13" fmla="*/ 816 h 392491"/>
              <a:gd name="connsiteX14" fmla="*/ 446131 w 448462"/>
              <a:gd name="connsiteY14" fmla="*/ 1866 h 392491"/>
              <a:gd name="connsiteX15" fmla="*/ 447530 w 448462"/>
              <a:gd name="connsiteY15" fmla="*/ 3615 h 392491"/>
              <a:gd name="connsiteX16" fmla="*/ 448346 w 448462"/>
              <a:gd name="connsiteY16" fmla="*/ 5714 h 392491"/>
              <a:gd name="connsiteX17" fmla="*/ 448462 w 448462"/>
              <a:gd name="connsiteY17" fmla="*/ 7696 h 392491"/>
              <a:gd name="connsiteX18" fmla="*/ 447879 w 448462"/>
              <a:gd name="connsiteY18" fmla="*/ 9911 h 392491"/>
              <a:gd name="connsiteX19" fmla="*/ 307990 w 448462"/>
              <a:gd name="connsiteY19" fmla="*/ 362641 h 392491"/>
              <a:gd name="connsiteX20" fmla="*/ 306708 w 448462"/>
              <a:gd name="connsiteY20" fmla="*/ 364973 h 392491"/>
              <a:gd name="connsiteX21" fmla="*/ 305076 w 448462"/>
              <a:gd name="connsiteY21" fmla="*/ 366955 h 392491"/>
              <a:gd name="connsiteX22" fmla="*/ 303094 w 448462"/>
              <a:gd name="connsiteY22" fmla="*/ 368588 h 392491"/>
              <a:gd name="connsiteX23" fmla="*/ 300646 w 448462"/>
              <a:gd name="connsiteY23" fmla="*/ 369870 h 392491"/>
              <a:gd name="connsiteX24" fmla="*/ 298314 w 448462"/>
              <a:gd name="connsiteY24" fmla="*/ 370570 h 392491"/>
              <a:gd name="connsiteX25" fmla="*/ 295983 w 448462"/>
              <a:gd name="connsiteY25" fmla="*/ 370803 h 392491"/>
              <a:gd name="connsiteX26" fmla="*/ 293068 w 448462"/>
              <a:gd name="connsiteY26" fmla="*/ 370453 h 392491"/>
              <a:gd name="connsiteX27" fmla="*/ 290387 w 448462"/>
              <a:gd name="connsiteY27" fmla="*/ 369404 h 392491"/>
              <a:gd name="connsiteX28" fmla="*/ 148982 w 448462"/>
              <a:gd name="connsiteY28" fmla="*/ 302123 h 392491"/>
              <a:gd name="connsiteX29" fmla="*/ 347858 w 448462"/>
              <a:gd name="connsiteY29" fmla="*/ 102379 h 392491"/>
              <a:gd name="connsiteX30" fmla="*/ 120771 w 448462"/>
              <a:gd name="connsiteY30" fmla="*/ 288830 h 392491"/>
              <a:gd name="connsiteX31" fmla="*/ 7344 w 448462"/>
              <a:gd name="connsiteY31" fmla="*/ 234842 h 392491"/>
              <a:gd name="connsiteX32" fmla="*/ 4896 w 448462"/>
              <a:gd name="connsiteY32" fmla="*/ 233209 h 392491"/>
              <a:gd name="connsiteX33" fmla="*/ 2798 w 448462"/>
              <a:gd name="connsiteY33" fmla="*/ 231227 h 392491"/>
              <a:gd name="connsiteX34" fmla="*/ 1282 w 448462"/>
              <a:gd name="connsiteY34" fmla="*/ 228895 h 392491"/>
              <a:gd name="connsiteX35" fmla="*/ 349 w 448462"/>
              <a:gd name="connsiteY35" fmla="*/ 226213 h 392491"/>
              <a:gd name="connsiteX36" fmla="*/ 0 w 448462"/>
              <a:gd name="connsiteY36" fmla="*/ 223298 h 392491"/>
              <a:gd name="connsiteX37" fmla="*/ 233 w 448462"/>
              <a:gd name="connsiteY37" fmla="*/ 220499 h 392491"/>
              <a:gd name="connsiteX38" fmla="*/ 1165 w 448462"/>
              <a:gd name="connsiteY38" fmla="*/ 217701 h 392491"/>
              <a:gd name="connsiteX39" fmla="*/ 2681 w 448462"/>
              <a:gd name="connsiteY39" fmla="*/ 215252 h 392491"/>
              <a:gd name="connsiteX40" fmla="*/ 4779 w 448462"/>
              <a:gd name="connsiteY40" fmla="*/ 213270 h 392491"/>
              <a:gd name="connsiteX41" fmla="*/ 7227 w 448462"/>
              <a:gd name="connsiteY41" fmla="*/ 211754 h 392491"/>
              <a:gd name="connsiteX42" fmla="*/ 437971 w 448462"/>
              <a:gd name="connsiteY42" fmla="*/ 583 h 392491"/>
              <a:gd name="connsiteX43" fmla="*/ 439603 w 448462"/>
              <a:gd name="connsiteY43" fmla="*/ 117 h 392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448462" h="392491">
                <a:moveTo>
                  <a:pt x="149021" y="328125"/>
                </a:moveTo>
                <a:lnTo>
                  <a:pt x="210588" y="357224"/>
                </a:lnTo>
                <a:lnTo>
                  <a:pt x="160375" y="391211"/>
                </a:lnTo>
                <a:lnTo>
                  <a:pt x="158502" y="392025"/>
                </a:lnTo>
                <a:lnTo>
                  <a:pt x="156629" y="392491"/>
                </a:lnTo>
                <a:lnTo>
                  <a:pt x="154757" y="392375"/>
                </a:lnTo>
                <a:lnTo>
                  <a:pt x="153001" y="391676"/>
                </a:lnTo>
                <a:lnTo>
                  <a:pt x="151362" y="390396"/>
                </a:lnTo>
                <a:lnTo>
                  <a:pt x="150075" y="388883"/>
                </a:lnTo>
                <a:lnTo>
                  <a:pt x="149255" y="387137"/>
                </a:lnTo>
                <a:lnTo>
                  <a:pt x="149021" y="385158"/>
                </a:lnTo>
                <a:close/>
                <a:moveTo>
                  <a:pt x="441235" y="0"/>
                </a:moveTo>
                <a:lnTo>
                  <a:pt x="442983" y="233"/>
                </a:lnTo>
                <a:lnTo>
                  <a:pt x="444615" y="816"/>
                </a:lnTo>
                <a:lnTo>
                  <a:pt x="446131" y="1866"/>
                </a:lnTo>
                <a:lnTo>
                  <a:pt x="447530" y="3615"/>
                </a:lnTo>
                <a:lnTo>
                  <a:pt x="448346" y="5714"/>
                </a:lnTo>
                <a:lnTo>
                  <a:pt x="448462" y="7696"/>
                </a:lnTo>
                <a:lnTo>
                  <a:pt x="447879" y="9911"/>
                </a:lnTo>
                <a:lnTo>
                  <a:pt x="307990" y="362641"/>
                </a:lnTo>
                <a:lnTo>
                  <a:pt x="306708" y="364973"/>
                </a:lnTo>
                <a:lnTo>
                  <a:pt x="305076" y="366955"/>
                </a:lnTo>
                <a:lnTo>
                  <a:pt x="303094" y="368588"/>
                </a:lnTo>
                <a:lnTo>
                  <a:pt x="300646" y="369870"/>
                </a:lnTo>
                <a:lnTo>
                  <a:pt x="298314" y="370570"/>
                </a:lnTo>
                <a:lnTo>
                  <a:pt x="295983" y="370803"/>
                </a:lnTo>
                <a:lnTo>
                  <a:pt x="293068" y="370453"/>
                </a:lnTo>
                <a:lnTo>
                  <a:pt x="290387" y="369404"/>
                </a:lnTo>
                <a:lnTo>
                  <a:pt x="148982" y="302123"/>
                </a:lnTo>
                <a:lnTo>
                  <a:pt x="347858" y="102379"/>
                </a:lnTo>
                <a:lnTo>
                  <a:pt x="120771" y="288830"/>
                </a:lnTo>
                <a:lnTo>
                  <a:pt x="7344" y="234842"/>
                </a:lnTo>
                <a:lnTo>
                  <a:pt x="4896" y="233209"/>
                </a:lnTo>
                <a:lnTo>
                  <a:pt x="2798" y="231227"/>
                </a:lnTo>
                <a:lnTo>
                  <a:pt x="1282" y="228895"/>
                </a:lnTo>
                <a:lnTo>
                  <a:pt x="349" y="226213"/>
                </a:lnTo>
                <a:lnTo>
                  <a:pt x="0" y="223298"/>
                </a:lnTo>
                <a:lnTo>
                  <a:pt x="233" y="220499"/>
                </a:lnTo>
                <a:lnTo>
                  <a:pt x="1165" y="217701"/>
                </a:lnTo>
                <a:lnTo>
                  <a:pt x="2681" y="215252"/>
                </a:lnTo>
                <a:lnTo>
                  <a:pt x="4779" y="213270"/>
                </a:lnTo>
                <a:lnTo>
                  <a:pt x="7227" y="211754"/>
                </a:lnTo>
                <a:lnTo>
                  <a:pt x="437971" y="583"/>
                </a:lnTo>
                <a:lnTo>
                  <a:pt x="439603" y="117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noAutofit/>
          </a:bodyPr>
          <a:lstStyle/>
          <a:p>
            <a:pPr lvl="0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25" name="Freeform 6"/>
          <p:cNvSpPr/>
          <p:nvPr/>
        </p:nvSpPr>
        <p:spPr>
          <a:xfrm rot="10800000" flipH="1" flipV="1">
            <a:off x="461886" y="3136838"/>
            <a:ext cx="172500" cy="152938"/>
          </a:xfrm>
          <a:custGeom>
            <a:avLst/>
            <a:gdLst>
              <a:gd name="T0" fmla="*/ 2689 w 3491"/>
              <a:gd name="T1" fmla="*/ 15 h 3097"/>
              <a:gd name="T2" fmla="*/ 2963 w 3491"/>
              <a:gd name="T3" fmla="*/ 108 h 3097"/>
              <a:gd name="T4" fmla="*/ 3204 w 3491"/>
              <a:gd name="T5" fmla="*/ 281 h 3097"/>
              <a:gd name="T6" fmla="*/ 3382 w 3491"/>
              <a:gd name="T7" fmla="*/ 518 h 3097"/>
              <a:gd name="T8" fmla="*/ 3475 w 3491"/>
              <a:gd name="T9" fmla="*/ 786 h 3097"/>
              <a:gd name="T10" fmla="*/ 3486 w 3491"/>
              <a:gd name="T11" fmla="*/ 1066 h 3097"/>
              <a:gd name="T12" fmla="*/ 3413 w 3491"/>
              <a:gd name="T13" fmla="*/ 1339 h 3097"/>
              <a:gd name="T14" fmla="*/ 3256 w 3491"/>
              <a:gd name="T15" fmla="*/ 1586 h 3097"/>
              <a:gd name="T16" fmla="*/ 1965 w 3491"/>
              <a:gd name="T17" fmla="*/ 2838 h 3097"/>
              <a:gd name="T18" fmla="*/ 1873 w 3491"/>
              <a:gd name="T19" fmla="*/ 2828 h 3097"/>
              <a:gd name="T20" fmla="*/ 1821 w 3491"/>
              <a:gd name="T21" fmla="*/ 2749 h 3097"/>
              <a:gd name="T22" fmla="*/ 1853 w 3491"/>
              <a:gd name="T23" fmla="*/ 2662 h 3097"/>
              <a:gd name="T24" fmla="*/ 3153 w 3491"/>
              <a:gd name="T25" fmla="*/ 1355 h 3097"/>
              <a:gd name="T26" fmla="*/ 3242 w 3491"/>
              <a:gd name="T27" fmla="*/ 1126 h 3097"/>
              <a:gd name="T28" fmla="*/ 3253 w 3491"/>
              <a:gd name="T29" fmla="*/ 885 h 3097"/>
              <a:gd name="T30" fmla="*/ 3183 w 3491"/>
              <a:gd name="T31" fmla="*/ 653 h 3097"/>
              <a:gd name="T32" fmla="*/ 3035 w 3491"/>
              <a:gd name="T33" fmla="*/ 448 h 3097"/>
              <a:gd name="T34" fmla="*/ 2825 w 3491"/>
              <a:gd name="T35" fmla="*/ 301 h 3097"/>
              <a:gd name="T36" fmla="*/ 2586 w 3491"/>
              <a:gd name="T37" fmla="*/ 234 h 3097"/>
              <a:gd name="T38" fmla="*/ 2340 w 3491"/>
              <a:gd name="T39" fmla="*/ 243 h 3097"/>
              <a:gd name="T40" fmla="*/ 2108 w 3491"/>
              <a:gd name="T41" fmla="*/ 331 h 3097"/>
              <a:gd name="T42" fmla="*/ 378 w 3491"/>
              <a:gd name="T43" fmla="*/ 1972 h 3097"/>
              <a:gd name="T44" fmla="*/ 258 w 3491"/>
              <a:gd name="T45" fmla="*/ 2149 h 3097"/>
              <a:gd name="T46" fmla="*/ 218 w 3491"/>
              <a:gd name="T47" fmla="*/ 2350 h 3097"/>
              <a:gd name="T48" fmla="*/ 258 w 3491"/>
              <a:gd name="T49" fmla="*/ 2551 h 3097"/>
              <a:gd name="T50" fmla="*/ 378 w 3491"/>
              <a:gd name="T51" fmla="*/ 2728 h 3097"/>
              <a:gd name="T52" fmla="*/ 558 w 3491"/>
              <a:gd name="T53" fmla="*/ 2846 h 3097"/>
              <a:gd name="T54" fmla="*/ 763 w 3491"/>
              <a:gd name="T55" fmla="*/ 2885 h 3097"/>
              <a:gd name="T56" fmla="*/ 968 w 3491"/>
              <a:gd name="T57" fmla="*/ 2846 h 3097"/>
              <a:gd name="T58" fmla="*/ 1149 w 3491"/>
              <a:gd name="T59" fmla="*/ 2728 h 3097"/>
              <a:gd name="T60" fmla="*/ 2809 w 3491"/>
              <a:gd name="T61" fmla="*/ 1091 h 3097"/>
              <a:gd name="T62" fmla="*/ 2837 w 3491"/>
              <a:gd name="T63" fmla="*/ 942 h 3097"/>
              <a:gd name="T64" fmla="*/ 2791 w 3491"/>
              <a:gd name="T65" fmla="*/ 797 h 3097"/>
              <a:gd name="T66" fmla="*/ 2677 w 3491"/>
              <a:gd name="T67" fmla="*/ 685 h 3097"/>
              <a:gd name="T68" fmla="*/ 2528 w 3491"/>
              <a:gd name="T69" fmla="*/ 641 h 3097"/>
              <a:gd name="T70" fmla="*/ 2377 w 3491"/>
              <a:gd name="T71" fmla="*/ 668 h 3097"/>
              <a:gd name="T72" fmla="*/ 1082 w 3491"/>
              <a:gd name="T73" fmla="*/ 1906 h 3097"/>
              <a:gd name="T74" fmla="*/ 992 w 3491"/>
              <a:gd name="T75" fmla="*/ 1937 h 3097"/>
              <a:gd name="T76" fmla="*/ 911 w 3491"/>
              <a:gd name="T77" fmla="*/ 1887 h 3097"/>
              <a:gd name="T78" fmla="*/ 900 w 3491"/>
              <a:gd name="T79" fmla="*/ 1796 h 3097"/>
              <a:gd name="T80" fmla="*/ 2165 w 3491"/>
              <a:gd name="T81" fmla="*/ 546 h 3097"/>
              <a:gd name="T82" fmla="*/ 2354 w 3491"/>
              <a:gd name="T83" fmla="*/ 449 h 3097"/>
              <a:gd name="T84" fmla="*/ 2562 w 3491"/>
              <a:gd name="T85" fmla="*/ 429 h 3097"/>
              <a:gd name="T86" fmla="*/ 2763 w 3491"/>
              <a:gd name="T87" fmla="*/ 488 h 3097"/>
              <a:gd name="T88" fmla="*/ 2932 w 3491"/>
              <a:gd name="T89" fmla="*/ 623 h 3097"/>
              <a:gd name="T90" fmla="*/ 3032 w 3491"/>
              <a:gd name="T91" fmla="*/ 809 h 3097"/>
              <a:gd name="T92" fmla="*/ 3053 w 3491"/>
              <a:gd name="T93" fmla="*/ 1012 h 3097"/>
              <a:gd name="T94" fmla="*/ 2993 w 3491"/>
              <a:gd name="T95" fmla="*/ 1209 h 3097"/>
              <a:gd name="T96" fmla="*/ 1303 w 3491"/>
              <a:gd name="T97" fmla="*/ 2879 h 3097"/>
              <a:gd name="T98" fmla="*/ 1094 w 3491"/>
              <a:gd name="T99" fmla="*/ 3025 h 3097"/>
              <a:gd name="T100" fmla="*/ 855 w 3491"/>
              <a:gd name="T101" fmla="*/ 3092 h 3097"/>
              <a:gd name="T102" fmla="*/ 609 w 3491"/>
              <a:gd name="T103" fmla="*/ 3083 h 3097"/>
              <a:gd name="T104" fmla="*/ 377 w 3491"/>
              <a:gd name="T105" fmla="*/ 2995 h 3097"/>
              <a:gd name="T106" fmla="*/ 178 w 3491"/>
              <a:gd name="T107" fmla="*/ 2832 h 3097"/>
              <a:gd name="T108" fmla="*/ 51 w 3491"/>
              <a:gd name="T109" fmla="*/ 2617 h 3097"/>
              <a:gd name="T110" fmla="*/ 0 w 3491"/>
              <a:gd name="T111" fmla="*/ 2381 h 3097"/>
              <a:gd name="T112" fmla="*/ 30 w 3491"/>
              <a:gd name="T113" fmla="*/ 2141 h 3097"/>
              <a:gd name="T114" fmla="*/ 139 w 3491"/>
              <a:gd name="T115" fmla="*/ 1920 h 3097"/>
              <a:gd name="T116" fmla="*/ 1872 w 3491"/>
              <a:gd name="T117" fmla="*/ 230 h 3097"/>
              <a:gd name="T118" fmla="*/ 2123 w 3491"/>
              <a:gd name="T119" fmla="*/ 76 h 3097"/>
              <a:gd name="T120" fmla="*/ 2402 w 3491"/>
              <a:gd name="T121" fmla="*/ 5 h 30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3491" h="3097">
                <a:moveTo>
                  <a:pt x="2474" y="0"/>
                </a:moveTo>
                <a:lnTo>
                  <a:pt x="2546" y="0"/>
                </a:lnTo>
                <a:lnTo>
                  <a:pt x="2618" y="5"/>
                </a:lnTo>
                <a:lnTo>
                  <a:pt x="2689" y="15"/>
                </a:lnTo>
                <a:lnTo>
                  <a:pt x="2758" y="31"/>
                </a:lnTo>
                <a:lnTo>
                  <a:pt x="2828" y="51"/>
                </a:lnTo>
                <a:lnTo>
                  <a:pt x="2896" y="76"/>
                </a:lnTo>
                <a:lnTo>
                  <a:pt x="2963" y="108"/>
                </a:lnTo>
                <a:lnTo>
                  <a:pt x="3026" y="143"/>
                </a:lnTo>
                <a:lnTo>
                  <a:pt x="3088" y="183"/>
                </a:lnTo>
                <a:lnTo>
                  <a:pt x="3147" y="230"/>
                </a:lnTo>
                <a:lnTo>
                  <a:pt x="3204" y="281"/>
                </a:lnTo>
                <a:lnTo>
                  <a:pt x="3256" y="336"/>
                </a:lnTo>
                <a:lnTo>
                  <a:pt x="3303" y="394"/>
                </a:lnTo>
                <a:lnTo>
                  <a:pt x="3345" y="455"/>
                </a:lnTo>
                <a:lnTo>
                  <a:pt x="3382" y="518"/>
                </a:lnTo>
                <a:lnTo>
                  <a:pt x="3413" y="582"/>
                </a:lnTo>
                <a:lnTo>
                  <a:pt x="3439" y="650"/>
                </a:lnTo>
                <a:lnTo>
                  <a:pt x="3460" y="717"/>
                </a:lnTo>
                <a:lnTo>
                  <a:pt x="3475" y="786"/>
                </a:lnTo>
                <a:lnTo>
                  <a:pt x="3486" y="856"/>
                </a:lnTo>
                <a:lnTo>
                  <a:pt x="3491" y="926"/>
                </a:lnTo>
                <a:lnTo>
                  <a:pt x="3491" y="996"/>
                </a:lnTo>
                <a:lnTo>
                  <a:pt x="3486" y="1066"/>
                </a:lnTo>
                <a:lnTo>
                  <a:pt x="3475" y="1136"/>
                </a:lnTo>
                <a:lnTo>
                  <a:pt x="3460" y="1205"/>
                </a:lnTo>
                <a:lnTo>
                  <a:pt x="3439" y="1273"/>
                </a:lnTo>
                <a:lnTo>
                  <a:pt x="3413" y="1339"/>
                </a:lnTo>
                <a:lnTo>
                  <a:pt x="3382" y="1404"/>
                </a:lnTo>
                <a:lnTo>
                  <a:pt x="3345" y="1467"/>
                </a:lnTo>
                <a:lnTo>
                  <a:pt x="3303" y="1528"/>
                </a:lnTo>
                <a:lnTo>
                  <a:pt x="3256" y="1586"/>
                </a:lnTo>
                <a:lnTo>
                  <a:pt x="3204" y="1641"/>
                </a:lnTo>
                <a:lnTo>
                  <a:pt x="2007" y="2813"/>
                </a:lnTo>
                <a:lnTo>
                  <a:pt x="1988" y="2828"/>
                </a:lnTo>
                <a:lnTo>
                  <a:pt x="1965" y="2838"/>
                </a:lnTo>
                <a:lnTo>
                  <a:pt x="1942" y="2844"/>
                </a:lnTo>
                <a:lnTo>
                  <a:pt x="1918" y="2844"/>
                </a:lnTo>
                <a:lnTo>
                  <a:pt x="1894" y="2838"/>
                </a:lnTo>
                <a:lnTo>
                  <a:pt x="1873" y="2828"/>
                </a:lnTo>
                <a:lnTo>
                  <a:pt x="1853" y="2813"/>
                </a:lnTo>
                <a:lnTo>
                  <a:pt x="1837" y="2793"/>
                </a:lnTo>
                <a:lnTo>
                  <a:pt x="1827" y="2772"/>
                </a:lnTo>
                <a:lnTo>
                  <a:pt x="1821" y="2749"/>
                </a:lnTo>
                <a:lnTo>
                  <a:pt x="1821" y="2726"/>
                </a:lnTo>
                <a:lnTo>
                  <a:pt x="1827" y="2703"/>
                </a:lnTo>
                <a:lnTo>
                  <a:pt x="1837" y="2681"/>
                </a:lnTo>
                <a:lnTo>
                  <a:pt x="1853" y="2662"/>
                </a:lnTo>
                <a:lnTo>
                  <a:pt x="3035" y="1505"/>
                </a:lnTo>
                <a:lnTo>
                  <a:pt x="3079" y="1458"/>
                </a:lnTo>
                <a:lnTo>
                  <a:pt x="3118" y="1407"/>
                </a:lnTo>
                <a:lnTo>
                  <a:pt x="3153" y="1355"/>
                </a:lnTo>
                <a:lnTo>
                  <a:pt x="3183" y="1300"/>
                </a:lnTo>
                <a:lnTo>
                  <a:pt x="3208" y="1243"/>
                </a:lnTo>
                <a:lnTo>
                  <a:pt x="3228" y="1185"/>
                </a:lnTo>
                <a:lnTo>
                  <a:pt x="3242" y="1126"/>
                </a:lnTo>
                <a:lnTo>
                  <a:pt x="3253" y="1066"/>
                </a:lnTo>
                <a:lnTo>
                  <a:pt x="3257" y="1006"/>
                </a:lnTo>
                <a:lnTo>
                  <a:pt x="3257" y="946"/>
                </a:lnTo>
                <a:lnTo>
                  <a:pt x="3253" y="885"/>
                </a:lnTo>
                <a:lnTo>
                  <a:pt x="3242" y="826"/>
                </a:lnTo>
                <a:lnTo>
                  <a:pt x="3228" y="766"/>
                </a:lnTo>
                <a:lnTo>
                  <a:pt x="3208" y="709"/>
                </a:lnTo>
                <a:lnTo>
                  <a:pt x="3183" y="653"/>
                </a:lnTo>
                <a:lnTo>
                  <a:pt x="3153" y="598"/>
                </a:lnTo>
                <a:lnTo>
                  <a:pt x="3118" y="545"/>
                </a:lnTo>
                <a:lnTo>
                  <a:pt x="3079" y="495"/>
                </a:lnTo>
                <a:lnTo>
                  <a:pt x="3035" y="448"/>
                </a:lnTo>
                <a:lnTo>
                  <a:pt x="2985" y="403"/>
                </a:lnTo>
                <a:lnTo>
                  <a:pt x="2935" y="364"/>
                </a:lnTo>
                <a:lnTo>
                  <a:pt x="2881" y="331"/>
                </a:lnTo>
                <a:lnTo>
                  <a:pt x="2825" y="301"/>
                </a:lnTo>
                <a:lnTo>
                  <a:pt x="2767" y="277"/>
                </a:lnTo>
                <a:lnTo>
                  <a:pt x="2708" y="258"/>
                </a:lnTo>
                <a:lnTo>
                  <a:pt x="2648" y="243"/>
                </a:lnTo>
                <a:lnTo>
                  <a:pt x="2586" y="234"/>
                </a:lnTo>
                <a:lnTo>
                  <a:pt x="2525" y="229"/>
                </a:lnTo>
                <a:lnTo>
                  <a:pt x="2464" y="229"/>
                </a:lnTo>
                <a:lnTo>
                  <a:pt x="2402" y="234"/>
                </a:lnTo>
                <a:lnTo>
                  <a:pt x="2340" y="243"/>
                </a:lnTo>
                <a:lnTo>
                  <a:pt x="2280" y="258"/>
                </a:lnTo>
                <a:lnTo>
                  <a:pt x="2221" y="277"/>
                </a:lnTo>
                <a:lnTo>
                  <a:pt x="2164" y="301"/>
                </a:lnTo>
                <a:lnTo>
                  <a:pt x="2108" y="331"/>
                </a:lnTo>
                <a:lnTo>
                  <a:pt x="2055" y="364"/>
                </a:lnTo>
                <a:lnTo>
                  <a:pt x="2003" y="403"/>
                </a:lnTo>
                <a:lnTo>
                  <a:pt x="1955" y="448"/>
                </a:lnTo>
                <a:lnTo>
                  <a:pt x="378" y="1972"/>
                </a:lnTo>
                <a:lnTo>
                  <a:pt x="341" y="2013"/>
                </a:lnTo>
                <a:lnTo>
                  <a:pt x="307" y="2057"/>
                </a:lnTo>
                <a:lnTo>
                  <a:pt x="280" y="2102"/>
                </a:lnTo>
                <a:lnTo>
                  <a:pt x="258" y="2149"/>
                </a:lnTo>
                <a:lnTo>
                  <a:pt x="241" y="2199"/>
                </a:lnTo>
                <a:lnTo>
                  <a:pt x="228" y="2248"/>
                </a:lnTo>
                <a:lnTo>
                  <a:pt x="220" y="2299"/>
                </a:lnTo>
                <a:lnTo>
                  <a:pt x="218" y="2350"/>
                </a:lnTo>
                <a:lnTo>
                  <a:pt x="220" y="2402"/>
                </a:lnTo>
                <a:lnTo>
                  <a:pt x="228" y="2452"/>
                </a:lnTo>
                <a:lnTo>
                  <a:pt x="241" y="2503"/>
                </a:lnTo>
                <a:lnTo>
                  <a:pt x="258" y="2551"/>
                </a:lnTo>
                <a:lnTo>
                  <a:pt x="280" y="2599"/>
                </a:lnTo>
                <a:lnTo>
                  <a:pt x="307" y="2644"/>
                </a:lnTo>
                <a:lnTo>
                  <a:pt x="341" y="2687"/>
                </a:lnTo>
                <a:lnTo>
                  <a:pt x="378" y="2728"/>
                </a:lnTo>
                <a:lnTo>
                  <a:pt x="419" y="2765"/>
                </a:lnTo>
                <a:lnTo>
                  <a:pt x="463" y="2796"/>
                </a:lnTo>
                <a:lnTo>
                  <a:pt x="509" y="2824"/>
                </a:lnTo>
                <a:lnTo>
                  <a:pt x="558" y="2846"/>
                </a:lnTo>
                <a:lnTo>
                  <a:pt x="608" y="2863"/>
                </a:lnTo>
                <a:lnTo>
                  <a:pt x="660" y="2874"/>
                </a:lnTo>
                <a:lnTo>
                  <a:pt x="711" y="2882"/>
                </a:lnTo>
                <a:lnTo>
                  <a:pt x="763" y="2885"/>
                </a:lnTo>
                <a:lnTo>
                  <a:pt x="816" y="2882"/>
                </a:lnTo>
                <a:lnTo>
                  <a:pt x="867" y="2874"/>
                </a:lnTo>
                <a:lnTo>
                  <a:pt x="919" y="2863"/>
                </a:lnTo>
                <a:lnTo>
                  <a:pt x="968" y="2846"/>
                </a:lnTo>
                <a:lnTo>
                  <a:pt x="1018" y="2824"/>
                </a:lnTo>
                <a:lnTo>
                  <a:pt x="1064" y="2796"/>
                </a:lnTo>
                <a:lnTo>
                  <a:pt x="1108" y="2765"/>
                </a:lnTo>
                <a:lnTo>
                  <a:pt x="1149" y="2728"/>
                </a:lnTo>
                <a:lnTo>
                  <a:pt x="2741" y="1187"/>
                </a:lnTo>
                <a:lnTo>
                  <a:pt x="2768" y="1158"/>
                </a:lnTo>
                <a:lnTo>
                  <a:pt x="2791" y="1125"/>
                </a:lnTo>
                <a:lnTo>
                  <a:pt x="2809" y="1091"/>
                </a:lnTo>
                <a:lnTo>
                  <a:pt x="2823" y="1055"/>
                </a:lnTo>
                <a:lnTo>
                  <a:pt x="2831" y="1018"/>
                </a:lnTo>
                <a:lnTo>
                  <a:pt x="2837" y="980"/>
                </a:lnTo>
                <a:lnTo>
                  <a:pt x="2837" y="942"/>
                </a:lnTo>
                <a:lnTo>
                  <a:pt x="2831" y="904"/>
                </a:lnTo>
                <a:lnTo>
                  <a:pt x="2823" y="867"/>
                </a:lnTo>
                <a:lnTo>
                  <a:pt x="2809" y="832"/>
                </a:lnTo>
                <a:lnTo>
                  <a:pt x="2791" y="797"/>
                </a:lnTo>
                <a:lnTo>
                  <a:pt x="2768" y="764"/>
                </a:lnTo>
                <a:lnTo>
                  <a:pt x="2741" y="734"/>
                </a:lnTo>
                <a:lnTo>
                  <a:pt x="2710" y="707"/>
                </a:lnTo>
                <a:lnTo>
                  <a:pt x="2677" y="685"/>
                </a:lnTo>
                <a:lnTo>
                  <a:pt x="2642" y="668"/>
                </a:lnTo>
                <a:lnTo>
                  <a:pt x="2605" y="654"/>
                </a:lnTo>
                <a:lnTo>
                  <a:pt x="2567" y="645"/>
                </a:lnTo>
                <a:lnTo>
                  <a:pt x="2528" y="641"/>
                </a:lnTo>
                <a:lnTo>
                  <a:pt x="2490" y="641"/>
                </a:lnTo>
                <a:lnTo>
                  <a:pt x="2452" y="645"/>
                </a:lnTo>
                <a:lnTo>
                  <a:pt x="2415" y="654"/>
                </a:lnTo>
                <a:lnTo>
                  <a:pt x="2377" y="668"/>
                </a:lnTo>
                <a:lnTo>
                  <a:pt x="2343" y="685"/>
                </a:lnTo>
                <a:lnTo>
                  <a:pt x="2309" y="707"/>
                </a:lnTo>
                <a:lnTo>
                  <a:pt x="2278" y="734"/>
                </a:lnTo>
                <a:lnTo>
                  <a:pt x="1082" y="1906"/>
                </a:lnTo>
                <a:lnTo>
                  <a:pt x="1062" y="1922"/>
                </a:lnTo>
                <a:lnTo>
                  <a:pt x="1040" y="1931"/>
                </a:lnTo>
                <a:lnTo>
                  <a:pt x="1017" y="1937"/>
                </a:lnTo>
                <a:lnTo>
                  <a:pt x="992" y="1937"/>
                </a:lnTo>
                <a:lnTo>
                  <a:pt x="969" y="1931"/>
                </a:lnTo>
                <a:lnTo>
                  <a:pt x="947" y="1922"/>
                </a:lnTo>
                <a:lnTo>
                  <a:pt x="927" y="1906"/>
                </a:lnTo>
                <a:lnTo>
                  <a:pt x="911" y="1887"/>
                </a:lnTo>
                <a:lnTo>
                  <a:pt x="900" y="1865"/>
                </a:lnTo>
                <a:lnTo>
                  <a:pt x="896" y="1842"/>
                </a:lnTo>
                <a:lnTo>
                  <a:pt x="896" y="1819"/>
                </a:lnTo>
                <a:lnTo>
                  <a:pt x="900" y="1796"/>
                </a:lnTo>
                <a:lnTo>
                  <a:pt x="911" y="1775"/>
                </a:lnTo>
                <a:lnTo>
                  <a:pt x="927" y="1755"/>
                </a:lnTo>
                <a:lnTo>
                  <a:pt x="2123" y="583"/>
                </a:lnTo>
                <a:lnTo>
                  <a:pt x="2165" y="546"/>
                </a:lnTo>
                <a:lnTo>
                  <a:pt x="2209" y="515"/>
                </a:lnTo>
                <a:lnTo>
                  <a:pt x="2255" y="488"/>
                </a:lnTo>
                <a:lnTo>
                  <a:pt x="2304" y="465"/>
                </a:lnTo>
                <a:lnTo>
                  <a:pt x="2354" y="449"/>
                </a:lnTo>
                <a:lnTo>
                  <a:pt x="2405" y="436"/>
                </a:lnTo>
                <a:lnTo>
                  <a:pt x="2457" y="429"/>
                </a:lnTo>
                <a:lnTo>
                  <a:pt x="2509" y="427"/>
                </a:lnTo>
                <a:lnTo>
                  <a:pt x="2562" y="429"/>
                </a:lnTo>
                <a:lnTo>
                  <a:pt x="2613" y="436"/>
                </a:lnTo>
                <a:lnTo>
                  <a:pt x="2665" y="449"/>
                </a:lnTo>
                <a:lnTo>
                  <a:pt x="2714" y="465"/>
                </a:lnTo>
                <a:lnTo>
                  <a:pt x="2763" y="488"/>
                </a:lnTo>
                <a:lnTo>
                  <a:pt x="2810" y="515"/>
                </a:lnTo>
                <a:lnTo>
                  <a:pt x="2854" y="546"/>
                </a:lnTo>
                <a:lnTo>
                  <a:pt x="2895" y="583"/>
                </a:lnTo>
                <a:lnTo>
                  <a:pt x="2932" y="623"/>
                </a:lnTo>
                <a:lnTo>
                  <a:pt x="2965" y="666"/>
                </a:lnTo>
                <a:lnTo>
                  <a:pt x="2993" y="713"/>
                </a:lnTo>
                <a:lnTo>
                  <a:pt x="3015" y="760"/>
                </a:lnTo>
                <a:lnTo>
                  <a:pt x="3032" y="809"/>
                </a:lnTo>
                <a:lnTo>
                  <a:pt x="3045" y="859"/>
                </a:lnTo>
                <a:lnTo>
                  <a:pt x="3053" y="910"/>
                </a:lnTo>
                <a:lnTo>
                  <a:pt x="3055" y="961"/>
                </a:lnTo>
                <a:lnTo>
                  <a:pt x="3053" y="1012"/>
                </a:lnTo>
                <a:lnTo>
                  <a:pt x="3045" y="1063"/>
                </a:lnTo>
                <a:lnTo>
                  <a:pt x="3032" y="1113"/>
                </a:lnTo>
                <a:lnTo>
                  <a:pt x="3015" y="1162"/>
                </a:lnTo>
                <a:lnTo>
                  <a:pt x="2993" y="1209"/>
                </a:lnTo>
                <a:lnTo>
                  <a:pt x="2965" y="1255"/>
                </a:lnTo>
                <a:lnTo>
                  <a:pt x="2932" y="1298"/>
                </a:lnTo>
                <a:lnTo>
                  <a:pt x="2895" y="1339"/>
                </a:lnTo>
                <a:lnTo>
                  <a:pt x="1303" y="2879"/>
                </a:lnTo>
                <a:lnTo>
                  <a:pt x="1255" y="2923"/>
                </a:lnTo>
                <a:lnTo>
                  <a:pt x="1203" y="2962"/>
                </a:lnTo>
                <a:lnTo>
                  <a:pt x="1150" y="2995"/>
                </a:lnTo>
                <a:lnTo>
                  <a:pt x="1094" y="3025"/>
                </a:lnTo>
                <a:lnTo>
                  <a:pt x="1036" y="3049"/>
                </a:lnTo>
                <a:lnTo>
                  <a:pt x="977" y="3068"/>
                </a:lnTo>
                <a:lnTo>
                  <a:pt x="917" y="3083"/>
                </a:lnTo>
                <a:lnTo>
                  <a:pt x="855" y="3092"/>
                </a:lnTo>
                <a:lnTo>
                  <a:pt x="794" y="3097"/>
                </a:lnTo>
                <a:lnTo>
                  <a:pt x="733" y="3097"/>
                </a:lnTo>
                <a:lnTo>
                  <a:pt x="671" y="3092"/>
                </a:lnTo>
                <a:lnTo>
                  <a:pt x="609" y="3083"/>
                </a:lnTo>
                <a:lnTo>
                  <a:pt x="549" y="3068"/>
                </a:lnTo>
                <a:lnTo>
                  <a:pt x="490" y="3049"/>
                </a:lnTo>
                <a:lnTo>
                  <a:pt x="433" y="3025"/>
                </a:lnTo>
                <a:lnTo>
                  <a:pt x="377" y="2995"/>
                </a:lnTo>
                <a:lnTo>
                  <a:pt x="323" y="2962"/>
                </a:lnTo>
                <a:lnTo>
                  <a:pt x="272" y="2923"/>
                </a:lnTo>
                <a:lnTo>
                  <a:pt x="224" y="2879"/>
                </a:lnTo>
                <a:lnTo>
                  <a:pt x="178" y="2832"/>
                </a:lnTo>
                <a:lnTo>
                  <a:pt x="139" y="2782"/>
                </a:lnTo>
                <a:lnTo>
                  <a:pt x="104" y="2729"/>
                </a:lnTo>
                <a:lnTo>
                  <a:pt x="75" y="2674"/>
                </a:lnTo>
                <a:lnTo>
                  <a:pt x="51" y="2617"/>
                </a:lnTo>
                <a:lnTo>
                  <a:pt x="30" y="2560"/>
                </a:lnTo>
                <a:lnTo>
                  <a:pt x="15" y="2501"/>
                </a:lnTo>
                <a:lnTo>
                  <a:pt x="5" y="2441"/>
                </a:lnTo>
                <a:lnTo>
                  <a:pt x="0" y="2381"/>
                </a:lnTo>
                <a:lnTo>
                  <a:pt x="0" y="2321"/>
                </a:lnTo>
                <a:lnTo>
                  <a:pt x="5" y="2260"/>
                </a:lnTo>
                <a:lnTo>
                  <a:pt x="15" y="2200"/>
                </a:lnTo>
                <a:lnTo>
                  <a:pt x="30" y="2141"/>
                </a:lnTo>
                <a:lnTo>
                  <a:pt x="51" y="2083"/>
                </a:lnTo>
                <a:lnTo>
                  <a:pt x="75" y="2027"/>
                </a:lnTo>
                <a:lnTo>
                  <a:pt x="104" y="1972"/>
                </a:lnTo>
                <a:lnTo>
                  <a:pt x="139" y="1920"/>
                </a:lnTo>
                <a:lnTo>
                  <a:pt x="178" y="1869"/>
                </a:lnTo>
                <a:lnTo>
                  <a:pt x="224" y="1822"/>
                </a:lnTo>
                <a:lnTo>
                  <a:pt x="1815" y="281"/>
                </a:lnTo>
                <a:lnTo>
                  <a:pt x="1872" y="230"/>
                </a:lnTo>
                <a:lnTo>
                  <a:pt x="1931" y="183"/>
                </a:lnTo>
                <a:lnTo>
                  <a:pt x="1992" y="143"/>
                </a:lnTo>
                <a:lnTo>
                  <a:pt x="2057" y="108"/>
                </a:lnTo>
                <a:lnTo>
                  <a:pt x="2123" y="76"/>
                </a:lnTo>
                <a:lnTo>
                  <a:pt x="2191" y="51"/>
                </a:lnTo>
                <a:lnTo>
                  <a:pt x="2261" y="31"/>
                </a:lnTo>
                <a:lnTo>
                  <a:pt x="2331" y="15"/>
                </a:lnTo>
                <a:lnTo>
                  <a:pt x="2402" y="5"/>
                </a:lnTo>
                <a:lnTo>
                  <a:pt x="2474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lvl="0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27" name="그룹 26"/>
          <p:cNvGrpSpPr/>
          <p:nvPr/>
        </p:nvGrpSpPr>
        <p:grpSpPr>
          <a:xfrm>
            <a:off x="393568" y="656552"/>
            <a:ext cx="323769" cy="323769"/>
            <a:chOff x="1593332" y="2172798"/>
            <a:chExt cx="1083168" cy="1083168"/>
          </a:xfrm>
        </p:grpSpPr>
        <p:sp>
          <p:nvSpPr>
            <p:cNvPr id="28" name="타원 27"/>
            <p:cNvSpPr/>
            <p:nvPr/>
          </p:nvSpPr>
          <p:spPr>
            <a:xfrm>
              <a:off x="1593332" y="2172798"/>
              <a:ext cx="1083168" cy="1083168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b="1">
                <a:solidFill>
                  <a:prstClr val="white"/>
                </a:solidFill>
              </a:endParaRPr>
            </a:p>
          </p:txBody>
        </p:sp>
        <p:pic>
          <p:nvPicPr>
            <p:cNvPr id="29" name="그림 28"/>
            <p:cNvPicPr>
              <a:picLocks noChangeAspect="1"/>
            </p:cNvPicPr>
            <p:nvPr/>
          </p:nvPicPr>
          <p:blipFill rotWithShape="1">
            <a:blip r:embed="rId2"/>
            <a:stretch>
              <a:fillRect/>
            </a:stretch>
          </p:blipFill>
          <p:spPr>
            <a:xfrm>
              <a:off x="1741655" y="2321121"/>
              <a:ext cx="786521" cy="786521"/>
            </a:xfrm>
            <a:prstGeom prst="rect">
              <a:avLst/>
            </a:prstGeom>
          </p:spPr>
        </p:pic>
      </p:grpSp>
      <p:sp>
        <p:nvSpPr>
          <p:cNvPr id="32" name="모서리가 둥근 직사각형 31"/>
          <p:cNvSpPr/>
          <p:nvPr/>
        </p:nvSpPr>
        <p:spPr>
          <a:xfrm>
            <a:off x="350136" y="1719059"/>
            <a:ext cx="396000" cy="396000"/>
          </a:xfrm>
          <a:prstGeom prst="roundRect">
            <a:avLst>
              <a:gd name="adj" fmla="val 16667"/>
            </a:avLst>
          </a:prstGeom>
          <a:solidFill>
            <a:srgbClr val="00D6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" anchor="ctr"/>
          <a:lstStyle/>
          <a:p>
            <a:pPr lvl="0">
              <a:defRPr/>
            </a:pPr>
            <a:endParaRPr lang="en-US" altLang="ko-KR" sz="1050">
              <a:solidFill>
                <a:prstClr val="white"/>
              </a:solidFill>
            </a:endParaRPr>
          </a:p>
        </p:txBody>
      </p:sp>
      <p:grpSp>
        <p:nvGrpSpPr>
          <p:cNvPr id="20" name="Group 12"/>
          <p:cNvGrpSpPr>
            <a:grpSpLocks noChangeAspect="1"/>
          </p:cNvGrpSpPr>
          <p:nvPr/>
        </p:nvGrpSpPr>
        <p:grpSpPr>
          <a:xfrm>
            <a:off x="433464" y="1832474"/>
            <a:ext cx="229344" cy="182438"/>
            <a:chOff x="6124" y="305"/>
            <a:chExt cx="841" cy="669"/>
          </a:xfrm>
          <a:solidFill>
            <a:schemeClr val="bg1"/>
          </a:solidFill>
        </p:grpSpPr>
        <p:sp>
          <p:nvSpPr>
            <p:cNvPr id="21" name="Freeform 13"/>
            <p:cNvSpPr/>
            <p:nvPr/>
          </p:nvSpPr>
          <p:spPr>
            <a:xfrm>
              <a:off x="6244" y="440"/>
              <a:ext cx="601" cy="534"/>
            </a:xfrm>
            <a:custGeom>
              <a:avLst/>
              <a:gdLst>
                <a:gd name="T0" fmla="*/ 902 w 1802"/>
                <a:gd name="T1" fmla="*/ 0 h 1602"/>
                <a:gd name="T2" fmla="*/ 2 w 1802"/>
                <a:gd name="T3" fmla="*/ 742 h 1602"/>
                <a:gd name="T4" fmla="*/ 2 w 1802"/>
                <a:gd name="T5" fmla="*/ 743 h 1602"/>
                <a:gd name="T6" fmla="*/ 2 w 1802"/>
                <a:gd name="T7" fmla="*/ 746 h 1602"/>
                <a:gd name="T8" fmla="*/ 0 w 1802"/>
                <a:gd name="T9" fmla="*/ 749 h 1602"/>
                <a:gd name="T10" fmla="*/ 0 w 1802"/>
                <a:gd name="T11" fmla="*/ 751 h 1602"/>
                <a:gd name="T12" fmla="*/ 0 w 1802"/>
                <a:gd name="T13" fmla="*/ 1501 h 1602"/>
                <a:gd name="T14" fmla="*/ 2 w 1802"/>
                <a:gd name="T15" fmla="*/ 1521 h 1602"/>
                <a:gd name="T16" fmla="*/ 16 w 1802"/>
                <a:gd name="T17" fmla="*/ 1557 h 1602"/>
                <a:gd name="T18" fmla="*/ 30 w 1802"/>
                <a:gd name="T19" fmla="*/ 1572 h 1602"/>
                <a:gd name="T20" fmla="*/ 45 w 1802"/>
                <a:gd name="T21" fmla="*/ 1586 h 1602"/>
                <a:gd name="T22" fmla="*/ 81 w 1802"/>
                <a:gd name="T23" fmla="*/ 1601 h 1602"/>
                <a:gd name="T24" fmla="*/ 100 w 1802"/>
                <a:gd name="T25" fmla="*/ 1602 h 1602"/>
                <a:gd name="T26" fmla="*/ 702 w 1802"/>
                <a:gd name="T27" fmla="*/ 1602 h 1602"/>
                <a:gd name="T28" fmla="*/ 702 w 1802"/>
                <a:gd name="T29" fmla="*/ 1001 h 1602"/>
                <a:gd name="T30" fmla="*/ 1102 w 1802"/>
                <a:gd name="T31" fmla="*/ 1001 h 1602"/>
                <a:gd name="T32" fmla="*/ 1102 w 1802"/>
                <a:gd name="T33" fmla="*/ 1602 h 1602"/>
                <a:gd name="T34" fmla="*/ 1703 w 1802"/>
                <a:gd name="T35" fmla="*/ 1602 h 1602"/>
                <a:gd name="T36" fmla="*/ 1723 w 1802"/>
                <a:gd name="T37" fmla="*/ 1601 h 1602"/>
                <a:gd name="T38" fmla="*/ 1758 w 1802"/>
                <a:gd name="T39" fmla="*/ 1586 h 1602"/>
                <a:gd name="T40" fmla="*/ 1773 w 1802"/>
                <a:gd name="T41" fmla="*/ 1572 h 1602"/>
                <a:gd name="T42" fmla="*/ 1786 w 1802"/>
                <a:gd name="T43" fmla="*/ 1557 h 1602"/>
                <a:gd name="T44" fmla="*/ 1802 w 1802"/>
                <a:gd name="T45" fmla="*/ 1521 h 1602"/>
                <a:gd name="T46" fmla="*/ 1802 w 1802"/>
                <a:gd name="T47" fmla="*/ 1501 h 1602"/>
                <a:gd name="T48" fmla="*/ 1802 w 1802"/>
                <a:gd name="T49" fmla="*/ 751 h 1602"/>
                <a:gd name="T50" fmla="*/ 1802 w 1802"/>
                <a:gd name="T51" fmla="*/ 745 h 1602"/>
                <a:gd name="T52" fmla="*/ 1801 w 1802"/>
                <a:gd name="T53" fmla="*/ 742 h 1602"/>
                <a:gd name="T54" fmla="*/ 902 w 1802"/>
                <a:gd name="T55" fmla="*/ 0 h 1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802" h="1602">
                  <a:moveTo>
                    <a:pt x="902" y="0"/>
                  </a:moveTo>
                  <a:lnTo>
                    <a:pt x="2" y="742"/>
                  </a:lnTo>
                  <a:lnTo>
                    <a:pt x="2" y="743"/>
                  </a:lnTo>
                  <a:lnTo>
                    <a:pt x="2" y="746"/>
                  </a:lnTo>
                  <a:lnTo>
                    <a:pt x="0" y="749"/>
                  </a:lnTo>
                  <a:lnTo>
                    <a:pt x="0" y="751"/>
                  </a:lnTo>
                  <a:lnTo>
                    <a:pt x="0" y="1501"/>
                  </a:lnTo>
                  <a:lnTo>
                    <a:pt x="2" y="1521"/>
                  </a:lnTo>
                  <a:lnTo>
                    <a:pt x="16" y="1557"/>
                  </a:lnTo>
                  <a:lnTo>
                    <a:pt x="30" y="1572"/>
                  </a:lnTo>
                  <a:lnTo>
                    <a:pt x="45" y="1586"/>
                  </a:lnTo>
                  <a:lnTo>
                    <a:pt x="81" y="1601"/>
                  </a:lnTo>
                  <a:lnTo>
                    <a:pt x="100" y="1602"/>
                  </a:lnTo>
                  <a:lnTo>
                    <a:pt x="702" y="1602"/>
                  </a:lnTo>
                  <a:lnTo>
                    <a:pt x="702" y="1001"/>
                  </a:lnTo>
                  <a:lnTo>
                    <a:pt x="1102" y="1001"/>
                  </a:lnTo>
                  <a:lnTo>
                    <a:pt x="1102" y="1602"/>
                  </a:lnTo>
                  <a:lnTo>
                    <a:pt x="1703" y="1602"/>
                  </a:lnTo>
                  <a:lnTo>
                    <a:pt x="1723" y="1601"/>
                  </a:lnTo>
                  <a:lnTo>
                    <a:pt x="1758" y="1586"/>
                  </a:lnTo>
                  <a:lnTo>
                    <a:pt x="1773" y="1572"/>
                  </a:lnTo>
                  <a:lnTo>
                    <a:pt x="1786" y="1557"/>
                  </a:lnTo>
                  <a:lnTo>
                    <a:pt x="1802" y="1521"/>
                  </a:lnTo>
                  <a:lnTo>
                    <a:pt x="1802" y="1501"/>
                  </a:lnTo>
                  <a:lnTo>
                    <a:pt x="1802" y="751"/>
                  </a:lnTo>
                  <a:lnTo>
                    <a:pt x="1802" y="745"/>
                  </a:lnTo>
                  <a:lnTo>
                    <a:pt x="1801" y="742"/>
                  </a:lnTo>
                  <a:lnTo>
                    <a:pt x="90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anchor="t" anchorCtr="0">
              <a:prstTxWarp prst="textNoShape">
                <a:avLst/>
              </a:prstTxWarp>
            </a:bodyPr>
            <a:lstStyle/>
            <a:p>
              <a:pPr lvl="0"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22" name="Freeform 14"/>
            <p:cNvSpPr/>
            <p:nvPr/>
          </p:nvSpPr>
          <p:spPr>
            <a:xfrm>
              <a:off x="6124" y="305"/>
              <a:ext cx="841" cy="394"/>
            </a:xfrm>
            <a:custGeom>
              <a:avLst/>
              <a:gdLst>
                <a:gd name="T0" fmla="*/ 2505 w 2522"/>
                <a:gd name="T1" fmla="*/ 978 h 1181"/>
                <a:gd name="T2" fmla="*/ 2162 w 2522"/>
                <a:gd name="T3" fmla="*/ 694 h 1181"/>
                <a:gd name="T4" fmla="*/ 2162 w 2522"/>
                <a:gd name="T5" fmla="*/ 54 h 1181"/>
                <a:gd name="T6" fmla="*/ 2162 w 2522"/>
                <a:gd name="T7" fmla="*/ 44 h 1181"/>
                <a:gd name="T8" fmla="*/ 2155 w 2522"/>
                <a:gd name="T9" fmla="*/ 26 h 1181"/>
                <a:gd name="T10" fmla="*/ 2149 w 2522"/>
                <a:gd name="T11" fmla="*/ 18 h 1181"/>
                <a:gd name="T12" fmla="*/ 2141 w 2522"/>
                <a:gd name="T13" fmla="*/ 13 h 1181"/>
                <a:gd name="T14" fmla="*/ 2123 w 2522"/>
                <a:gd name="T15" fmla="*/ 5 h 1181"/>
                <a:gd name="T16" fmla="*/ 2113 w 2522"/>
                <a:gd name="T17" fmla="*/ 5 h 1181"/>
                <a:gd name="T18" fmla="*/ 1812 w 2522"/>
                <a:gd name="T19" fmla="*/ 5 h 1181"/>
                <a:gd name="T20" fmla="*/ 1802 w 2522"/>
                <a:gd name="T21" fmla="*/ 5 h 1181"/>
                <a:gd name="T22" fmla="*/ 1783 w 2522"/>
                <a:gd name="T23" fmla="*/ 13 h 1181"/>
                <a:gd name="T24" fmla="*/ 1776 w 2522"/>
                <a:gd name="T25" fmla="*/ 18 h 1181"/>
                <a:gd name="T26" fmla="*/ 1770 w 2522"/>
                <a:gd name="T27" fmla="*/ 26 h 1181"/>
                <a:gd name="T28" fmla="*/ 1763 w 2522"/>
                <a:gd name="T29" fmla="*/ 44 h 1181"/>
                <a:gd name="T30" fmla="*/ 1762 w 2522"/>
                <a:gd name="T31" fmla="*/ 54 h 1181"/>
                <a:gd name="T32" fmla="*/ 1762 w 2522"/>
                <a:gd name="T33" fmla="*/ 360 h 1181"/>
                <a:gd name="T34" fmla="*/ 1380 w 2522"/>
                <a:gd name="T35" fmla="*/ 41 h 1181"/>
                <a:gd name="T36" fmla="*/ 1354 w 2522"/>
                <a:gd name="T37" fmla="*/ 23 h 1181"/>
                <a:gd name="T38" fmla="*/ 1295 w 2522"/>
                <a:gd name="T39" fmla="*/ 1 h 1181"/>
                <a:gd name="T40" fmla="*/ 1262 w 2522"/>
                <a:gd name="T41" fmla="*/ 0 h 1181"/>
                <a:gd name="T42" fmla="*/ 1227 w 2522"/>
                <a:gd name="T43" fmla="*/ 1 h 1181"/>
                <a:gd name="T44" fmla="*/ 1168 w 2522"/>
                <a:gd name="T45" fmla="*/ 23 h 1181"/>
                <a:gd name="T46" fmla="*/ 1142 w 2522"/>
                <a:gd name="T47" fmla="*/ 41 h 1181"/>
                <a:gd name="T48" fmla="*/ 17 w 2522"/>
                <a:gd name="T49" fmla="*/ 978 h 1181"/>
                <a:gd name="T50" fmla="*/ 10 w 2522"/>
                <a:gd name="T51" fmla="*/ 985 h 1181"/>
                <a:gd name="T52" fmla="*/ 1 w 2522"/>
                <a:gd name="T53" fmla="*/ 1001 h 1181"/>
                <a:gd name="T54" fmla="*/ 0 w 2522"/>
                <a:gd name="T55" fmla="*/ 1012 h 1181"/>
                <a:gd name="T56" fmla="*/ 0 w 2522"/>
                <a:gd name="T57" fmla="*/ 1023 h 1181"/>
                <a:gd name="T58" fmla="*/ 6 w 2522"/>
                <a:gd name="T59" fmla="*/ 1040 h 1181"/>
                <a:gd name="T60" fmla="*/ 12 w 2522"/>
                <a:gd name="T61" fmla="*/ 1048 h 1181"/>
                <a:gd name="T62" fmla="*/ 108 w 2522"/>
                <a:gd name="T63" fmla="*/ 1164 h 1181"/>
                <a:gd name="T64" fmla="*/ 122 w 2522"/>
                <a:gd name="T65" fmla="*/ 1177 h 1181"/>
                <a:gd name="T66" fmla="*/ 141 w 2522"/>
                <a:gd name="T67" fmla="*/ 1181 h 1181"/>
                <a:gd name="T68" fmla="*/ 160 w 2522"/>
                <a:gd name="T69" fmla="*/ 1181 h 1181"/>
                <a:gd name="T70" fmla="*/ 179 w 2522"/>
                <a:gd name="T71" fmla="*/ 1171 h 1181"/>
                <a:gd name="T72" fmla="*/ 1262 w 2522"/>
                <a:gd name="T73" fmla="*/ 268 h 1181"/>
                <a:gd name="T74" fmla="*/ 2344 w 2522"/>
                <a:gd name="T75" fmla="*/ 1171 h 1181"/>
                <a:gd name="T76" fmla="*/ 2358 w 2522"/>
                <a:gd name="T77" fmla="*/ 1180 h 1181"/>
                <a:gd name="T78" fmla="*/ 2377 w 2522"/>
                <a:gd name="T79" fmla="*/ 1181 h 1181"/>
                <a:gd name="T80" fmla="*/ 2383 w 2522"/>
                <a:gd name="T81" fmla="*/ 1181 h 1181"/>
                <a:gd name="T82" fmla="*/ 2401 w 2522"/>
                <a:gd name="T83" fmla="*/ 1177 h 1181"/>
                <a:gd name="T84" fmla="*/ 2414 w 2522"/>
                <a:gd name="T85" fmla="*/ 1164 h 1181"/>
                <a:gd name="T86" fmla="*/ 2512 w 2522"/>
                <a:gd name="T87" fmla="*/ 1048 h 1181"/>
                <a:gd name="T88" fmla="*/ 2518 w 2522"/>
                <a:gd name="T89" fmla="*/ 1040 h 1181"/>
                <a:gd name="T90" fmla="*/ 2522 w 2522"/>
                <a:gd name="T91" fmla="*/ 1023 h 1181"/>
                <a:gd name="T92" fmla="*/ 2522 w 2522"/>
                <a:gd name="T93" fmla="*/ 1012 h 1181"/>
                <a:gd name="T94" fmla="*/ 2521 w 2522"/>
                <a:gd name="T95" fmla="*/ 1001 h 1181"/>
                <a:gd name="T96" fmla="*/ 2512 w 2522"/>
                <a:gd name="T97" fmla="*/ 985 h 1181"/>
                <a:gd name="T98" fmla="*/ 2505 w 2522"/>
                <a:gd name="T99" fmla="*/ 978 h 1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22" h="1181">
                  <a:moveTo>
                    <a:pt x="2505" y="978"/>
                  </a:moveTo>
                  <a:lnTo>
                    <a:pt x="2162" y="694"/>
                  </a:lnTo>
                  <a:lnTo>
                    <a:pt x="2162" y="54"/>
                  </a:lnTo>
                  <a:lnTo>
                    <a:pt x="2162" y="44"/>
                  </a:lnTo>
                  <a:lnTo>
                    <a:pt x="2155" y="26"/>
                  </a:lnTo>
                  <a:lnTo>
                    <a:pt x="2149" y="18"/>
                  </a:lnTo>
                  <a:lnTo>
                    <a:pt x="2141" y="13"/>
                  </a:lnTo>
                  <a:lnTo>
                    <a:pt x="2123" y="5"/>
                  </a:lnTo>
                  <a:lnTo>
                    <a:pt x="2113" y="5"/>
                  </a:lnTo>
                  <a:lnTo>
                    <a:pt x="1812" y="5"/>
                  </a:lnTo>
                  <a:lnTo>
                    <a:pt x="1802" y="5"/>
                  </a:lnTo>
                  <a:lnTo>
                    <a:pt x="1783" y="13"/>
                  </a:lnTo>
                  <a:lnTo>
                    <a:pt x="1776" y="18"/>
                  </a:lnTo>
                  <a:lnTo>
                    <a:pt x="1770" y="26"/>
                  </a:lnTo>
                  <a:lnTo>
                    <a:pt x="1763" y="44"/>
                  </a:lnTo>
                  <a:lnTo>
                    <a:pt x="1762" y="54"/>
                  </a:lnTo>
                  <a:lnTo>
                    <a:pt x="1762" y="360"/>
                  </a:lnTo>
                  <a:lnTo>
                    <a:pt x="1380" y="41"/>
                  </a:lnTo>
                  <a:lnTo>
                    <a:pt x="1354" y="23"/>
                  </a:lnTo>
                  <a:lnTo>
                    <a:pt x="1295" y="1"/>
                  </a:lnTo>
                  <a:lnTo>
                    <a:pt x="1262" y="0"/>
                  </a:lnTo>
                  <a:lnTo>
                    <a:pt x="1227" y="1"/>
                  </a:lnTo>
                  <a:lnTo>
                    <a:pt x="1168" y="23"/>
                  </a:lnTo>
                  <a:lnTo>
                    <a:pt x="1142" y="41"/>
                  </a:lnTo>
                  <a:lnTo>
                    <a:pt x="17" y="978"/>
                  </a:lnTo>
                  <a:lnTo>
                    <a:pt x="10" y="985"/>
                  </a:lnTo>
                  <a:lnTo>
                    <a:pt x="1" y="1001"/>
                  </a:lnTo>
                  <a:lnTo>
                    <a:pt x="0" y="1012"/>
                  </a:lnTo>
                  <a:lnTo>
                    <a:pt x="0" y="1023"/>
                  </a:lnTo>
                  <a:lnTo>
                    <a:pt x="6" y="1040"/>
                  </a:lnTo>
                  <a:lnTo>
                    <a:pt x="12" y="1048"/>
                  </a:lnTo>
                  <a:lnTo>
                    <a:pt x="108" y="1164"/>
                  </a:lnTo>
                  <a:lnTo>
                    <a:pt x="122" y="1177"/>
                  </a:lnTo>
                  <a:lnTo>
                    <a:pt x="141" y="1181"/>
                  </a:lnTo>
                  <a:lnTo>
                    <a:pt x="160" y="1181"/>
                  </a:lnTo>
                  <a:lnTo>
                    <a:pt x="179" y="1171"/>
                  </a:lnTo>
                  <a:lnTo>
                    <a:pt x="1262" y="268"/>
                  </a:lnTo>
                  <a:lnTo>
                    <a:pt x="2344" y="1171"/>
                  </a:lnTo>
                  <a:lnTo>
                    <a:pt x="2358" y="1180"/>
                  </a:lnTo>
                  <a:lnTo>
                    <a:pt x="2377" y="1181"/>
                  </a:lnTo>
                  <a:lnTo>
                    <a:pt x="2383" y="1181"/>
                  </a:lnTo>
                  <a:lnTo>
                    <a:pt x="2401" y="1177"/>
                  </a:lnTo>
                  <a:lnTo>
                    <a:pt x="2414" y="1164"/>
                  </a:lnTo>
                  <a:lnTo>
                    <a:pt x="2512" y="1048"/>
                  </a:lnTo>
                  <a:lnTo>
                    <a:pt x="2518" y="1040"/>
                  </a:lnTo>
                  <a:lnTo>
                    <a:pt x="2522" y="1023"/>
                  </a:lnTo>
                  <a:lnTo>
                    <a:pt x="2522" y="1012"/>
                  </a:lnTo>
                  <a:lnTo>
                    <a:pt x="2521" y="1001"/>
                  </a:lnTo>
                  <a:lnTo>
                    <a:pt x="2512" y="985"/>
                  </a:lnTo>
                  <a:lnTo>
                    <a:pt x="2505" y="97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anchor="t" anchorCtr="0">
              <a:prstTxWarp prst="textNoShape">
                <a:avLst/>
              </a:prstTxWarp>
            </a:bodyPr>
            <a:lstStyle/>
            <a:p>
              <a:pPr lvl="0"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35" name="타원 34"/>
          <p:cNvSpPr/>
          <p:nvPr/>
        </p:nvSpPr>
        <p:spPr>
          <a:xfrm>
            <a:off x="578088" y="2370814"/>
            <a:ext cx="177525" cy="17752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anchor="ctr"/>
          <a:lstStyle/>
          <a:p>
            <a:pPr algn="ctr">
              <a:defRPr/>
            </a:pPr>
            <a:r>
              <a:rPr lang="en-US" altLang="ko-KR" sz="1000">
                <a:solidFill>
                  <a:prstClr val="white"/>
                </a:solidFill>
              </a:rPr>
              <a:t>6</a:t>
            </a:r>
          </a:p>
        </p:txBody>
      </p:sp>
      <p:sp>
        <p:nvSpPr>
          <p:cNvPr id="38" name="직사각형 37"/>
          <p:cNvSpPr/>
          <p:nvPr/>
        </p:nvSpPr>
        <p:spPr>
          <a:xfrm>
            <a:off x="1420813" y="537998"/>
            <a:ext cx="6096000" cy="893578"/>
          </a:xfrm>
          <a:prstGeom prst="rect">
            <a:avLst/>
          </a:prstGeom>
        </p:spPr>
        <p:txBody>
          <a:bodyPr>
            <a:spAutoFit/>
          </a:bodyPr>
          <a:lstStyle/>
          <a:p>
            <a:pPr latinLnBrk="0">
              <a:lnSpc>
                <a:spcPct val="150000"/>
              </a:lnSpc>
              <a:defRPr/>
            </a:pPr>
            <a:r>
              <a:rPr lang="en-US" altLang="ko-KR" sz="2600" b="1" i="1" kern="0">
                <a:solidFill>
                  <a:prstClr val="black">
                    <a:lumMod val="65000"/>
                    <a:lumOff val="35000"/>
                  </a:prstClr>
                </a:solidFill>
              </a:rPr>
              <a:t>DEBATE</a:t>
            </a:r>
            <a:endParaRPr lang="en-US" altLang="ko-KR" sz="2400" b="1" i="1" kern="0">
              <a:solidFill>
                <a:prstClr val="black">
                  <a:lumMod val="65000"/>
                  <a:lumOff val="35000"/>
                </a:prstClr>
              </a:solidFill>
            </a:endParaRPr>
          </a:p>
          <a:p>
            <a:pPr latinLnBrk="0">
              <a:lnSpc>
                <a:spcPct val="150000"/>
              </a:lnSpc>
              <a:defRPr/>
            </a:pPr>
            <a:r>
              <a:rPr lang="en-US" altLang="ko-KR" sz="1000" b="1" kern="0">
                <a:solidFill>
                  <a:schemeClr val="accent6"/>
                </a:solidFill>
              </a:rPr>
              <a:t>SCHEDULE</a:t>
            </a:r>
            <a:r>
              <a:rPr lang="en-US" altLang="ko-KR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&gt;TOPIC&gt;TOPIC DETAIL&gt;ENVIRNMENT</a:t>
            </a:r>
            <a:endParaRPr lang="ko-KR" altLang="en-US" sz="1000" kern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40" name="모서리가 둥근 직사각형 39"/>
          <p:cNvSpPr/>
          <p:nvPr/>
        </p:nvSpPr>
        <p:spPr>
          <a:xfrm>
            <a:off x="1514699" y="1646917"/>
            <a:ext cx="9864501" cy="4279543"/>
          </a:xfrm>
          <a:prstGeom prst="roundRect">
            <a:avLst>
              <a:gd name="adj" fmla="val 3424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" anchor="ctr"/>
          <a:lstStyle/>
          <a:p>
            <a:pPr lvl="0">
              <a:defRPr/>
            </a:pPr>
            <a:endParaRPr lang="en-US" altLang="ko-KR" sz="1050">
              <a:solidFill>
                <a:srgbClr val="264259"/>
              </a:solidFill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1674487" y="1837814"/>
            <a:ext cx="9545326" cy="7034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sz="1600" b="1">
                <a:solidFill>
                  <a:srgbClr val="00D65E"/>
                </a:solidFill>
              </a:rPr>
              <a:t>SCHEDULE</a:t>
            </a:r>
            <a:endParaRPr lang="ko-KR" altLang="en-US" sz="1600" b="1">
              <a:solidFill>
                <a:srgbClr val="00D65E"/>
              </a:solidFill>
            </a:endParaRPr>
          </a:p>
          <a:p>
            <a:pPr>
              <a:lnSpc>
                <a:spcPct val="150000"/>
              </a:lnSpc>
              <a:defRPr/>
            </a:pPr>
            <a:endParaRPr lang="en-US" altLang="ko-KR" sz="110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51" name="타원 50"/>
          <p:cNvSpPr/>
          <p:nvPr/>
        </p:nvSpPr>
        <p:spPr>
          <a:xfrm>
            <a:off x="555404" y="4304681"/>
            <a:ext cx="177525" cy="17752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anchor="ctr"/>
          <a:lstStyle/>
          <a:p>
            <a:pPr algn="ctr">
              <a:defRPr/>
            </a:pPr>
            <a:r>
              <a:rPr lang="en-US" altLang="ko-KR" sz="600">
                <a:solidFill>
                  <a:prstClr val="white"/>
                </a:solidFill>
              </a:rPr>
              <a:t>off</a:t>
            </a:r>
            <a:endParaRPr lang="ko-KR" altLang="en-US" sz="600">
              <a:solidFill>
                <a:prstClr val="white"/>
              </a:solidFill>
            </a:endParaRP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EC1CFA96-3107-491C-AE09-CE859E49FF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30" name="_x389868264" descr="EMB000047783cbd">
            <a:extLst>
              <a:ext uri="{FF2B5EF4-FFF2-40B4-BE49-F238E27FC236}">
                <a16:creationId xmlns:a16="http://schemas.microsoft.com/office/drawing/2014/main" id="{79DD77EA-92B4-4778-9131-146744DFDF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8692" y="1736375"/>
            <a:ext cx="8152658" cy="4105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한쪽 모서리가 둥근 사각형 35"/>
          <p:cNvSpPr/>
          <p:nvPr/>
        </p:nvSpPr>
        <p:spPr>
          <a:xfrm>
            <a:off x="0" y="0"/>
            <a:ext cx="3848100" cy="5549900"/>
          </a:xfrm>
          <a:prstGeom prst="round1Rect">
            <a:avLst>
              <a:gd name="adj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5" name="모서리가 둥근 직사각형 4"/>
          <p:cNvSpPr/>
          <p:nvPr/>
        </p:nvSpPr>
        <p:spPr>
          <a:xfrm>
            <a:off x="236537" y="304800"/>
            <a:ext cx="11669713" cy="6265862"/>
          </a:xfrm>
          <a:prstGeom prst="roundRect">
            <a:avLst>
              <a:gd name="adj" fmla="val 4810"/>
            </a:avLst>
          </a:prstGeom>
          <a:solidFill>
            <a:srgbClr val="264259"/>
          </a:solidFill>
          <a:ln w="63500">
            <a:solidFill>
              <a:schemeClr val="tx2">
                <a:lumMod val="50000"/>
              </a:schemeClr>
            </a:solidFill>
          </a:ln>
          <a:effectLst>
            <a:outerShdw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6" name="양쪽 모서리가 둥근 사각형 5"/>
          <p:cNvSpPr/>
          <p:nvPr/>
        </p:nvSpPr>
        <p:spPr>
          <a:xfrm rot="5400000">
            <a:off x="3271463" y="-2062957"/>
            <a:ext cx="6192000" cy="11001376"/>
          </a:xfrm>
          <a:prstGeom prst="round2SameRect">
            <a:avLst>
              <a:gd name="adj1" fmla="val 4506"/>
              <a:gd name="adj2" fmla="val 0"/>
            </a:avLst>
          </a:prstGeom>
          <a:solidFill>
            <a:schemeClr val="bg1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5" name="자유형 14"/>
          <p:cNvSpPr/>
          <p:nvPr/>
        </p:nvSpPr>
        <p:spPr>
          <a:xfrm>
            <a:off x="1574800" y="1863725"/>
            <a:ext cx="73025" cy="85725"/>
          </a:xfrm>
          <a:custGeom>
            <a:avLst/>
            <a:gdLst>
              <a:gd name="connsiteX0" fmla="*/ 0 w 73025"/>
              <a:gd name="connsiteY0" fmla="*/ 31750 h 85725"/>
              <a:gd name="connsiteX1" fmla="*/ 31750 w 73025"/>
              <a:gd name="connsiteY1" fmla="*/ 85725 h 85725"/>
              <a:gd name="connsiteX2" fmla="*/ 73025 w 73025"/>
              <a:gd name="connsiteY2" fmla="*/ 0 h 85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3025" h="85725">
                <a:moveTo>
                  <a:pt x="0" y="31750"/>
                </a:moveTo>
                <a:lnTo>
                  <a:pt x="31750" y="85725"/>
                </a:lnTo>
                <a:lnTo>
                  <a:pt x="73025" y="0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9" name="Freeform 9"/>
          <p:cNvSpPr/>
          <p:nvPr/>
        </p:nvSpPr>
        <p:spPr>
          <a:xfrm>
            <a:off x="477298" y="2470961"/>
            <a:ext cx="141676" cy="186968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lvl="0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23" name="Freeform 36"/>
          <p:cNvSpPr>
            <a:spLocks noEditPoints="1"/>
          </p:cNvSpPr>
          <p:nvPr/>
        </p:nvSpPr>
        <p:spPr>
          <a:xfrm>
            <a:off x="491434" y="4397002"/>
            <a:ext cx="113404" cy="190736"/>
          </a:xfrm>
          <a:custGeom>
            <a:avLst/>
            <a:gdLst>
              <a:gd name="T0" fmla="*/ 937 w 1926"/>
              <a:gd name="T1" fmla="*/ 3639 h 4045"/>
              <a:gd name="T2" fmla="*/ 893 w 1926"/>
              <a:gd name="T3" fmla="*/ 3665 h 4045"/>
              <a:gd name="T4" fmla="*/ 863 w 1926"/>
              <a:gd name="T5" fmla="*/ 3712 h 4045"/>
              <a:gd name="T6" fmla="*/ 851 w 1926"/>
              <a:gd name="T7" fmla="*/ 3772 h 4045"/>
              <a:gd name="T8" fmla="*/ 863 w 1926"/>
              <a:gd name="T9" fmla="*/ 3832 h 4045"/>
              <a:gd name="T10" fmla="*/ 893 w 1926"/>
              <a:gd name="T11" fmla="*/ 3878 h 4045"/>
              <a:gd name="T12" fmla="*/ 937 w 1926"/>
              <a:gd name="T13" fmla="*/ 3905 h 4045"/>
              <a:gd name="T14" fmla="*/ 988 w 1926"/>
              <a:gd name="T15" fmla="*/ 3905 h 4045"/>
              <a:gd name="T16" fmla="*/ 1033 w 1926"/>
              <a:gd name="T17" fmla="*/ 3878 h 4045"/>
              <a:gd name="T18" fmla="*/ 1064 w 1926"/>
              <a:gd name="T19" fmla="*/ 3832 h 4045"/>
              <a:gd name="T20" fmla="*/ 1075 w 1926"/>
              <a:gd name="T21" fmla="*/ 3772 h 4045"/>
              <a:gd name="T22" fmla="*/ 1064 w 1926"/>
              <a:gd name="T23" fmla="*/ 3712 h 4045"/>
              <a:gd name="T24" fmla="*/ 1033 w 1926"/>
              <a:gd name="T25" fmla="*/ 3665 h 4045"/>
              <a:gd name="T26" fmla="*/ 988 w 1926"/>
              <a:gd name="T27" fmla="*/ 3639 h 4045"/>
              <a:gd name="T28" fmla="*/ 156 w 1926"/>
              <a:gd name="T29" fmla="*/ 434 h 4045"/>
              <a:gd name="T30" fmla="*/ 1770 w 1926"/>
              <a:gd name="T31" fmla="*/ 3540 h 4045"/>
              <a:gd name="T32" fmla="*/ 156 w 1926"/>
              <a:gd name="T33" fmla="*/ 434 h 4045"/>
              <a:gd name="T34" fmla="*/ 716 w 1926"/>
              <a:gd name="T35" fmla="*/ 200 h 4045"/>
              <a:gd name="T36" fmla="*/ 701 w 1926"/>
              <a:gd name="T37" fmla="*/ 217 h 4045"/>
              <a:gd name="T38" fmla="*/ 701 w 1926"/>
              <a:gd name="T39" fmla="*/ 243 h 4045"/>
              <a:gd name="T40" fmla="*/ 716 w 1926"/>
              <a:gd name="T41" fmla="*/ 260 h 4045"/>
              <a:gd name="T42" fmla="*/ 1199 w 1926"/>
              <a:gd name="T43" fmla="*/ 262 h 4045"/>
              <a:gd name="T44" fmla="*/ 1218 w 1926"/>
              <a:gd name="T45" fmla="*/ 254 h 4045"/>
              <a:gd name="T46" fmla="*/ 1226 w 1926"/>
              <a:gd name="T47" fmla="*/ 230 h 4045"/>
              <a:gd name="T48" fmla="*/ 1218 w 1926"/>
              <a:gd name="T49" fmla="*/ 207 h 4045"/>
              <a:gd name="T50" fmla="*/ 1199 w 1926"/>
              <a:gd name="T51" fmla="*/ 197 h 4045"/>
              <a:gd name="T52" fmla="*/ 224 w 1926"/>
              <a:gd name="T53" fmla="*/ 0 h 4045"/>
              <a:gd name="T54" fmla="*/ 1738 w 1926"/>
              <a:gd name="T55" fmla="*/ 4 h 4045"/>
              <a:gd name="T56" fmla="*/ 1805 w 1926"/>
              <a:gd name="T57" fmla="*/ 31 h 4045"/>
              <a:gd name="T58" fmla="*/ 1860 w 1926"/>
              <a:gd name="T59" fmla="*/ 81 h 4045"/>
              <a:gd name="T60" fmla="*/ 1900 w 1926"/>
              <a:gd name="T61" fmla="*/ 148 h 4045"/>
              <a:gd name="T62" fmla="*/ 1923 w 1926"/>
              <a:gd name="T63" fmla="*/ 229 h 4045"/>
              <a:gd name="T64" fmla="*/ 1926 w 1926"/>
              <a:gd name="T65" fmla="*/ 3772 h 4045"/>
              <a:gd name="T66" fmla="*/ 1915 w 1926"/>
              <a:gd name="T67" fmla="*/ 3857 h 4045"/>
              <a:gd name="T68" fmla="*/ 1882 w 1926"/>
              <a:gd name="T69" fmla="*/ 3932 h 4045"/>
              <a:gd name="T70" fmla="*/ 1834 w 1926"/>
              <a:gd name="T71" fmla="*/ 3992 h 4045"/>
              <a:gd name="T72" fmla="*/ 1773 w 1926"/>
              <a:gd name="T73" fmla="*/ 4032 h 4045"/>
              <a:gd name="T74" fmla="*/ 1702 w 1926"/>
              <a:gd name="T75" fmla="*/ 4045 h 4045"/>
              <a:gd name="T76" fmla="*/ 188 w 1926"/>
              <a:gd name="T77" fmla="*/ 4041 h 4045"/>
              <a:gd name="T78" fmla="*/ 122 w 1926"/>
              <a:gd name="T79" fmla="*/ 4014 h 4045"/>
              <a:gd name="T80" fmla="*/ 66 w 1926"/>
              <a:gd name="T81" fmla="*/ 3964 h 4045"/>
              <a:gd name="T82" fmla="*/ 25 w 1926"/>
              <a:gd name="T83" fmla="*/ 3897 h 4045"/>
              <a:gd name="T84" fmla="*/ 3 w 1926"/>
              <a:gd name="T85" fmla="*/ 3816 h 4045"/>
              <a:gd name="T86" fmla="*/ 0 w 1926"/>
              <a:gd name="T87" fmla="*/ 273 h 4045"/>
              <a:gd name="T88" fmla="*/ 12 w 1926"/>
              <a:gd name="T89" fmla="*/ 188 h 4045"/>
              <a:gd name="T90" fmla="*/ 43 w 1926"/>
              <a:gd name="T91" fmla="*/ 113 h 4045"/>
              <a:gd name="T92" fmla="*/ 92 w 1926"/>
              <a:gd name="T93" fmla="*/ 53 h 4045"/>
              <a:gd name="T94" fmla="*/ 154 w 1926"/>
              <a:gd name="T95" fmla="*/ 13 h 4045"/>
              <a:gd name="T96" fmla="*/ 224 w 1926"/>
              <a:gd name="T97" fmla="*/ 0 h 40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926" h="4045">
                <a:moveTo>
                  <a:pt x="963" y="3636"/>
                </a:moveTo>
                <a:lnTo>
                  <a:pt x="937" y="3639"/>
                </a:lnTo>
                <a:lnTo>
                  <a:pt x="914" y="3649"/>
                </a:lnTo>
                <a:lnTo>
                  <a:pt x="893" y="3665"/>
                </a:lnTo>
                <a:lnTo>
                  <a:pt x="876" y="3686"/>
                </a:lnTo>
                <a:lnTo>
                  <a:pt x="863" y="3712"/>
                </a:lnTo>
                <a:lnTo>
                  <a:pt x="854" y="3741"/>
                </a:lnTo>
                <a:lnTo>
                  <a:pt x="851" y="3772"/>
                </a:lnTo>
                <a:lnTo>
                  <a:pt x="854" y="3804"/>
                </a:lnTo>
                <a:lnTo>
                  <a:pt x="863" y="3832"/>
                </a:lnTo>
                <a:lnTo>
                  <a:pt x="876" y="3857"/>
                </a:lnTo>
                <a:lnTo>
                  <a:pt x="893" y="3878"/>
                </a:lnTo>
                <a:lnTo>
                  <a:pt x="914" y="3894"/>
                </a:lnTo>
                <a:lnTo>
                  <a:pt x="937" y="3905"/>
                </a:lnTo>
                <a:lnTo>
                  <a:pt x="963" y="3909"/>
                </a:lnTo>
                <a:lnTo>
                  <a:pt x="988" y="3905"/>
                </a:lnTo>
                <a:lnTo>
                  <a:pt x="1013" y="3894"/>
                </a:lnTo>
                <a:lnTo>
                  <a:pt x="1033" y="3878"/>
                </a:lnTo>
                <a:lnTo>
                  <a:pt x="1051" y="3857"/>
                </a:lnTo>
                <a:lnTo>
                  <a:pt x="1064" y="3832"/>
                </a:lnTo>
                <a:lnTo>
                  <a:pt x="1072" y="3804"/>
                </a:lnTo>
                <a:lnTo>
                  <a:pt x="1075" y="3772"/>
                </a:lnTo>
                <a:lnTo>
                  <a:pt x="1072" y="3741"/>
                </a:lnTo>
                <a:lnTo>
                  <a:pt x="1064" y="3712"/>
                </a:lnTo>
                <a:lnTo>
                  <a:pt x="1051" y="3686"/>
                </a:lnTo>
                <a:lnTo>
                  <a:pt x="1033" y="3665"/>
                </a:lnTo>
                <a:lnTo>
                  <a:pt x="1013" y="3649"/>
                </a:lnTo>
                <a:lnTo>
                  <a:pt x="988" y="3639"/>
                </a:lnTo>
                <a:lnTo>
                  <a:pt x="963" y="3636"/>
                </a:lnTo>
                <a:close/>
                <a:moveTo>
                  <a:pt x="156" y="434"/>
                </a:moveTo>
                <a:lnTo>
                  <a:pt x="156" y="3540"/>
                </a:lnTo>
                <a:lnTo>
                  <a:pt x="1770" y="3540"/>
                </a:lnTo>
                <a:lnTo>
                  <a:pt x="1770" y="434"/>
                </a:lnTo>
                <a:lnTo>
                  <a:pt x="156" y="434"/>
                </a:lnTo>
                <a:close/>
                <a:moveTo>
                  <a:pt x="727" y="197"/>
                </a:moveTo>
                <a:lnTo>
                  <a:pt x="716" y="200"/>
                </a:lnTo>
                <a:lnTo>
                  <a:pt x="707" y="207"/>
                </a:lnTo>
                <a:lnTo>
                  <a:pt x="701" y="217"/>
                </a:lnTo>
                <a:lnTo>
                  <a:pt x="699" y="230"/>
                </a:lnTo>
                <a:lnTo>
                  <a:pt x="701" y="243"/>
                </a:lnTo>
                <a:lnTo>
                  <a:pt x="707" y="254"/>
                </a:lnTo>
                <a:lnTo>
                  <a:pt x="716" y="260"/>
                </a:lnTo>
                <a:lnTo>
                  <a:pt x="727" y="262"/>
                </a:lnTo>
                <a:lnTo>
                  <a:pt x="1199" y="262"/>
                </a:lnTo>
                <a:lnTo>
                  <a:pt x="1210" y="260"/>
                </a:lnTo>
                <a:lnTo>
                  <a:pt x="1218" y="254"/>
                </a:lnTo>
                <a:lnTo>
                  <a:pt x="1224" y="243"/>
                </a:lnTo>
                <a:lnTo>
                  <a:pt x="1226" y="230"/>
                </a:lnTo>
                <a:lnTo>
                  <a:pt x="1224" y="217"/>
                </a:lnTo>
                <a:lnTo>
                  <a:pt x="1218" y="207"/>
                </a:lnTo>
                <a:lnTo>
                  <a:pt x="1210" y="200"/>
                </a:lnTo>
                <a:lnTo>
                  <a:pt x="1199" y="197"/>
                </a:lnTo>
                <a:lnTo>
                  <a:pt x="727" y="197"/>
                </a:lnTo>
                <a:close/>
                <a:moveTo>
                  <a:pt x="224" y="0"/>
                </a:moveTo>
                <a:lnTo>
                  <a:pt x="1702" y="0"/>
                </a:lnTo>
                <a:lnTo>
                  <a:pt x="1738" y="4"/>
                </a:lnTo>
                <a:lnTo>
                  <a:pt x="1773" y="13"/>
                </a:lnTo>
                <a:lnTo>
                  <a:pt x="1805" y="31"/>
                </a:lnTo>
                <a:lnTo>
                  <a:pt x="1834" y="53"/>
                </a:lnTo>
                <a:lnTo>
                  <a:pt x="1860" y="81"/>
                </a:lnTo>
                <a:lnTo>
                  <a:pt x="1882" y="113"/>
                </a:lnTo>
                <a:lnTo>
                  <a:pt x="1900" y="148"/>
                </a:lnTo>
                <a:lnTo>
                  <a:pt x="1915" y="188"/>
                </a:lnTo>
                <a:lnTo>
                  <a:pt x="1923" y="229"/>
                </a:lnTo>
                <a:lnTo>
                  <a:pt x="1926" y="273"/>
                </a:lnTo>
                <a:lnTo>
                  <a:pt x="1926" y="3772"/>
                </a:lnTo>
                <a:lnTo>
                  <a:pt x="1923" y="3816"/>
                </a:lnTo>
                <a:lnTo>
                  <a:pt x="1915" y="3857"/>
                </a:lnTo>
                <a:lnTo>
                  <a:pt x="1900" y="3897"/>
                </a:lnTo>
                <a:lnTo>
                  <a:pt x="1882" y="3932"/>
                </a:lnTo>
                <a:lnTo>
                  <a:pt x="1860" y="3964"/>
                </a:lnTo>
                <a:lnTo>
                  <a:pt x="1834" y="3992"/>
                </a:lnTo>
                <a:lnTo>
                  <a:pt x="1805" y="4014"/>
                </a:lnTo>
                <a:lnTo>
                  <a:pt x="1773" y="4032"/>
                </a:lnTo>
                <a:lnTo>
                  <a:pt x="1738" y="4041"/>
                </a:lnTo>
                <a:lnTo>
                  <a:pt x="1702" y="4045"/>
                </a:lnTo>
                <a:lnTo>
                  <a:pt x="224" y="4045"/>
                </a:lnTo>
                <a:lnTo>
                  <a:pt x="188" y="4041"/>
                </a:lnTo>
                <a:lnTo>
                  <a:pt x="154" y="4032"/>
                </a:lnTo>
                <a:lnTo>
                  <a:pt x="122" y="4014"/>
                </a:lnTo>
                <a:lnTo>
                  <a:pt x="92" y="3992"/>
                </a:lnTo>
                <a:lnTo>
                  <a:pt x="66" y="3964"/>
                </a:lnTo>
                <a:lnTo>
                  <a:pt x="43" y="3932"/>
                </a:lnTo>
                <a:lnTo>
                  <a:pt x="25" y="3897"/>
                </a:lnTo>
                <a:lnTo>
                  <a:pt x="12" y="3857"/>
                </a:lnTo>
                <a:lnTo>
                  <a:pt x="3" y="3816"/>
                </a:lnTo>
                <a:lnTo>
                  <a:pt x="0" y="3772"/>
                </a:lnTo>
                <a:lnTo>
                  <a:pt x="0" y="273"/>
                </a:lnTo>
                <a:lnTo>
                  <a:pt x="3" y="229"/>
                </a:lnTo>
                <a:lnTo>
                  <a:pt x="12" y="188"/>
                </a:lnTo>
                <a:lnTo>
                  <a:pt x="25" y="148"/>
                </a:lnTo>
                <a:lnTo>
                  <a:pt x="43" y="113"/>
                </a:lnTo>
                <a:lnTo>
                  <a:pt x="66" y="81"/>
                </a:lnTo>
                <a:lnTo>
                  <a:pt x="92" y="53"/>
                </a:lnTo>
                <a:lnTo>
                  <a:pt x="122" y="31"/>
                </a:lnTo>
                <a:lnTo>
                  <a:pt x="154" y="13"/>
                </a:lnTo>
                <a:lnTo>
                  <a:pt x="188" y="4"/>
                </a:lnTo>
                <a:lnTo>
                  <a:pt x="224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lvl="0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24" name="자유형 23"/>
          <p:cNvSpPr/>
          <p:nvPr/>
        </p:nvSpPr>
        <p:spPr>
          <a:xfrm>
            <a:off x="462778" y="3768685"/>
            <a:ext cx="170716" cy="149410"/>
          </a:xfrm>
          <a:custGeom>
            <a:avLst/>
            <a:gdLst>
              <a:gd name="connsiteX0" fmla="*/ 149021 w 448462"/>
              <a:gd name="connsiteY0" fmla="*/ 328125 h 392491"/>
              <a:gd name="connsiteX1" fmla="*/ 210588 w 448462"/>
              <a:gd name="connsiteY1" fmla="*/ 357224 h 392491"/>
              <a:gd name="connsiteX2" fmla="*/ 160375 w 448462"/>
              <a:gd name="connsiteY2" fmla="*/ 391211 h 392491"/>
              <a:gd name="connsiteX3" fmla="*/ 158502 w 448462"/>
              <a:gd name="connsiteY3" fmla="*/ 392025 h 392491"/>
              <a:gd name="connsiteX4" fmla="*/ 156629 w 448462"/>
              <a:gd name="connsiteY4" fmla="*/ 392491 h 392491"/>
              <a:gd name="connsiteX5" fmla="*/ 154757 w 448462"/>
              <a:gd name="connsiteY5" fmla="*/ 392375 h 392491"/>
              <a:gd name="connsiteX6" fmla="*/ 153001 w 448462"/>
              <a:gd name="connsiteY6" fmla="*/ 391676 h 392491"/>
              <a:gd name="connsiteX7" fmla="*/ 151362 w 448462"/>
              <a:gd name="connsiteY7" fmla="*/ 390396 h 392491"/>
              <a:gd name="connsiteX8" fmla="*/ 150075 w 448462"/>
              <a:gd name="connsiteY8" fmla="*/ 388883 h 392491"/>
              <a:gd name="connsiteX9" fmla="*/ 149255 w 448462"/>
              <a:gd name="connsiteY9" fmla="*/ 387137 h 392491"/>
              <a:gd name="connsiteX10" fmla="*/ 149021 w 448462"/>
              <a:gd name="connsiteY10" fmla="*/ 385158 h 392491"/>
              <a:gd name="connsiteX11" fmla="*/ 441235 w 448462"/>
              <a:gd name="connsiteY11" fmla="*/ 0 h 392491"/>
              <a:gd name="connsiteX12" fmla="*/ 442983 w 448462"/>
              <a:gd name="connsiteY12" fmla="*/ 233 h 392491"/>
              <a:gd name="connsiteX13" fmla="*/ 444615 w 448462"/>
              <a:gd name="connsiteY13" fmla="*/ 816 h 392491"/>
              <a:gd name="connsiteX14" fmla="*/ 446131 w 448462"/>
              <a:gd name="connsiteY14" fmla="*/ 1866 h 392491"/>
              <a:gd name="connsiteX15" fmla="*/ 447530 w 448462"/>
              <a:gd name="connsiteY15" fmla="*/ 3615 h 392491"/>
              <a:gd name="connsiteX16" fmla="*/ 448346 w 448462"/>
              <a:gd name="connsiteY16" fmla="*/ 5714 h 392491"/>
              <a:gd name="connsiteX17" fmla="*/ 448462 w 448462"/>
              <a:gd name="connsiteY17" fmla="*/ 7696 h 392491"/>
              <a:gd name="connsiteX18" fmla="*/ 447879 w 448462"/>
              <a:gd name="connsiteY18" fmla="*/ 9911 h 392491"/>
              <a:gd name="connsiteX19" fmla="*/ 307990 w 448462"/>
              <a:gd name="connsiteY19" fmla="*/ 362641 h 392491"/>
              <a:gd name="connsiteX20" fmla="*/ 306708 w 448462"/>
              <a:gd name="connsiteY20" fmla="*/ 364973 h 392491"/>
              <a:gd name="connsiteX21" fmla="*/ 305076 w 448462"/>
              <a:gd name="connsiteY21" fmla="*/ 366955 h 392491"/>
              <a:gd name="connsiteX22" fmla="*/ 303094 w 448462"/>
              <a:gd name="connsiteY22" fmla="*/ 368588 h 392491"/>
              <a:gd name="connsiteX23" fmla="*/ 300646 w 448462"/>
              <a:gd name="connsiteY23" fmla="*/ 369870 h 392491"/>
              <a:gd name="connsiteX24" fmla="*/ 298314 w 448462"/>
              <a:gd name="connsiteY24" fmla="*/ 370570 h 392491"/>
              <a:gd name="connsiteX25" fmla="*/ 295983 w 448462"/>
              <a:gd name="connsiteY25" fmla="*/ 370803 h 392491"/>
              <a:gd name="connsiteX26" fmla="*/ 293068 w 448462"/>
              <a:gd name="connsiteY26" fmla="*/ 370453 h 392491"/>
              <a:gd name="connsiteX27" fmla="*/ 290387 w 448462"/>
              <a:gd name="connsiteY27" fmla="*/ 369404 h 392491"/>
              <a:gd name="connsiteX28" fmla="*/ 148982 w 448462"/>
              <a:gd name="connsiteY28" fmla="*/ 302123 h 392491"/>
              <a:gd name="connsiteX29" fmla="*/ 347858 w 448462"/>
              <a:gd name="connsiteY29" fmla="*/ 102379 h 392491"/>
              <a:gd name="connsiteX30" fmla="*/ 120771 w 448462"/>
              <a:gd name="connsiteY30" fmla="*/ 288830 h 392491"/>
              <a:gd name="connsiteX31" fmla="*/ 7344 w 448462"/>
              <a:gd name="connsiteY31" fmla="*/ 234842 h 392491"/>
              <a:gd name="connsiteX32" fmla="*/ 4896 w 448462"/>
              <a:gd name="connsiteY32" fmla="*/ 233209 h 392491"/>
              <a:gd name="connsiteX33" fmla="*/ 2798 w 448462"/>
              <a:gd name="connsiteY33" fmla="*/ 231227 h 392491"/>
              <a:gd name="connsiteX34" fmla="*/ 1282 w 448462"/>
              <a:gd name="connsiteY34" fmla="*/ 228895 h 392491"/>
              <a:gd name="connsiteX35" fmla="*/ 349 w 448462"/>
              <a:gd name="connsiteY35" fmla="*/ 226213 h 392491"/>
              <a:gd name="connsiteX36" fmla="*/ 0 w 448462"/>
              <a:gd name="connsiteY36" fmla="*/ 223298 h 392491"/>
              <a:gd name="connsiteX37" fmla="*/ 233 w 448462"/>
              <a:gd name="connsiteY37" fmla="*/ 220499 h 392491"/>
              <a:gd name="connsiteX38" fmla="*/ 1165 w 448462"/>
              <a:gd name="connsiteY38" fmla="*/ 217701 h 392491"/>
              <a:gd name="connsiteX39" fmla="*/ 2681 w 448462"/>
              <a:gd name="connsiteY39" fmla="*/ 215252 h 392491"/>
              <a:gd name="connsiteX40" fmla="*/ 4779 w 448462"/>
              <a:gd name="connsiteY40" fmla="*/ 213270 h 392491"/>
              <a:gd name="connsiteX41" fmla="*/ 7227 w 448462"/>
              <a:gd name="connsiteY41" fmla="*/ 211754 h 392491"/>
              <a:gd name="connsiteX42" fmla="*/ 437971 w 448462"/>
              <a:gd name="connsiteY42" fmla="*/ 583 h 392491"/>
              <a:gd name="connsiteX43" fmla="*/ 439603 w 448462"/>
              <a:gd name="connsiteY43" fmla="*/ 117 h 392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448462" h="392491">
                <a:moveTo>
                  <a:pt x="149021" y="328125"/>
                </a:moveTo>
                <a:lnTo>
                  <a:pt x="210588" y="357224"/>
                </a:lnTo>
                <a:lnTo>
                  <a:pt x="160375" y="391211"/>
                </a:lnTo>
                <a:lnTo>
                  <a:pt x="158502" y="392025"/>
                </a:lnTo>
                <a:lnTo>
                  <a:pt x="156629" y="392491"/>
                </a:lnTo>
                <a:lnTo>
                  <a:pt x="154757" y="392375"/>
                </a:lnTo>
                <a:lnTo>
                  <a:pt x="153001" y="391676"/>
                </a:lnTo>
                <a:lnTo>
                  <a:pt x="151362" y="390396"/>
                </a:lnTo>
                <a:lnTo>
                  <a:pt x="150075" y="388883"/>
                </a:lnTo>
                <a:lnTo>
                  <a:pt x="149255" y="387137"/>
                </a:lnTo>
                <a:lnTo>
                  <a:pt x="149021" y="385158"/>
                </a:lnTo>
                <a:close/>
                <a:moveTo>
                  <a:pt x="441235" y="0"/>
                </a:moveTo>
                <a:lnTo>
                  <a:pt x="442983" y="233"/>
                </a:lnTo>
                <a:lnTo>
                  <a:pt x="444615" y="816"/>
                </a:lnTo>
                <a:lnTo>
                  <a:pt x="446131" y="1866"/>
                </a:lnTo>
                <a:lnTo>
                  <a:pt x="447530" y="3615"/>
                </a:lnTo>
                <a:lnTo>
                  <a:pt x="448346" y="5714"/>
                </a:lnTo>
                <a:lnTo>
                  <a:pt x="448462" y="7696"/>
                </a:lnTo>
                <a:lnTo>
                  <a:pt x="447879" y="9911"/>
                </a:lnTo>
                <a:lnTo>
                  <a:pt x="307990" y="362641"/>
                </a:lnTo>
                <a:lnTo>
                  <a:pt x="306708" y="364973"/>
                </a:lnTo>
                <a:lnTo>
                  <a:pt x="305076" y="366955"/>
                </a:lnTo>
                <a:lnTo>
                  <a:pt x="303094" y="368588"/>
                </a:lnTo>
                <a:lnTo>
                  <a:pt x="300646" y="369870"/>
                </a:lnTo>
                <a:lnTo>
                  <a:pt x="298314" y="370570"/>
                </a:lnTo>
                <a:lnTo>
                  <a:pt x="295983" y="370803"/>
                </a:lnTo>
                <a:lnTo>
                  <a:pt x="293068" y="370453"/>
                </a:lnTo>
                <a:lnTo>
                  <a:pt x="290387" y="369404"/>
                </a:lnTo>
                <a:lnTo>
                  <a:pt x="148982" y="302123"/>
                </a:lnTo>
                <a:lnTo>
                  <a:pt x="347858" y="102379"/>
                </a:lnTo>
                <a:lnTo>
                  <a:pt x="120771" y="288830"/>
                </a:lnTo>
                <a:lnTo>
                  <a:pt x="7344" y="234842"/>
                </a:lnTo>
                <a:lnTo>
                  <a:pt x="4896" y="233209"/>
                </a:lnTo>
                <a:lnTo>
                  <a:pt x="2798" y="231227"/>
                </a:lnTo>
                <a:lnTo>
                  <a:pt x="1282" y="228895"/>
                </a:lnTo>
                <a:lnTo>
                  <a:pt x="349" y="226213"/>
                </a:lnTo>
                <a:lnTo>
                  <a:pt x="0" y="223298"/>
                </a:lnTo>
                <a:lnTo>
                  <a:pt x="233" y="220499"/>
                </a:lnTo>
                <a:lnTo>
                  <a:pt x="1165" y="217701"/>
                </a:lnTo>
                <a:lnTo>
                  <a:pt x="2681" y="215252"/>
                </a:lnTo>
                <a:lnTo>
                  <a:pt x="4779" y="213270"/>
                </a:lnTo>
                <a:lnTo>
                  <a:pt x="7227" y="211754"/>
                </a:lnTo>
                <a:lnTo>
                  <a:pt x="437971" y="583"/>
                </a:lnTo>
                <a:lnTo>
                  <a:pt x="439603" y="117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noAutofit/>
          </a:bodyPr>
          <a:lstStyle/>
          <a:p>
            <a:pPr lvl="0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25" name="Freeform 6"/>
          <p:cNvSpPr/>
          <p:nvPr/>
        </p:nvSpPr>
        <p:spPr>
          <a:xfrm rot="10800000" flipH="1" flipV="1">
            <a:off x="461886" y="3136838"/>
            <a:ext cx="172500" cy="152938"/>
          </a:xfrm>
          <a:custGeom>
            <a:avLst/>
            <a:gdLst>
              <a:gd name="T0" fmla="*/ 2689 w 3491"/>
              <a:gd name="T1" fmla="*/ 15 h 3097"/>
              <a:gd name="T2" fmla="*/ 2963 w 3491"/>
              <a:gd name="T3" fmla="*/ 108 h 3097"/>
              <a:gd name="T4" fmla="*/ 3204 w 3491"/>
              <a:gd name="T5" fmla="*/ 281 h 3097"/>
              <a:gd name="T6" fmla="*/ 3382 w 3491"/>
              <a:gd name="T7" fmla="*/ 518 h 3097"/>
              <a:gd name="T8" fmla="*/ 3475 w 3491"/>
              <a:gd name="T9" fmla="*/ 786 h 3097"/>
              <a:gd name="T10" fmla="*/ 3486 w 3491"/>
              <a:gd name="T11" fmla="*/ 1066 h 3097"/>
              <a:gd name="T12" fmla="*/ 3413 w 3491"/>
              <a:gd name="T13" fmla="*/ 1339 h 3097"/>
              <a:gd name="T14" fmla="*/ 3256 w 3491"/>
              <a:gd name="T15" fmla="*/ 1586 h 3097"/>
              <a:gd name="T16" fmla="*/ 1965 w 3491"/>
              <a:gd name="T17" fmla="*/ 2838 h 3097"/>
              <a:gd name="T18" fmla="*/ 1873 w 3491"/>
              <a:gd name="T19" fmla="*/ 2828 h 3097"/>
              <a:gd name="T20" fmla="*/ 1821 w 3491"/>
              <a:gd name="T21" fmla="*/ 2749 h 3097"/>
              <a:gd name="T22" fmla="*/ 1853 w 3491"/>
              <a:gd name="T23" fmla="*/ 2662 h 3097"/>
              <a:gd name="T24" fmla="*/ 3153 w 3491"/>
              <a:gd name="T25" fmla="*/ 1355 h 3097"/>
              <a:gd name="T26" fmla="*/ 3242 w 3491"/>
              <a:gd name="T27" fmla="*/ 1126 h 3097"/>
              <a:gd name="T28" fmla="*/ 3253 w 3491"/>
              <a:gd name="T29" fmla="*/ 885 h 3097"/>
              <a:gd name="T30" fmla="*/ 3183 w 3491"/>
              <a:gd name="T31" fmla="*/ 653 h 3097"/>
              <a:gd name="T32" fmla="*/ 3035 w 3491"/>
              <a:gd name="T33" fmla="*/ 448 h 3097"/>
              <a:gd name="T34" fmla="*/ 2825 w 3491"/>
              <a:gd name="T35" fmla="*/ 301 h 3097"/>
              <a:gd name="T36" fmla="*/ 2586 w 3491"/>
              <a:gd name="T37" fmla="*/ 234 h 3097"/>
              <a:gd name="T38" fmla="*/ 2340 w 3491"/>
              <a:gd name="T39" fmla="*/ 243 h 3097"/>
              <a:gd name="T40" fmla="*/ 2108 w 3491"/>
              <a:gd name="T41" fmla="*/ 331 h 3097"/>
              <a:gd name="T42" fmla="*/ 378 w 3491"/>
              <a:gd name="T43" fmla="*/ 1972 h 3097"/>
              <a:gd name="T44" fmla="*/ 258 w 3491"/>
              <a:gd name="T45" fmla="*/ 2149 h 3097"/>
              <a:gd name="T46" fmla="*/ 218 w 3491"/>
              <a:gd name="T47" fmla="*/ 2350 h 3097"/>
              <a:gd name="T48" fmla="*/ 258 w 3491"/>
              <a:gd name="T49" fmla="*/ 2551 h 3097"/>
              <a:gd name="T50" fmla="*/ 378 w 3491"/>
              <a:gd name="T51" fmla="*/ 2728 h 3097"/>
              <a:gd name="T52" fmla="*/ 558 w 3491"/>
              <a:gd name="T53" fmla="*/ 2846 h 3097"/>
              <a:gd name="T54" fmla="*/ 763 w 3491"/>
              <a:gd name="T55" fmla="*/ 2885 h 3097"/>
              <a:gd name="T56" fmla="*/ 968 w 3491"/>
              <a:gd name="T57" fmla="*/ 2846 h 3097"/>
              <a:gd name="T58" fmla="*/ 1149 w 3491"/>
              <a:gd name="T59" fmla="*/ 2728 h 3097"/>
              <a:gd name="T60" fmla="*/ 2809 w 3491"/>
              <a:gd name="T61" fmla="*/ 1091 h 3097"/>
              <a:gd name="T62" fmla="*/ 2837 w 3491"/>
              <a:gd name="T63" fmla="*/ 942 h 3097"/>
              <a:gd name="T64" fmla="*/ 2791 w 3491"/>
              <a:gd name="T65" fmla="*/ 797 h 3097"/>
              <a:gd name="T66" fmla="*/ 2677 w 3491"/>
              <a:gd name="T67" fmla="*/ 685 h 3097"/>
              <a:gd name="T68" fmla="*/ 2528 w 3491"/>
              <a:gd name="T69" fmla="*/ 641 h 3097"/>
              <a:gd name="T70" fmla="*/ 2377 w 3491"/>
              <a:gd name="T71" fmla="*/ 668 h 3097"/>
              <a:gd name="T72" fmla="*/ 1082 w 3491"/>
              <a:gd name="T73" fmla="*/ 1906 h 3097"/>
              <a:gd name="T74" fmla="*/ 992 w 3491"/>
              <a:gd name="T75" fmla="*/ 1937 h 3097"/>
              <a:gd name="T76" fmla="*/ 911 w 3491"/>
              <a:gd name="T77" fmla="*/ 1887 h 3097"/>
              <a:gd name="T78" fmla="*/ 900 w 3491"/>
              <a:gd name="T79" fmla="*/ 1796 h 3097"/>
              <a:gd name="T80" fmla="*/ 2165 w 3491"/>
              <a:gd name="T81" fmla="*/ 546 h 3097"/>
              <a:gd name="T82" fmla="*/ 2354 w 3491"/>
              <a:gd name="T83" fmla="*/ 449 h 3097"/>
              <a:gd name="T84" fmla="*/ 2562 w 3491"/>
              <a:gd name="T85" fmla="*/ 429 h 3097"/>
              <a:gd name="T86" fmla="*/ 2763 w 3491"/>
              <a:gd name="T87" fmla="*/ 488 h 3097"/>
              <a:gd name="T88" fmla="*/ 2932 w 3491"/>
              <a:gd name="T89" fmla="*/ 623 h 3097"/>
              <a:gd name="T90" fmla="*/ 3032 w 3491"/>
              <a:gd name="T91" fmla="*/ 809 h 3097"/>
              <a:gd name="T92" fmla="*/ 3053 w 3491"/>
              <a:gd name="T93" fmla="*/ 1012 h 3097"/>
              <a:gd name="T94" fmla="*/ 2993 w 3491"/>
              <a:gd name="T95" fmla="*/ 1209 h 3097"/>
              <a:gd name="T96" fmla="*/ 1303 w 3491"/>
              <a:gd name="T97" fmla="*/ 2879 h 3097"/>
              <a:gd name="T98" fmla="*/ 1094 w 3491"/>
              <a:gd name="T99" fmla="*/ 3025 h 3097"/>
              <a:gd name="T100" fmla="*/ 855 w 3491"/>
              <a:gd name="T101" fmla="*/ 3092 h 3097"/>
              <a:gd name="T102" fmla="*/ 609 w 3491"/>
              <a:gd name="T103" fmla="*/ 3083 h 3097"/>
              <a:gd name="T104" fmla="*/ 377 w 3491"/>
              <a:gd name="T105" fmla="*/ 2995 h 3097"/>
              <a:gd name="T106" fmla="*/ 178 w 3491"/>
              <a:gd name="T107" fmla="*/ 2832 h 3097"/>
              <a:gd name="T108" fmla="*/ 51 w 3491"/>
              <a:gd name="T109" fmla="*/ 2617 h 3097"/>
              <a:gd name="T110" fmla="*/ 0 w 3491"/>
              <a:gd name="T111" fmla="*/ 2381 h 3097"/>
              <a:gd name="T112" fmla="*/ 30 w 3491"/>
              <a:gd name="T113" fmla="*/ 2141 h 3097"/>
              <a:gd name="T114" fmla="*/ 139 w 3491"/>
              <a:gd name="T115" fmla="*/ 1920 h 3097"/>
              <a:gd name="T116" fmla="*/ 1872 w 3491"/>
              <a:gd name="T117" fmla="*/ 230 h 3097"/>
              <a:gd name="T118" fmla="*/ 2123 w 3491"/>
              <a:gd name="T119" fmla="*/ 76 h 3097"/>
              <a:gd name="T120" fmla="*/ 2402 w 3491"/>
              <a:gd name="T121" fmla="*/ 5 h 30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3491" h="3097">
                <a:moveTo>
                  <a:pt x="2474" y="0"/>
                </a:moveTo>
                <a:lnTo>
                  <a:pt x="2546" y="0"/>
                </a:lnTo>
                <a:lnTo>
                  <a:pt x="2618" y="5"/>
                </a:lnTo>
                <a:lnTo>
                  <a:pt x="2689" y="15"/>
                </a:lnTo>
                <a:lnTo>
                  <a:pt x="2758" y="31"/>
                </a:lnTo>
                <a:lnTo>
                  <a:pt x="2828" y="51"/>
                </a:lnTo>
                <a:lnTo>
                  <a:pt x="2896" y="76"/>
                </a:lnTo>
                <a:lnTo>
                  <a:pt x="2963" y="108"/>
                </a:lnTo>
                <a:lnTo>
                  <a:pt x="3026" y="143"/>
                </a:lnTo>
                <a:lnTo>
                  <a:pt x="3088" y="183"/>
                </a:lnTo>
                <a:lnTo>
                  <a:pt x="3147" y="230"/>
                </a:lnTo>
                <a:lnTo>
                  <a:pt x="3204" y="281"/>
                </a:lnTo>
                <a:lnTo>
                  <a:pt x="3256" y="336"/>
                </a:lnTo>
                <a:lnTo>
                  <a:pt x="3303" y="394"/>
                </a:lnTo>
                <a:lnTo>
                  <a:pt x="3345" y="455"/>
                </a:lnTo>
                <a:lnTo>
                  <a:pt x="3382" y="518"/>
                </a:lnTo>
                <a:lnTo>
                  <a:pt x="3413" y="582"/>
                </a:lnTo>
                <a:lnTo>
                  <a:pt x="3439" y="650"/>
                </a:lnTo>
                <a:lnTo>
                  <a:pt x="3460" y="717"/>
                </a:lnTo>
                <a:lnTo>
                  <a:pt x="3475" y="786"/>
                </a:lnTo>
                <a:lnTo>
                  <a:pt x="3486" y="856"/>
                </a:lnTo>
                <a:lnTo>
                  <a:pt x="3491" y="926"/>
                </a:lnTo>
                <a:lnTo>
                  <a:pt x="3491" y="996"/>
                </a:lnTo>
                <a:lnTo>
                  <a:pt x="3486" y="1066"/>
                </a:lnTo>
                <a:lnTo>
                  <a:pt x="3475" y="1136"/>
                </a:lnTo>
                <a:lnTo>
                  <a:pt x="3460" y="1205"/>
                </a:lnTo>
                <a:lnTo>
                  <a:pt x="3439" y="1273"/>
                </a:lnTo>
                <a:lnTo>
                  <a:pt x="3413" y="1339"/>
                </a:lnTo>
                <a:lnTo>
                  <a:pt x="3382" y="1404"/>
                </a:lnTo>
                <a:lnTo>
                  <a:pt x="3345" y="1467"/>
                </a:lnTo>
                <a:lnTo>
                  <a:pt x="3303" y="1528"/>
                </a:lnTo>
                <a:lnTo>
                  <a:pt x="3256" y="1586"/>
                </a:lnTo>
                <a:lnTo>
                  <a:pt x="3204" y="1641"/>
                </a:lnTo>
                <a:lnTo>
                  <a:pt x="2007" y="2813"/>
                </a:lnTo>
                <a:lnTo>
                  <a:pt x="1988" y="2828"/>
                </a:lnTo>
                <a:lnTo>
                  <a:pt x="1965" y="2838"/>
                </a:lnTo>
                <a:lnTo>
                  <a:pt x="1942" y="2844"/>
                </a:lnTo>
                <a:lnTo>
                  <a:pt x="1918" y="2844"/>
                </a:lnTo>
                <a:lnTo>
                  <a:pt x="1894" y="2838"/>
                </a:lnTo>
                <a:lnTo>
                  <a:pt x="1873" y="2828"/>
                </a:lnTo>
                <a:lnTo>
                  <a:pt x="1853" y="2813"/>
                </a:lnTo>
                <a:lnTo>
                  <a:pt x="1837" y="2793"/>
                </a:lnTo>
                <a:lnTo>
                  <a:pt x="1827" y="2772"/>
                </a:lnTo>
                <a:lnTo>
                  <a:pt x="1821" y="2749"/>
                </a:lnTo>
                <a:lnTo>
                  <a:pt x="1821" y="2726"/>
                </a:lnTo>
                <a:lnTo>
                  <a:pt x="1827" y="2703"/>
                </a:lnTo>
                <a:lnTo>
                  <a:pt x="1837" y="2681"/>
                </a:lnTo>
                <a:lnTo>
                  <a:pt x="1853" y="2662"/>
                </a:lnTo>
                <a:lnTo>
                  <a:pt x="3035" y="1505"/>
                </a:lnTo>
                <a:lnTo>
                  <a:pt x="3079" y="1458"/>
                </a:lnTo>
                <a:lnTo>
                  <a:pt x="3118" y="1407"/>
                </a:lnTo>
                <a:lnTo>
                  <a:pt x="3153" y="1355"/>
                </a:lnTo>
                <a:lnTo>
                  <a:pt x="3183" y="1300"/>
                </a:lnTo>
                <a:lnTo>
                  <a:pt x="3208" y="1243"/>
                </a:lnTo>
                <a:lnTo>
                  <a:pt x="3228" y="1185"/>
                </a:lnTo>
                <a:lnTo>
                  <a:pt x="3242" y="1126"/>
                </a:lnTo>
                <a:lnTo>
                  <a:pt x="3253" y="1066"/>
                </a:lnTo>
                <a:lnTo>
                  <a:pt x="3257" y="1006"/>
                </a:lnTo>
                <a:lnTo>
                  <a:pt x="3257" y="946"/>
                </a:lnTo>
                <a:lnTo>
                  <a:pt x="3253" y="885"/>
                </a:lnTo>
                <a:lnTo>
                  <a:pt x="3242" y="826"/>
                </a:lnTo>
                <a:lnTo>
                  <a:pt x="3228" y="766"/>
                </a:lnTo>
                <a:lnTo>
                  <a:pt x="3208" y="709"/>
                </a:lnTo>
                <a:lnTo>
                  <a:pt x="3183" y="653"/>
                </a:lnTo>
                <a:lnTo>
                  <a:pt x="3153" y="598"/>
                </a:lnTo>
                <a:lnTo>
                  <a:pt x="3118" y="545"/>
                </a:lnTo>
                <a:lnTo>
                  <a:pt x="3079" y="495"/>
                </a:lnTo>
                <a:lnTo>
                  <a:pt x="3035" y="448"/>
                </a:lnTo>
                <a:lnTo>
                  <a:pt x="2985" y="403"/>
                </a:lnTo>
                <a:lnTo>
                  <a:pt x="2935" y="364"/>
                </a:lnTo>
                <a:lnTo>
                  <a:pt x="2881" y="331"/>
                </a:lnTo>
                <a:lnTo>
                  <a:pt x="2825" y="301"/>
                </a:lnTo>
                <a:lnTo>
                  <a:pt x="2767" y="277"/>
                </a:lnTo>
                <a:lnTo>
                  <a:pt x="2708" y="258"/>
                </a:lnTo>
                <a:lnTo>
                  <a:pt x="2648" y="243"/>
                </a:lnTo>
                <a:lnTo>
                  <a:pt x="2586" y="234"/>
                </a:lnTo>
                <a:lnTo>
                  <a:pt x="2525" y="229"/>
                </a:lnTo>
                <a:lnTo>
                  <a:pt x="2464" y="229"/>
                </a:lnTo>
                <a:lnTo>
                  <a:pt x="2402" y="234"/>
                </a:lnTo>
                <a:lnTo>
                  <a:pt x="2340" y="243"/>
                </a:lnTo>
                <a:lnTo>
                  <a:pt x="2280" y="258"/>
                </a:lnTo>
                <a:lnTo>
                  <a:pt x="2221" y="277"/>
                </a:lnTo>
                <a:lnTo>
                  <a:pt x="2164" y="301"/>
                </a:lnTo>
                <a:lnTo>
                  <a:pt x="2108" y="331"/>
                </a:lnTo>
                <a:lnTo>
                  <a:pt x="2055" y="364"/>
                </a:lnTo>
                <a:lnTo>
                  <a:pt x="2003" y="403"/>
                </a:lnTo>
                <a:lnTo>
                  <a:pt x="1955" y="448"/>
                </a:lnTo>
                <a:lnTo>
                  <a:pt x="378" y="1972"/>
                </a:lnTo>
                <a:lnTo>
                  <a:pt x="341" y="2013"/>
                </a:lnTo>
                <a:lnTo>
                  <a:pt x="307" y="2057"/>
                </a:lnTo>
                <a:lnTo>
                  <a:pt x="280" y="2102"/>
                </a:lnTo>
                <a:lnTo>
                  <a:pt x="258" y="2149"/>
                </a:lnTo>
                <a:lnTo>
                  <a:pt x="241" y="2199"/>
                </a:lnTo>
                <a:lnTo>
                  <a:pt x="228" y="2248"/>
                </a:lnTo>
                <a:lnTo>
                  <a:pt x="220" y="2299"/>
                </a:lnTo>
                <a:lnTo>
                  <a:pt x="218" y="2350"/>
                </a:lnTo>
                <a:lnTo>
                  <a:pt x="220" y="2402"/>
                </a:lnTo>
                <a:lnTo>
                  <a:pt x="228" y="2452"/>
                </a:lnTo>
                <a:lnTo>
                  <a:pt x="241" y="2503"/>
                </a:lnTo>
                <a:lnTo>
                  <a:pt x="258" y="2551"/>
                </a:lnTo>
                <a:lnTo>
                  <a:pt x="280" y="2599"/>
                </a:lnTo>
                <a:lnTo>
                  <a:pt x="307" y="2644"/>
                </a:lnTo>
                <a:lnTo>
                  <a:pt x="341" y="2687"/>
                </a:lnTo>
                <a:lnTo>
                  <a:pt x="378" y="2728"/>
                </a:lnTo>
                <a:lnTo>
                  <a:pt x="419" y="2765"/>
                </a:lnTo>
                <a:lnTo>
                  <a:pt x="463" y="2796"/>
                </a:lnTo>
                <a:lnTo>
                  <a:pt x="509" y="2824"/>
                </a:lnTo>
                <a:lnTo>
                  <a:pt x="558" y="2846"/>
                </a:lnTo>
                <a:lnTo>
                  <a:pt x="608" y="2863"/>
                </a:lnTo>
                <a:lnTo>
                  <a:pt x="660" y="2874"/>
                </a:lnTo>
                <a:lnTo>
                  <a:pt x="711" y="2882"/>
                </a:lnTo>
                <a:lnTo>
                  <a:pt x="763" y="2885"/>
                </a:lnTo>
                <a:lnTo>
                  <a:pt x="816" y="2882"/>
                </a:lnTo>
                <a:lnTo>
                  <a:pt x="867" y="2874"/>
                </a:lnTo>
                <a:lnTo>
                  <a:pt x="919" y="2863"/>
                </a:lnTo>
                <a:lnTo>
                  <a:pt x="968" y="2846"/>
                </a:lnTo>
                <a:lnTo>
                  <a:pt x="1018" y="2824"/>
                </a:lnTo>
                <a:lnTo>
                  <a:pt x="1064" y="2796"/>
                </a:lnTo>
                <a:lnTo>
                  <a:pt x="1108" y="2765"/>
                </a:lnTo>
                <a:lnTo>
                  <a:pt x="1149" y="2728"/>
                </a:lnTo>
                <a:lnTo>
                  <a:pt x="2741" y="1187"/>
                </a:lnTo>
                <a:lnTo>
                  <a:pt x="2768" y="1158"/>
                </a:lnTo>
                <a:lnTo>
                  <a:pt x="2791" y="1125"/>
                </a:lnTo>
                <a:lnTo>
                  <a:pt x="2809" y="1091"/>
                </a:lnTo>
                <a:lnTo>
                  <a:pt x="2823" y="1055"/>
                </a:lnTo>
                <a:lnTo>
                  <a:pt x="2831" y="1018"/>
                </a:lnTo>
                <a:lnTo>
                  <a:pt x="2837" y="980"/>
                </a:lnTo>
                <a:lnTo>
                  <a:pt x="2837" y="942"/>
                </a:lnTo>
                <a:lnTo>
                  <a:pt x="2831" y="904"/>
                </a:lnTo>
                <a:lnTo>
                  <a:pt x="2823" y="867"/>
                </a:lnTo>
                <a:lnTo>
                  <a:pt x="2809" y="832"/>
                </a:lnTo>
                <a:lnTo>
                  <a:pt x="2791" y="797"/>
                </a:lnTo>
                <a:lnTo>
                  <a:pt x="2768" y="764"/>
                </a:lnTo>
                <a:lnTo>
                  <a:pt x="2741" y="734"/>
                </a:lnTo>
                <a:lnTo>
                  <a:pt x="2710" y="707"/>
                </a:lnTo>
                <a:lnTo>
                  <a:pt x="2677" y="685"/>
                </a:lnTo>
                <a:lnTo>
                  <a:pt x="2642" y="668"/>
                </a:lnTo>
                <a:lnTo>
                  <a:pt x="2605" y="654"/>
                </a:lnTo>
                <a:lnTo>
                  <a:pt x="2567" y="645"/>
                </a:lnTo>
                <a:lnTo>
                  <a:pt x="2528" y="641"/>
                </a:lnTo>
                <a:lnTo>
                  <a:pt x="2490" y="641"/>
                </a:lnTo>
                <a:lnTo>
                  <a:pt x="2452" y="645"/>
                </a:lnTo>
                <a:lnTo>
                  <a:pt x="2415" y="654"/>
                </a:lnTo>
                <a:lnTo>
                  <a:pt x="2377" y="668"/>
                </a:lnTo>
                <a:lnTo>
                  <a:pt x="2343" y="685"/>
                </a:lnTo>
                <a:lnTo>
                  <a:pt x="2309" y="707"/>
                </a:lnTo>
                <a:lnTo>
                  <a:pt x="2278" y="734"/>
                </a:lnTo>
                <a:lnTo>
                  <a:pt x="1082" y="1906"/>
                </a:lnTo>
                <a:lnTo>
                  <a:pt x="1062" y="1922"/>
                </a:lnTo>
                <a:lnTo>
                  <a:pt x="1040" y="1931"/>
                </a:lnTo>
                <a:lnTo>
                  <a:pt x="1017" y="1937"/>
                </a:lnTo>
                <a:lnTo>
                  <a:pt x="992" y="1937"/>
                </a:lnTo>
                <a:lnTo>
                  <a:pt x="969" y="1931"/>
                </a:lnTo>
                <a:lnTo>
                  <a:pt x="947" y="1922"/>
                </a:lnTo>
                <a:lnTo>
                  <a:pt x="927" y="1906"/>
                </a:lnTo>
                <a:lnTo>
                  <a:pt x="911" y="1887"/>
                </a:lnTo>
                <a:lnTo>
                  <a:pt x="900" y="1865"/>
                </a:lnTo>
                <a:lnTo>
                  <a:pt x="896" y="1842"/>
                </a:lnTo>
                <a:lnTo>
                  <a:pt x="896" y="1819"/>
                </a:lnTo>
                <a:lnTo>
                  <a:pt x="900" y="1796"/>
                </a:lnTo>
                <a:lnTo>
                  <a:pt x="911" y="1775"/>
                </a:lnTo>
                <a:lnTo>
                  <a:pt x="927" y="1755"/>
                </a:lnTo>
                <a:lnTo>
                  <a:pt x="2123" y="583"/>
                </a:lnTo>
                <a:lnTo>
                  <a:pt x="2165" y="546"/>
                </a:lnTo>
                <a:lnTo>
                  <a:pt x="2209" y="515"/>
                </a:lnTo>
                <a:lnTo>
                  <a:pt x="2255" y="488"/>
                </a:lnTo>
                <a:lnTo>
                  <a:pt x="2304" y="465"/>
                </a:lnTo>
                <a:lnTo>
                  <a:pt x="2354" y="449"/>
                </a:lnTo>
                <a:lnTo>
                  <a:pt x="2405" y="436"/>
                </a:lnTo>
                <a:lnTo>
                  <a:pt x="2457" y="429"/>
                </a:lnTo>
                <a:lnTo>
                  <a:pt x="2509" y="427"/>
                </a:lnTo>
                <a:lnTo>
                  <a:pt x="2562" y="429"/>
                </a:lnTo>
                <a:lnTo>
                  <a:pt x="2613" y="436"/>
                </a:lnTo>
                <a:lnTo>
                  <a:pt x="2665" y="449"/>
                </a:lnTo>
                <a:lnTo>
                  <a:pt x="2714" y="465"/>
                </a:lnTo>
                <a:lnTo>
                  <a:pt x="2763" y="488"/>
                </a:lnTo>
                <a:lnTo>
                  <a:pt x="2810" y="515"/>
                </a:lnTo>
                <a:lnTo>
                  <a:pt x="2854" y="546"/>
                </a:lnTo>
                <a:lnTo>
                  <a:pt x="2895" y="583"/>
                </a:lnTo>
                <a:lnTo>
                  <a:pt x="2932" y="623"/>
                </a:lnTo>
                <a:lnTo>
                  <a:pt x="2965" y="666"/>
                </a:lnTo>
                <a:lnTo>
                  <a:pt x="2993" y="713"/>
                </a:lnTo>
                <a:lnTo>
                  <a:pt x="3015" y="760"/>
                </a:lnTo>
                <a:lnTo>
                  <a:pt x="3032" y="809"/>
                </a:lnTo>
                <a:lnTo>
                  <a:pt x="3045" y="859"/>
                </a:lnTo>
                <a:lnTo>
                  <a:pt x="3053" y="910"/>
                </a:lnTo>
                <a:lnTo>
                  <a:pt x="3055" y="961"/>
                </a:lnTo>
                <a:lnTo>
                  <a:pt x="3053" y="1012"/>
                </a:lnTo>
                <a:lnTo>
                  <a:pt x="3045" y="1063"/>
                </a:lnTo>
                <a:lnTo>
                  <a:pt x="3032" y="1113"/>
                </a:lnTo>
                <a:lnTo>
                  <a:pt x="3015" y="1162"/>
                </a:lnTo>
                <a:lnTo>
                  <a:pt x="2993" y="1209"/>
                </a:lnTo>
                <a:lnTo>
                  <a:pt x="2965" y="1255"/>
                </a:lnTo>
                <a:lnTo>
                  <a:pt x="2932" y="1298"/>
                </a:lnTo>
                <a:lnTo>
                  <a:pt x="2895" y="1339"/>
                </a:lnTo>
                <a:lnTo>
                  <a:pt x="1303" y="2879"/>
                </a:lnTo>
                <a:lnTo>
                  <a:pt x="1255" y="2923"/>
                </a:lnTo>
                <a:lnTo>
                  <a:pt x="1203" y="2962"/>
                </a:lnTo>
                <a:lnTo>
                  <a:pt x="1150" y="2995"/>
                </a:lnTo>
                <a:lnTo>
                  <a:pt x="1094" y="3025"/>
                </a:lnTo>
                <a:lnTo>
                  <a:pt x="1036" y="3049"/>
                </a:lnTo>
                <a:lnTo>
                  <a:pt x="977" y="3068"/>
                </a:lnTo>
                <a:lnTo>
                  <a:pt x="917" y="3083"/>
                </a:lnTo>
                <a:lnTo>
                  <a:pt x="855" y="3092"/>
                </a:lnTo>
                <a:lnTo>
                  <a:pt x="794" y="3097"/>
                </a:lnTo>
                <a:lnTo>
                  <a:pt x="733" y="3097"/>
                </a:lnTo>
                <a:lnTo>
                  <a:pt x="671" y="3092"/>
                </a:lnTo>
                <a:lnTo>
                  <a:pt x="609" y="3083"/>
                </a:lnTo>
                <a:lnTo>
                  <a:pt x="549" y="3068"/>
                </a:lnTo>
                <a:lnTo>
                  <a:pt x="490" y="3049"/>
                </a:lnTo>
                <a:lnTo>
                  <a:pt x="433" y="3025"/>
                </a:lnTo>
                <a:lnTo>
                  <a:pt x="377" y="2995"/>
                </a:lnTo>
                <a:lnTo>
                  <a:pt x="323" y="2962"/>
                </a:lnTo>
                <a:lnTo>
                  <a:pt x="272" y="2923"/>
                </a:lnTo>
                <a:lnTo>
                  <a:pt x="224" y="2879"/>
                </a:lnTo>
                <a:lnTo>
                  <a:pt x="178" y="2832"/>
                </a:lnTo>
                <a:lnTo>
                  <a:pt x="139" y="2782"/>
                </a:lnTo>
                <a:lnTo>
                  <a:pt x="104" y="2729"/>
                </a:lnTo>
                <a:lnTo>
                  <a:pt x="75" y="2674"/>
                </a:lnTo>
                <a:lnTo>
                  <a:pt x="51" y="2617"/>
                </a:lnTo>
                <a:lnTo>
                  <a:pt x="30" y="2560"/>
                </a:lnTo>
                <a:lnTo>
                  <a:pt x="15" y="2501"/>
                </a:lnTo>
                <a:lnTo>
                  <a:pt x="5" y="2441"/>
                </a:lnTo>
                <a:lnTo>
                  <a:pt x="0" y="2381"/>
                </a:lnTo>
                <a:lnTo>
                  <a:pt x="0" y="2321"/>
                </a:lnTo>
                <a:lnTo>
                  <a:pt x="5" y="2260"/>
                </a:lnTo>
                <a:lnTo>
                  <a:pt x="15" y="2200"/>
                </a:lnTo>
                <a:lnTo>
                  <a:pt x="30" y="2141"/>
                </a:lnTo>
                <a:lnTo>
                  <a:pt x="51" y="2083"/>
                </a:lnTo>
                <a:lnTo>
                  <a:pt x="75" y="2027"/>
                </a:lnTo>
                <a:lnTo>
                  <a:pt x="104" y="1972"/>
                </a:lnTo>
                <a:lnTo>
                  <a:pt x="139" y="1920"/>
                </a:lnTo>
                <a:lnTo>
                  <a:pt x="178" y="1869"/>
                </a:lnTo>
                <a:lnTo>
                  <a:pt x="224" y="1822"/>
                </a:lnTo>
                <a:lnTo>
                  <a:pt x="1815" y="281"/>
                </a:lnTo>
                <a:lnTo>
                  <a:pt x="1872" y="230"/>
                </a:lnTo>
                <a:lnTo>
                  <a:pt x="1931" y="183"/>
                </a:lnTo>
                <a:lnTo>
                  <a:pt x="1992" y="143"/>
                </a:lnTo>
                <a:lnTo>
                  <a:pt x="2057" y="108"/>
                </a:lnTo>
                <a:lnTo>
                  <a:pt x="2123" y="76"/>
                </a:lnTo>
                <a:lnTo>
                  <a:pt x="2191" y="51"/>
                </a:lnTo>
                <a:lnTo>
                  <a:pt x="2261" y="31"/>
                </a:lnTo>
                <a:lnTo>
                  <a:pt x="2331" y="15"/>
                </a:lnTo>
                <a:lnTo>
                  <a:pt x="2402" y="5"/>
                </a:lnTo>
                <a:lnTo>
                  <a:pt x="2474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lvl="0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27" name="그룹 26"/>
          <p:cNvGrpSpPr/>
          <p:nvPr/>
        </p:nvGrpSpPr>
        <p:grpSpPr>
          <a:xfrm>
            <a:off x="393568" y="656552"/>
            <a:ext cx="323769" cy="323769"/>
            <a:chOff x="1593332" y="2172798"/>
            <a:chExt cx="1083168" cy="1083168"/>
          </a:xfrm>
        </p:grpSpPr>
        <p:sp>
          <p:nvSpPr>
            <p:cNvPr id="28" name="타원 27"/>
            <p:cNvSpPr/>
            <p:nvPr/>
          </p:nvSpPr>
          <p:spPr>
            <a:xfrm>
              <a:off x="1593332" y="2172798"/>
              <a:ext cx="1083168" cy="1083168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b="1">
                <a:solidFill>
                  <a:prstClr val="white"/>
                </a:solidFill>
              </a:endParaRPr>
            </a:p>
          </p:txBody>
        </p:sp>
        <p:pic>
          <p:nvPicPr>
            <p:cNvPr id="29" name="그림 28"/>
            <p:cNvPicPr>
              <a:picLocks noChangeAspect="1"/>
            </p:cNvPicPr>
            <p:nvPr/>
          </p:nvPicPr>
          <p:blipFill rotWithShape="1">
            <a:blip r:embed="rId2"/>
            <a:stretch>
              <a:fillRect/>
            </a:stretch>
          </p:blipFill>
          <p:spPr>
            <a:xfrm>
              <a:off x="1741655" y="2321121"/>
              <a:ext cx="786521" cy="786521"/>
            </a:xfrm>
            <a:prstGeom prst="rect">
              <a:avLst/>
            </a:prstGeom>
          </p:spPr>
        </p:pic>
      </p:grpSp>
      <p:sp>
        <p:nvSpPr>
          <p:cNvPr id="32" name="모서리가 둥근 직사각형 31"/>
          <p:cNvSpPr/>
          <p:nvPr/>
        </p:nvSpPr>
        <p:spPr>
          <a:xfrm>
            <a:off x="350136" y="1719059"/>
            <a:ext cx="396000" cy="396000"/>
          </a:xfrm>
          <a:prstGeom prst="roundRect">
            <a:avLst>
              <a:gd name="adj" fmla="val 16667"/>
            </a:avLst>
          </a:prstGeom>
          <a:solidFill>
            <a:srgbClr val="00D6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" anchor="ctr"/>
          <a:lstStyle/>
          <a:p>
            <a:pPr lvl="0">
              <a:defRPr/>
            </a:pPr>
            <a:endParaRPr lang="en-US" altLang="ko-KR" sz="1050">
              <a:solidFill>
                <a:prstClr val="white"/>
              </a:solidFill>
            </a:endParaRPr>
          </a:p>
        </p:txBody>
      </p:sp>
      <p:grpSp>
        <p:nvGrpSpPr>
          <p:cNvPr id="20" name="Group 12"/>
          <p:cNvGrpSpPr>
            <a:grpSpLocks noChangeAspect="1"/>
          </p:cNvGrpSpPr>
          <p:nvPr/>
        </p:nvGrpSpPr>
        <p:grpSpPr>
          <a:xfrm>
            <a:off x="433464" y="1832474"/>
            <a:ext cx="229344" cy="182438"/>
            <a:chOff x="6124" y="305"/>
            <a:chExt cx="841" cy="669"/>
          </a:xfrm>
          <a:solidFill>
            <a:schemeClr val="bg1"/>
          </a:solidFill>
        </p:grpSpPr>
        <p:sp>
          <p:nvSpPr>
            <p:cNvPr id="21" name="Freeform 13"/>
            <p:cNvSpPr/>
            <p:nvPr/>
          </p:nvSpPr>
          <p:spPr>
            <a:xfrm>
              <a:off x="6244" y="440"/>
              <a:ext cx="601" cy="534"/>
            </a:xfrm>
            <a:custGeom>
              <a:avLst/>
              <a:gdLst>
                <a:gd name="T0" fmla="*/ 902 w 1802"/>
                <a:gd name="T1" fmla="*/ 0 h 1602"/>
                <a:gd name="T2" fmla="*/ 2 w 1802"/>
                <a:gd name="T3" fmla="*/ 742 h 1602"/>
                <a:gd name="T4" fmla="*/ 2 w 1802"/>
                <a:gd name="T5" fmla="*/ 743 h 1602"/>
                <a:gd name="T6" fmla="*/ 2 w 1802"/>
                <a:gd name="T7" fmla="*/ 746 h 1602"/>
                <a:gd name="T8" fmla="*/ 0 w 1802"/>
                <a:gd name="T9" fmla="*/ 749 h 1602"/>
                <a:gd name="T10" fmla="*/ 0 w 1802"/>
                <a:gd name="T11" fmla="*/ 751 h 1602"/>
                <a:gd name="T12" fmla="*/ 0 w 1802"/>
                <a:gd name="T13" fmla="*/ 1501 h 1602"/>
                <a:gd name="T14" fmla="*/ 2 w 1802"/>
                <a:gd name="T15" fmla="*/ 1521 h 1602"/>
                <a:gd name="T16" fmla="*/ 16 w 1802"/>
                <a:gd name="T17" fmla="*/ 1557 h 1602"/>
                <a:gd name="T18" fmla="*/ 30 w 1802"/>
                <a:gd name="T19" fmla="*/ 1572 h 1602"/>
                <a:gd name="T20" fmla="*/ 45 w 1802"/>
                <a:gd name="T21" fmla="*/ 1586 h 1602"/>
                <a:gd name="T22" fmla="*/ 81 w 1802"/>
                <a:gd name="T23" fmla="*/ 1601 h 1602"/>
                <a:gd name="T24" fmla="*/ 100 w 1802"/>
                <a:gd name="T25" fmla="*/ 1602 h 1602"/>
                <a:gd name="T26" fmla="*/ 702 w 1802"/>
                <a:gd name="T27" fmla="*/ 1602 h 1602"/>
                <a:gd name="T28" fmla="*/ 702 w 1802"/>
                <a:gd name="T29" fmla="*/ 1001 h 1602"/>
                <a:gd name="T30" fmla="*/ 1102 w 1802"/>
                <a:gd name="T31" fmla="*/ 1001 h 1602"/>
                <a:gd name="T32" fmla="*/ 1102 w 1802"/>
                <a:gd name="T33" fmla="*/ 1602 h 1602"/>
                <a:gd name="T34" fmla="*/ 1703 w 1802"/>
                <a:gd name="T35" fmla="*/ 1602 h 1602"/>
                <a:gd name="T36" fmla="*/ 1723 w 1802"/>
                <a:gd name="T37" fmla="*/ 1601 h 1602"/>
                <a:gd name="T38" fmla="*/ 1758 w 1802"/>
                <a:gd name="T39" fmla="*/ 1586 h 1602"/>
                <a:gd name="T40" fmla="*/ 1773 w 1802"/>
                <a:gd name="T41" fmla="*/ 1572 h 1602"/>
                <a:gd name="T42" fmla="*/ 1786 w 1802"/>
                <a:gd name="T43" fmla="*/ 1557 h 1602"/>
                <a:gd name="T44" fmla="*/ 1802 w 1802"/>
                <a:gd name="T45" fmla="*/ 1521 h 1602"/>
                <a:gd name="T46" fmla="*/ 1802 w 1802"/>
                <a:gd name="T47" fmla="*/ 1501 h 1602"/>
                <a:gd name="T48" fmla="*/ 1802 w 1802"/>
                <a:gd name="T49" fmla="*/ 751 h 1602"/>
                <a:gd name="T50" fmla="*/ 1802 w 1802"/>
                <a:gd name="T51" fmla="*/ 745 h 1602"/>
                <a:gd name="T52" fmla="*/ 1801 w 1802"/>
                <a:gd name="T53" fmla="*/ 742 h 1602"/>
                <a:gd name="T54" fmla="*/ 902 w 1802"/>
                <a:gd name="T55" fmla="*/ 0 h 1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802" h="1602">
                  <a:moveTo>
                    <a:pt x="902" y="0"/>
                  </a:moveTo>
                  <a:lnTo>
                    <a:pt x="2" y="742"/>
                  </a:lnTo>
                  <a:lnTo>
                    <a:pt x="2" y="743"/>
                  </a:lnTo>
                  <a:lnTo>
                    <a:pt x="2" y="746"/>
                  </a:lnTo>
                  <a:lnTo>
                    <a:pt x="0" y="749"/>
                  </a:lnTo>
                  <a:lnTo>
                    <a:pt x="0" y="751"/>
                  </a:lnTo>
                  <a:lnTo>
                    <a:pt x="0" y="1501"/>
                  </a:lnTo>
                  <a:lnTo>
                    <a:pt x="2" y="1521"/>
                  </a:lnTo>
                  <a:lnTo>
                    <a:pt x="16" y="1557"/>
                  </a:lnTo>
                  <a:lnTo>
                    <a:pt x="30" y="1572"/>
                  </a:lnTo>
                  <a:lnTo>
                    <a:pt x="45" y="1586"/>
                  </a:lnTo>
                  <a:lnTo>
                    <a:pt x="81" y="1601"/>
                  </a:lnTo>
                  <a:lnTo>
                    <a:pt x="100" y="1602"/>
                  </a:lnTo>
                  <a:lnTo>
                    <a:pt x="702" y="1602"/>
                  </a:lnTo>
                  <a:lnTo>
                    <a:pt x="702" y="1001"/>
                  </a:lnTo>
                  <a:lnTo>
                    <a:pt x="1102" y="1001"/>
                  </a:lnTo>
                  <a:lnTo>
                    <a:pt x="1102" y="1602"/>
                  </a:lnTo>
                  <a:lnTo>
                    <a:pt x="1703" y="1602"/>
                  </a:lnTo>
                  <a:lnTo>
                    <a:pt x="1723" y="1601"/>
                  </a:lnTo>
                  <a:lnTo>
                    <a:pt x="1758" y="1586"/>
                  </a:lnTo>
                  <a:lnTo>
                    <a:pt x="1773" y="1572"/>
                  </a:lnTo>
                  <a:lnTo>
                    <a:pt x="1786" y="1557"/>
                  </a:lnTo>
                  <a:lnTo>
                    <a:pt x="1802" y="1521"/>
                  </a:lnTo>
                  <a:lnTo>
                    <a:pt x="1802" y="1501"/>
                  </a:lnTo>
                  <a:lnTo>
                    <a:pt x="1802" y="751"/>
                  </a:lnTo>
                  <a:lnTo>
                    <a:pt x="1802" y="745"/>
                  </a:lnTo>
                  <a:lnTo>
                    <a:pt x="1801" y="742"/>
                  </a:lnTo>
                  <a:lnTo>
                    <a:pt x="90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anchor="t" anchorCtr="0">
              <a:prstTxWarp prst="textNoShape">
                <a:avLst/>
              </a:prstTxWarp>
            </a:bodyPr>
            <a:lstStyle/>
            <a:p>
              <a:pPr lvl="0"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22" name="Freeform 14"/>
            <p:cNvSpPr/>
            <p:nvPr/>
          </p:nvSpPr>
          <p:spPr>
            <a:xfrm>
              <a:off x="6124" y="305"/>
              <a:ext cx="841" cy="394"/>
            </a:xfrm>
            <a:custGeom>
              <a:avLst/>
              <a:gdLst>
                <a:gd name="T0" fmla="*/ 2505 w 2522"/>
                <a:gd name="T1" fmla="*/ 978 h 1181"/>
                <a:gd name="T2" fmla="*/ 2162 w 2522"/>
                <a:gd name="T3" fmla="*/ 694 h 1181"/>
                <a:gd name="T4" fmla="*/ 2162 w 2522"/>
                <a:gd name="T5" fmla="*/ 54 h 1181"/>
                <a:gd name="T6" fmla="*/ 2162 w 2522"/>
                <a:gd name="T7" fmla="*/ 44 h 1181"/>
                <a:gd name="T8" fmla="*/ 2155 w 2522"/>
                <a:gd name="T9" fmla="*/ 26 h 1181"/>
                <a:gd name="T10" fmla="*/ 2149 w 2522"/>
                <a:gd name="T11" fmla="*/ 18 h 1181"/>
                <a:gd name="T12" fmla="*/ 2141 w 2522"/>
                <a:gd name="T13" fmla="*/ 13 h 1181"/>
                <a:gd name="T14" fmla="*/ 2123 w 2522"/>
                <a:gd name="T15" fmla="*/ 5 h 1181"/>
                <a:gd name="T16" fmla="*/ 2113 w 2522"/>
                <a:gd name="T17" fmla="*/ 5 h 1181"/>
                <a:gd name="T18" fmla="*/ 1812 w 2522"/>
                <a:gd name="T19" fmla="*/ 5 h 1181"/>
                <a:gd name="T20" fmla="*/ 1802 w 2522"/>
                <a:gd name="T21" fmla="*/ 5 h 1181"/>
                <a:gd name="T22" fmla="*/ 1783 w 2522"/>
                <a:gd name="T23" fmla="*/ 13 h 1181"/>
                <a:gd name="T24" fmla="*/ 1776 w 2522"/>
                <a:gd name="T25" fmla="*/ 18 h 1181"/>
                <a:gd name="T26" fmla="*/ 1770 w 2522"/>
                <a:gd name="T27" fmla="*/ 26 h 1181"/>
                <a:gd name="T28" fmla="*/ 1763 w 2522"/>
                <a:gd name="T29" fmla="*/ 44 h 1181"/>
                <a:gd name="T30" fmla="*/ 1762 w 2522"/>
                <a:gd name="T31" fmla="*/ 54 h 1181"/>
                <a:gd name="T32" fmla="*/ 1762 w 2522"/>
                <a:gd name="T33" fmla="*/ 360 h 1181"/>
                <a:gd name="T34" fmla="*/ 1380 w 2522"/>
                <a:gd name="T35" fmla="*/ 41 h 1181"/>
                <a:gd name="T36" fmla="*/ 1354 w 2522"/>
                <a:gd name="T37" fmla="*/ 23 h 1181"/>
                <a:gd name="T38" fmla="*/ 1295 w 2522"/>
                <a:gd name="T39" fmla="*/ 1 h 1181"/>
                <a:gd name="T40" fmla="*/ 1262 w 2522"/>
                <a:gd name="T41" fmla="*/ 0 h 1181"/>
                <a:gd name="T42" fmla="*/ 1227 w 2522"/>
                <a:gd name="T43" fmla="*/ 1 h 1181"/>
                <a:gd name="T44" fmla="*/ 1168 w 2522"/>
                <a:gd name="T45" fmla="*/ 23 h 1181"/>
                <a:gd name="T46" fmla="*/ 1142 w 2522"/>
                <a:gd name="T47" fmla="*/ 41 h 1181"/>
                <a:gd name="T48" fmla="*/ 17 w 2522"/>
                <a:gd name="T49" fmla="*/ 978 h 1181"/>
                <a:gd name="T50" fmla="*/ 10 w 2522"/>
                <a:gd name="T51" fmla="*/ 985 h 1181"/>
                <a:gd name="T52" fmla="*/ 1 w 2522"/>
                <a:gd name="T53" fmla="*/ 1001 h 1181"/>
                <a:gd name="T54" fmla="*/ 0 w 2522"/>
                <a:gd name="T55" fmla="*/ 1012 h 1181"/>
                <a:gd name="T56" fmla="*/ 0 w 2522"/>
                <a:gd name="T57" fmla="*/ 1023 h 1181"/>
                <a:gd name="T58" fmla="*/ 6 w 2522"/>
                <a:gd name="T59" fmla="*/ 1040 h 1181"/>
                <a:gd name="T60" fmla="*/ 12 w 2522"/>
                <a:gd name="T61" fmla="*/ 1048 h 1181"/>
                <a:gd name="T62" fmla="*/ 108 w 2522"/>
                <a:gd name="T63" fmla="*/ 1164 h 1181"/>
                <a:gd name="T64" fmla="*/ 122 w 2522"/>
                <a:gd name="T65" fmla="*/ 1177 h 1181"/>
                <a:gd name="T66" fmla="*/ 141 w 2522"/>
                <a:gd name="T67" fmla="*/ 1181 h 1181"/>
                <a:gd name="T68" fmla="*/ 160 w 2522"/>
                <a:gd name="T69" fmla="*/ 1181 h 1181"/>
                <a:gd name="T70" fmla="*/ 179 w 2522"/>
                <a:gd name="T71" fmla="*/ 1171 h 1181"/>
                <a:gd name="T72" fmla="*/ 1262 w 2522"/>
                <a:gd name="T73" fmla="*/ 268 h 1181"/>
                <a:gd name="T74" fmla="*/ 2344 w 2522"/>
                <a:gd name="T75" fmla="*/ 1171 h 1181"/>
                <a:gd name="T76" fmla="*/ 2358 w 2522"/>
                <a:gd name="T77" fmla="*/ 1180 h 1181"/>
                <a:gd name="T78" fmla="*/ 2377 w 2522"/>
                <a:gd name="T79" fmla="*/ 1181 h 1181"/>
                <a:gd name="T80" fmla="*/ 2383 w 2522"/>
                <a:gd name="T81" fmla="*/ 1181 h 1181"/>
                <a:gd name="T82" fmla="*/ 2401 w 2522"/>
                <a:gd name="T83" fmla="*/ 1177 h 1181"/>
                <a:gd name="T84" fmla="*/ 2414 w 2522"/>
                <a:gd name="T85" fmla="*/ 1164 h 1181"/>
                <a:gd name="T86" fmla="*/ 2512 w 2522"/>
                <a:gd name="T87" fmla="*/ 1048 h 1181"/>
                <a:gd name="T88" fmla="*/ 2518 w 2522"/>
                <a:gd name="T89" fmla="*/ 1040 h 1181"/>
                <a:gd name="T90" fmla="*/ 2522 w 2522"/>
                <a:gd name="T91" fmla="*/ 1023 h 1181"/>
                <a:gd name="T92" fmla="*/ 2522 w 2522"/>
                <a:gd name="T93" fmla="*/ 1012 h 1181"/>
                <a:gd name="T94" fmla="*/ 2521 w 2522"/>
                <a:gd name="T95" fmla="*/ 1001 h 1181"/>
                <a:gd name="T96" fmla="*/ 2512 w 2522"/>
                <a:gd name="T97" fmla="*/ 985 h 1181"/>
                <a:gd name="T98" fmla="*/ 2505 w 2522"/>
                <a:gd name="T99" fmla="*/ 978 h 1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22" h="1181">
                  <a:moveTo>
                    <a:pt x="2505" y="978"/>
                  </a:moveTo>
                  <a:lnTo>
                    <a:pt x="2162" y="694"/>
                  </a:lnTo>
                  <a:lnTo>
                    <a:pt x="2162" y="54"/>
                  </a:lnTo>
                  <a:lnTo>
                    <a:pt x="2162" y="44"/>
                  </a:lnTo>
                  <a:lnTo>
                    <a:pt x="2155" y="26"/>
                  </a:lnTo>
                  <a:lnTo>
                    <a:pt x="2149" y="18"/>
                  </a:lnTo>
                  <a:lnTo>
                    <a:pt x="2141" y="13"/>
                  </a:lnTo>
                  <a:lnTo>
                    <a:pt x="2123" y="5"/>
                  </a:lnTo>
                  <a:lnTo>
                    <a:pt x="2113" y="5"/>
                  </a:lnTo>
                  <a:lnTo>
                    <a:pt x="1812" y="5"/>
                  </a:lnTo>
                  <a:lnTo>
                    <a:pt x="1802" y="5"/>
                  </a:lnTo>
                  <a:lnTo>
                    <a:pt x="1783" y="13"/>
                  </a:lnTo>
                  <a:lnTo>
                    <a:pt x="1776" y="18"/>
                  </a:lnTo>
                  <a:lnTo>
                    <a:pt x="1770" y="26"/>
                  </a:lnTo>
                  <a:lnTo>
                    <a:pt x="1763" y="44"/>
                  </a:lnTo>
                  <a:lnTo>
                    <a:pt x="1762" y="54"/>
                  </a:lnTo>
                  <a:lnTo>
                    <a:pt x="1762" y="360"/>
                  </a:lnTo>
                  <a:lnTo>
                    <a:pt x="1380" y="41"/>
                  </a:lnTo>
                  <a:lnTo>
                    <a:pt x="1354" y="23"/>
                  </a:lnTo>
                  <a:lnTo>
                    <a:pt x="1295" y="1"/>
                  </a:lnTo>
                  <a:lnTo>
                    <a:pt x="1262" y="0"/>
                  </a:lnTo>
                  <a:lnTo>
                    <a:pt x="1227" y="1"/>
                  </a:lnTo>
                  <a:lnTo>
                    <a:pt x="1168" y="23"/>
                  </a:lnTo>
                  <a:lnTo>
                    <a:pt x="1142" y="41"/>
                  </a:lnTo>
                  <a:lnTo>
                    <a:pt x="17" y="978"/>
                  </a:lnTo>
                  <a:lnTo>
                    <a:pt x="10" y="985"/>
                  </a:lnTo>
                  <a:lnTo>
                    <a:pt x="1" y="1001"/>
                  </a:lnTo>
                  <a:lnTo>
                    <a:pt x="0" y="1012"/>
                  </a:lnTo>
                  <a:lnTo>
                    <a:pt x="0" y="1023"/>
                  </a:lnTo>
                  <a:lnTo>
                    <a:pt x="6" y="1040"/>
                  </a:lnTo>
                  <a:lnTo>
                    <a:pt x="12" y="1048"/>
                  </a:lnTo>
                  <a:lnTo>
                    <a:pt x="108" y="1164"/>
                  </a:lnTo>
                  <a:lnTo>
                    <a:pt x="122" y="1177"/>
                  </a:lnTo>
                  <a:lnTo>
                    <a:pt x="141" y="1181"/>
                  </a:lnTo>
                  <a:lnTo>
                    <a:pt x="160" y="1181"/>
                  </a:lnTo>
                  <a:lnTo>
                    <a:pt x="179" y="1171"/>
                  </a:lnTo>
                  <a:lnTo>
                    <a:pt x="1262" y="268"/>
                  </a:lnTo>
                  <a:lnTo>
                    <a:pt x="2344" y="1171"/>
                  </a:lnTo>
                  <a:lnTo>
                    <a:pt x="2358" y="1180"/>
                  </a:lnTo>
                  <a:lnTo>
                    <a:pt x="2377" y="1181"/>
                  </a:lnTo>
                  <a:lnTo>
                    <a:pt x="2383" y="1181"/>
                  </a:lnTo>
                  <a:lnTo>
                    <a:pt x="2401" y="1177"/>
                  </a:lnTo>
                  <a:lnTo>
                    <a:pt x="2414" y="1164"/>
                  </a:lnTo>
                  <a:lnTo>
                    <a:pt x="2512" y="1048"/>
                  </a:lnTo>
                  <a:lnTo>
                    <a:pt x="2518" y="1040"/>
                  </a:lnTo>
                  <a:lnTo>
                    <a:pt x="2522" y="1023"/>
                  </a:lnTo>
                  <a:lnTo>
                    <a:pt x="2522" y="1012"/>
                  </a:lnTo>
                  <a:lnTo>
                    <a:pt x="2521" y="1001"/>
                  </a:lnTo>
                  <a:lnTo>
                    <a:pt x="2512" y="985"/>
                  </a:lnTo>
                  <a:lnTo>
                    <a:pt x="2505" y="97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anchor="t" anchorCtr="0">
              <a:prstTxWarp prst="textNoShape">
                <a:avLst/>
              </a:prstTxWarp>
            </a:bodyPr>
            <a:lstStyle/>
            <a:p>
              <a:pPr lvl="0"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35" name="타원 34"/>
          <p:cNvSpPr/>
          <p:nvPr/>
        </p:nvSpPr>
        <p:spPr>
          <a:xfrm>
            <a:off x="578088" y="2370814"/>
            <a:ext cx="177525" cy="17752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anchor="ctr"/>
          <a:lstStyle/>
          <a:p>
            <a:pPr algn="ctr">
              <a:defRPr/>
            </a:pPr>
            <a:r>
              <a:rPr lang="en-US" altLang="ko-KR" sz="1000">
                <a:solidFill>
                  <a:prstClr val="white"/>
                </a:solidFill>
              </a:rPr>
              <a:t>7</a:t>
            </a:r>
          </a:p>
        </p:txBody>
      </p:sp>
      <p:sp>
        <p:nvSpPr>
          <p:cNvPr id="38" name="직사각형 37"/>
          <p:cNvSpPr/>
          <p:nvPr/>
        </p:nvSpPr>
        <p:spPr>
          <a:xfrm>
            <a:off x="1420813" y="537998"/>
            <a:ext cx="6096000" cy="907896"/>
          </a:xfrm>
          <a:prstGeom prst="rect">
            <a:avLst/>
          </a:prstGeom>
        </p:spPr>
        <p:txBody>
          <a:bodyPr>
            <a:spAutoFit/>
          </a:bodyPr>
          <a:lstStyle/>
          <a:p>
            <a:pPr latinLnBrk="0">
              <a:lnSpc>
                <a:spcPct val="150000"/>
              </a:lnSpc>
              <a:defRPr/>
            </a:pPr>
            <a:r>
              <a:rPr lang="en-US" altLang="ko-KR" sz="2600" b="1" i="1" kern="0">
                <a:solidFill>
                  <a:prstClr val="black">
                    <a:lumMod val="65000"/>
                    <a:lumOff val="35000"/>
                  </a:prstClr>
                </a:solidFill>
              </a:rPr>
              <a:t>DEBATE</a:t>
            </a:r>
            <a:endParaRPr lang="en-US" altLang="ko-KR" sz="2400" b="1" i="1" kern="0">
              <a:solidFill>
                <a:prstClr val="black">
                  <a:lumMod val="65000"/>
                  <a:lumOff val="35000"/>
                </a:prstClr>
              </a:solidFill>
            </a:endParaRPr>
          </a:p>
          <a:p>
            <a:pPr latinLnBrk="0">
              <a:lnSpc>
                <a:spcPct val="150000"/>
              </a:lnSpc>
              <a:defRPr/>
            </a:pPr>
            <a:r>
              <a:rPr lang="en-US" altLang="ko-KR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SCHEDULE&gt;</a:t>
            </a:r>
            <a:r>
              <a:rPr lang="en-US" altLang="ko-KR" sz="1000" b="1" kern="0">
                <a:solidFill>
                  <a:schemeClr val="accent6"/>
                </a:solidFill>
              </a:rPr>
              <a:t>TOPIC</a:t>
            </a:r>
            <a:r>
              <a:rPr lang="en-US" altLang="ko-KR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&gt;TOPIC DETAIL&gt;ENVIRNMENT</a:t>
            </a:r>
            <a:endParaRPr lang="ko-KR" altLang="en-US" sz="1000" kern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40" name="모서리가 둥근 직사각형 39"/>
          <p:cNvSpPr/>
          <p:nvPr/>
        </p:nvSpPr>
        <p:spPr>
          <a:xfrm>
            <a:off x="1514699" y="1646917"/>
            <a:ext cx="9864501" cy="4279543"/>
          </a:xfrm>
          <a:prstGeom prst="roundRect">
            <a:avLst>
              <a:gd name="adj" fmla="val 3424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" anchor="ctr"/>
          <a:lstStyle/>
          <a:p>
            <a:pPr lvl="0">
              <a:defRPr/>
            </a:pPr>
            <a:endParaRPr lang="en-US" altLang="ko-KR" sz="1050">
              <a:solidFill>
                <a:srgbClr val="264259"/>
              </a:solidFill>
            </a:endParaRPr>
          </a:p>
        </p:txBody>
      </p:sp>
      <p:sp>
        <p:nvSpPr>
          <p:cNvPr id="51" name="타원 50"/>
          <p:cNvSpPr/>
          <p:nvPr/>
        </p:nvSpPr>
        <p:spPr>
          <a:xfrm>
            <a:off x="555404" y="4304681"/>
            <a:ext cx="177525" cy="17752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anchor="ctr"/>
          <a:lstStyle/>
          <a:p>
            <a:pPr algn="ctr">
              <a:defRPr/>
            </a:pPr>
            <a:r>
              <a:rPr lang="en-US" altLang="ko-KR" sz="600">
                <a:solidFill>
                  <a:prstClr val="white"/>
                </a:solidFill>
              </a:rPr>
              <a:t>off</a:t>
            </a:r>
            <a:endParaRPr lang="ko-KR" altLang="en-US" sz="600">
              <a:solidFill>
                <a:prstClr val="white"/>
              </a:solidFill>
            </a:endParaRPr>
          </a:p>
        </p:txBody>
      </p:sp>
      <p:sp>
        <p:nvSpPr>
          <p:cNvPr id="57" name="직사각형 49"/>
          <p:cNvSpPr/>
          <p:nvPr/>
        </p:nvSpPr>
        <p:spPr>
          <a:xfrm>
            <a:off x="1674487" y="1837813"/>
            <a:ext cx="9545326" cy="30064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l" defTabSz="914400" rtl="0" eaLnBrk="1" latinLnBrk="1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600" b="1" i="0" u="none" strike="noStrike" kern="1200" cap="none" spc="0" normalizeH="0" baseline="0">
                <a:solidFill>
                  <a:srgbClr val="00D65E"/>
                </a:solidFill>
                <a:latin typeface="맑은 고딕"/>
                <a:ea typeface="맑은 고딕"/>
                <a:cs typeface="맑은 고딕"/>
              </a:rPr>
              <a:t>TOPIC</a:t>
            </a:r>
            <a:endParaRPr kumimoji="0" lang="ko-KR" altLang="en-US" sz="1600" b="1" i="0" u="none" strike="noStrike" kern="1200" cap="none" spc="0" normalizeH="0" baseline="0">
              <a:solidFill>
                <a:srgbClr val="00D65E"/>
              </a:solidFill>
              <a:latin typeface="맑은 고딕"/>
              <a:ea typeface="맑은 고딕"/>
              <a:cs typeface="맑은 고딕"/>
            </a:endParaRPr>
          </a:p>
          <a:p>
            <a:pPr marL="381000" marR="190500" indent="0" algn="l" defTabSz="914400" rtl="0" eaLnBrk="1" latinLnBrk="1" hangingPunct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kumimoji="0" sz="1100" b="0" i="0" u="none" strike="noStrike" kern="1200" cap="none" spc="0" normalizeH="0" baseline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  <a:p>
            <a:pPr marL="381000" marR="190500" indent="0" defTabSz="914400" rtl="0" eaLnBrk="1" latinLnBrk="1" hangingPunct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b="1">
                <a:solidFill>
                  <a:srgbClr val="289B6E"/>
                </a:solidFill>
                <a:latin typeface="맑은 고딕"/>
                <a:ea typeface="맑은 고딕"/>
                <a:cs typeface="맑은 고딕"/>
              </a:rPr>
              <a:t>Developing Motivation Application</a:t>
            </a:r>
            <a:endParaRPr kumimoji="0" lang="ko-KR" altLang="en-US" b="0" i="0" u="none" strike="noStrike" kern="1200" cap="none" spc="0" normalizeH="0" baseline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  <a:p>
            <a:pPr marL="381000" marR="190500" indent="0" defTabSz="914400" rtl="0" eaLnBrk="1" latinLnBrk="1" hangingPunct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kumimoji="0" lang="ko-KR" altLang="en-US" sz="2100" b="0" i="0" u="none" strike="noStrike" kern="1200" cap="none" spc="0" normalizeH="0" baseline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  <a:p>
            <a:pPr marL="381000" marR="190500" indent="0" defTabSz="914400" rtl="0" eaLnBrk="1" latinLnBrk="1" hangingPunct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2100" b="0" i="0" u="none" strike="noStrike" kern="1200" cap="none" spc="0" normalizeH="0" baseline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Team name : Assistant</a:t>
            </a:r>
            <a:endParaRPr kumimoji="0" lang="ko-KR" altLang="en-US" sz="2100" b="0" i="0" u="none" strike="noStrike" kern="1200" cap="none" spc="0" normalizeH="0" baseline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  <a:p>
            <a:pPr marL="381000" marR="190500" indent="0" defTabSz="914400" rtl="0" eaLnBrk="1" latinLnBrk="1" hangingPunct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kumimoji="0" lang="ko-KR" altLang="en-US" sz="2100" b="1" i="0" u="none" strike="noStrike" kern="1200" cap="none" spc="0" normalizeH="0" baseline="0">
              <a:solidFill>
                <a:srgbClr val="144E37"/>
              </a:solidFill>
              <a:latin typeface="맑은 고딕"/>
              <a:ea typeface="맑은 고딕"/>
              <a:cs typeface="맑은 고딕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DCB5E070-795B-405A-93F7-7FA7D15762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4049" y="2316735"/>
            <a:ext cx="4413252" cy="29399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한쪽 모서리가 둥근 사각형 35"/>
          <p:cNvSpPr/>
          <p:nvPr/>
        </p:nvSpPr>
        <p:spPr>
          <a:xfrm>
            <a:off x="0" y="0"/>
            <a:ext cx="3848100" cy="5549900"/>
          </a:xfrm>
          <a:prstGeom prst="round1Rect">
            <a:avLst>
              <a:gd name="adj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5" name="모서리가 둥근 직사각형 4"/>
          <p:cNvSpPr/>
          <p:nvPr/>
        </p:nvSpPr>
        <p:spPr>
          <a:xfrm>
            <a:off x="236537" y="304800"/>
            <a:ext cx="11669713" cy="6265862"/>
          </a:xfrm>
          <a:prstGeom prst="roundRect">
            <a:avLst>
              <a:gd name="adj" fmla="val 4810"/>
            </a:avLst>
          </a:prstGeom>
          <a:solidFill>
            <a:srgbClr val="264259"/>
          </a:solidFill>
          <a:ln w="63500">
            <a:solidFill>
              <a:schemeClr val="tx2">
                <a:lumMod val="50000"/>
              </a:schemeClr>
            </a:solidFill>
          </a:ln>
          <a:effectLst>
            <a:outerShdw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6" name="양쪽 모서리가 둥근 사각형 5"/>
          <p:cNvSpPr/>
          <p:nvPr/>
        </p:nvSpPr>
        <p:spPr>
          <a:xfrm rot="5400000">
            <a:off x="3271463" y="-2062957"/>
            <a:ext cx="6192000" cy="11001376"/>
          </a:xfrm>
          <a:prstGeom prst="round2SameRect">
            <a:avLst>
              <a:gd name="adj1" fmla="val 4506"/>
              <a:gd name="adj2" fmla="val 0"/>
            </a:avLst>
          </a:prstGeom>
          <a:solidFill>
            <a:schemeClr val="bg1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5" name="자유형 14"/>
          <p:cNvSpPr/>
          <p:nvPr/>
        </p:nvSpPr>
        <p:spPr>
          <a:xfrm>
            <a:off x="1574800" y="1863725"/>
            <a:ext cx="73025" cy="85725"/>
          </a:xfrm>
          <a:custGeom>
            <a:avLst/>
            <a:gdLst>
              <a:gd name="connsiteX0" fmla="*/ 0 w 73025"/>
              <a:gd name="connsiteY0" fmla="*/ 31750 h 85725"/>
              <a:gd name="connsiteX1" fmla="*/ 31750 w 73025"/>
              <a:gd name="connsiteY1" fmla="*/ 85725 h 85725"/>
              <a:gd name="connsiteX2" fmla="*/ 73025 w 73025"/>
              <a:gd name="connsiteY2" fmla="*/ 0 h 85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3025" h="85725">
                <a:moveTo>
                  <a:pt x="0" y="31750"/>
                </a:moveTo>
                <a:lnTo>
                  <a:pt x="31750" y="85725"/>
                </a:lnTo>
                <a:lnTo>
                  <a:pt x="73025" y="0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9" name="Freeform 9"/>
          <p:cNvSpPr/>
          <p:nvPr/>
        </p:nvSpPr>
        <p:spPr>
          <a:xfrm>
            <a:off x="477298" y="2470961"/>
            <a:ext cx="141676" cy="186968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lvl="0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23" name="Freeform 36"/>
          <p:cNvSpPr>
            <a:spLocks noEditPoints="1"/>
          </p:cNvSpPr>
          <p:nvPr/>
        </p:nvSpPr>
        <p:spPr>
          <a:xfrm>
            <a:off x="491434" y="4397002"/>
            <a:ext cx="113404" cy="190736"/>
          </a:xfrm>
          <a:custGeom>
            <a:avLst/>
            <a:gdLst>
              <a:gd name="T0" fmla="*/ 937 w 1926"/>
              <a:gd name="T1" fmla="*/ 3639 h 4045"/>
              <a:gd name="T2" fmla="*/ 893 w 1926"/>
              <a:gd name="T3" fmla="*/ 3665 h 4045"/>
              <a:gd name="T4" fmla="*/ 863 w 1926"/>
              <a:gd name="T5" fmla="*/ 3712 h 4045"/>
              <a:gd name="T6" fmla="*/ 851 w 1926"/>
              <a:gd name="T7" fmla="*/ 3772 h 4045"/>
              <a:gd name="T8" fmla="*/ 863 w 1926"/>
              <a:gd name="T9" fmla="*/ 3832 h 4045"/>
              <a:gd name="T10" fmla="*/ 893 w 1926"/>
              <a:gd name="T11" fmla="*/ 3878 h 4045"/>
              <a:gd name="T12" fmla="*/ 937 w 1926"/>
              <a:gd name="T13" fmla="*/ 3905 h 4045"/>
              <a:gd name="T14" fmla="*/ 988 w 1926"/>
              <a:gd name="T15" fmla="*/ 3905 h 4045"/>
              <a:gd name="T16" fmla="*/ 1033 w 1926"/>
              <a:gd name="T17" fmla="*/ 3878 h 4045"/>
              <a:gd name="T18" fmla="*/ 1064 w 1926"/>
              <a:gd name="T19" fmla="*/ 3832 h 4045"/>
              <a:gd name="T20" fmla="*/ 1075 w 1926"/>
              <a:gd name="T21" fmla="*/ 3772 h 4045"/>
              <a:gd name="T22" fmla="*/ 1064 w 1926"/>
              <a:gd name="T23" fmla="*/ 3712 h 4045"/>
              <a:gd name="T24" fmla="*/ 1033 w 1926"/>
              <a:gd name="T25" fmla="*/ 3665 h 4045"/>
              <a:gd name="T26" fmla="*/ 988 w 1926"/>
              <a:gd name="T27" fmla="*/ 3639 h 4045"/>
              <a:gd name="T28" fmla="*/ 156 w 1926"/>
              <a:gd name="T29" fmla="*/ 434 h 4045"/>
              <a:gd name="T30" fmla="*/ 1770 w 1926"/>
              <a:gd name="T31" fmla="*/ 3540 h 4045"/>
              <a:gd name="T32" fmla="*/ 156 w 1926"/>
              <a:gd name="T33" fmla="*/ 434 h 4045"/>
              <a:gd name="T34" fmla="*/ 716 w 1926"/>
              <a:gd name="T35" fmla="*/ 200 h 4045"/>
              <a:gd name="T36" fmla="*/ 701 w 1926"/>
              <a:gd name="T37" fmla="*/ 217 h 4045"/>
              <a:gd name="T38" fmla="*/ 701 w 1926"/>
              <a:gd name="T39" fmla="*/ 243 h 4045"/>
              <a:gd name="T40" fmla="*/ 716 w 1926"/>
              <a:gd name="T41" fmla="*/ 260 h 4045"/>
              <a:gd name="T42" fmla="*/ 1199 w 1926"/>
              <a:gd name="T43" fmla="*/ 262 h 4045"/>
              <a:gd name="T44" fmla="*/ 1218 w 1926"/>
              <a:gd name="T45" fmla="*/ 254 h 4045"/>
              <a:gd name="T46" fmla="*/ 1226 w 1926"/>
              <a:gd name="T47" fmla="*/ 230 h 4045"/>
              <a:gd name="T48" fmla="*/ 1218 w 1926"/>
              <a:gd name="T49" fmla="*/ 207 h 4045"/>
              <a:gd name="T50" fmla="*/ 1199 w 1926"/>
              <a:gd name="T51" fmla="*/ 197 h 4045"/>
              <a:gd name="T52" fmla="*/ 224 w 1926"/>
              <a:gd name="T53" fmla="*/ 0 h 4045"/>
              <a:gd name="T54" fmla="*/ 1738 w 1926"/>
              <a:gd name="T55" fmla="*/ 4 h 4045"/>
              <a:gd name="T56" fmla="*/ 1805 w 1926"/>
              <a:gd name="T57" fmla="*/ 31 h 4045"/>
              <a:gd name="T58" fmla="*/ 1860 w 1926"/>
              <a:gd name="T59" fmla="*/ 81 h 4045"/>
              <a:gd name="T60" fmla="*/ 1900 w 1926"/>
              <a:gd name="T61" fmla="*/ 148 h 4045"/>
              <a:gd name="T62" fmla="*/ 1923 w 1926"/>
              <a:gd name="T63" fmla="*/ 229 h 4045"/>
              <a:gd name="T64" fmla="*/ 1926 w 1926"/>
              <a:gd name="T65" fmla="*/ 3772 h 4045"/>
              <a:gd name="T66" fmla="*/ 1915 w 1926"/>
              <a:gd name="T67" fmla="*/ 3857 h 4045"/>
              <a:gd name="T68" fmla="*/ 1882 w 1926"/>
              <a:gd name="T69" fmla="*/ 3932 h 4045"/>
              <a:gd name="T70" fmla="*/ 1834 w 1926"/>
              <a:gd name="T71" fmla="*/ 3992 h 4045"/>
              <a:gd name="T72" fmla="*/ 1773 w 1926"/>
              <a:gd name="T73" fmla="*/ 4032 h 4045"/>
              <a:gd name="T74" fmla="*/ 1702 w 1926"/>
              <a:gd name="T75" fmla="*/ 4045 h 4045"/>
              <a:gd name="T76" fmla="*/ 188 w 1926"/>
              <a:gd name="T77" fmla="*/ 4041 h 4045"/>
              <a:gd name="T78" fmla="*/ 122 w 1926"/>
              <a:gd name="T79" fmla="*/ 4014 h 4045"/>
              <a:gd name="T80" fmla="*/ 66 w 1926"/>
              <a:gd name="T81" fmla="*/ 3964 h 4045"/>
              <a:gd name="T82" fmla="*/ 25 w 1926"/>
              <a:gd name="T83" fmla="*/ 3897 h 4045"/>
              <a:gd name="T84" fmla="*/ 3 w 1926"/>
              <a:gd name="T85" fmla="*/ 3816 h 4045"/>
              <a:gd name="T86" fmla="*/ 0 w 1926"/>
              <a:gd name="T87" fmla="*/ 273 h 4045"/>
              <a:gd name="T88" fmla="*/ 12 w 1926"/>
              <a:gd name="T89" fmla="*/ 188 h 4045"/>
              <a:gd name="T90" fmla="*/ 43 w 1926"/>
              <a:gd name="T91" fmla="*/ 113 h 4045"/>
              <a:gd name="T92" fmla="*/ 92 w 1926"/>
              <a:gd name="T93" fmla="*/ 53 h 4045"/>
              <a:gd name="T94" fmla="*/ 154 w 1926"/>
              <a:gd name="T95" fmla="*/ 13 h 4045"/>
              <a:gd name="T96" fmla="*/ 224 w 1926"/>
              <a:gd name="T97" fmla="*/ 0 h 40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926" h="4045">
                <a:moveTo>
                  <a:pt x="963" y="3636"/>
                </a:moveTo>
                <a:lnTo>
                  <a:pt x="937" y="3639"/>
                </a:lnTo>
                <a:lnTo>
                  <a:pt x="914" y="3649"/>
                </a:lnTo>
                <a:lnTo>
                  <a:pt x="893" y="3665"/>
                </a:lnTo>
                <a:lnTo>
                  <a:pt x="876" y="3686"/>
                </a:lnTo>
                <a:lnTo>
                  <a:pt x="863" y="3712"/>
                </a:lnTo>
                <a:lnTo>
                  <a:pt x="854" y="3741"/>
                </a:lnTo>
                <a:lnTo>
                  <a:pt x="851" y="3772"/>
                </a:lnTo>
                <a:lnTo>
                  <a:pt x="854" y="3804"/>
                </a:lnTo>
                <a:lnTo>
                  <a:pt x="863" y="3832"/>
                </a:lnTo>
                <a:lnTo>
                  <a:pt x="876" y="3857"/>
                </a:lnTo>
                <a:lnTo>
                  <a:pt x="893" y="3878"/>
                </a:lnTo>
                <a:lnTo>
                  <a:pt x="914" y="3894"/>
                </a:lnTo>
                <a:lnTo>
                  <a:pt x="937" y="3905"/>
                </a:lnTo>
                <a:lnTo>
                  <a:pt x="963" y="3909"/>
                </a:lnTo>
                <a:lnTo>
                  <a:pt x="988" y="3905"/>
                </a:lnTo>
                <a:lnTo>
                  <a:pt x="1013" y="3894"/>
                </a:lnTo>
                <a:lnTo>
                  <a:pt x="1033" y="3878"/>
                </a:lnTo>
                <a:lnTo>
                  <a:pt x="1051" y="3857"/>
                </a:lnTo>
                <a:lnTo>
                  <a:pt x="1064" y="3832"/>
                </a:lnTo>
                <a:lnTo>
                  <a:pt x="1072" y="3804"/>
                </a:lnTo>
                <a:lnTo>
                  <a:pt x="1075" y="3772"/>
                </a:lnTo>
                <a:lnTo>
                  <a:pt x="1072" y="3741"/>
                </a:lnTo>
                <a:lnTo>
                  <a:pt x="1064" y="3712"/>
                </a:lnTo>
                <a:lnTo>
                  <a:pt x="1051" y="3686"/>
                </a:lnTo>
                <a:lnTo>
                  <a:pt x="1033" y="3665"/>
                </a:lnTo>
                <a:lnTo>
                  <a:pt x="1013" y="3649"/>
                </a:lnTo>
                <a:lnTo>
                  <a:pt x="988" y="3639"/>
                </a:lnTo>
                <a:lnTo>
                  <a:pt x="963" y="3636"/>
                </a:lnTo>
                <a:close/>
                <a:moveTo>
                  <a:pt x="156" y="434"/>
                </a:moveTo>
                <a:lnTo>
                  <a:pt x="156" y="3540"/>
                </a:lnTo>
                <a:lnTo>
                  <a:pt x="1770" y="3540"/>
                </a:lnTo>
                <a:lnTo>
                  <a:pt x="1770" y="434"/>
                </a:lnTo>
                <a:lnTo>
                  <a:pt x="156" y="434"/>
                </a:lnTo>
                <a:close/>
                <a:moveTo>
                  <a:pt x="727" y="197"/>
                </a:moveTo>
                <a:lnTo>
                  <a:pt x="716" y="200"/>
                </a:lnTo>
                <a:lnTo>
                  <a:pt x="707" y="207"/>
                </a:lnTo>
                <a:lnTo>
                  <a:pt x="701" y="217"/>
                </a:lnTo>
                <a:lnTo>
                  <a:pt x="699" y="230"/>
                </a:lnTo>
                <a:lnTo>
                  <a:pt x="701" y="243"/>
                </a:lnTo>
                <a:lnTo>
                  <a:pt x="707" y="254"/>
                </a:lnTo>
                <a:lnTo>
                  <a:pt x="716" y="260"/>
                </a:lnTo>
                <a:lnTo>
                  <a:pt x="727" y="262"/>
                </a:lnTo>
                <a:lnTo>
                  <a:pt x="1199" y="262"/>
                </a:lnTo>
                <a:lnTo>
                  <a:pt x="1210" y="260"/>
                </a:lnTo>
                <a:lnTo>
                  <a:pt x="1218" y="254"/>
                </a:lnTo>
                <a:lnTo>
                  <a:pt x="1224" y="243"/>
                </a:lnTo>
                <a:lnTo>
                  <a:pt x="1226" y="230"/>
                </a:lnTo>
                <a:lnTo>
                  <a:pt x="1224" y="217"/>
                </a:lnTo>
                <a:lnTo>
                  <a:pt x="1218" y="207"/>
                </a:lnTo>
                <a:lnTo>
                  <a:pt x="1210" y="200"/>
                </a:lnTo>
                <a:lnTo>
                  <a:pt x="1199" y="197"/>
                </a:lnTo>
                <a:lnTo>
                  <a:pt x="727" y="197"/>
                </a:lnTo>
                <a:close/>
                <a:moveTo>
                  <a:pt x="224" y="0"/>
                </a:moveTo>
                <a:lnTo>
                  <a:pt x="1702" y="0"/>
                </a:lnTo>
                <a:lnTo>
                  <a:pt x="1738" y="4"/>
                </a:lnTo>
                <a:lnTo>
                  <a:pt x="1773" y="13"/>
                </a:lnTo>
                <a:lnTo>
                  <a:pt x="1805" y="31"/>
                </a:lnTo>
                <a:lnTo>
                  <a:pt x="1834" y="53"/>
                </a:lnTo>
                <a:lnTo>
                  <a:pt x="1860" y="81"/>
                </a:lnTo>
                <a:lnTo>
                  <a:pt x="1882" y="113"/>
                </a:lnTo>
                <a:lnTo>
                  <a:pt x="1900" y="148"/>
                </a:lnTo>
                <a:lnTo>
                  <a:pt x="1915" y="188"/>
                </a:lnTo>
                <a:lnTo>
                  <a:pt x="1923" y="229"/>
                </a:lnTo>
                <a:lnTo>
                  <a:pt x="1926" y="273"/>
                </a:lnTo>
                <a:lnTo>
                  <a:pt x="1926" y="3772"/>
                </a:lnTo>
                <a:lnTo>
                  <a:pt x="1923" y="3816"/>
                </a:lnTo>
                <a:lnTo>
                  <a:pt x="1915" y="3857"/>
                </a:lnTo>
                <a:lnTo>
                  <a:pt x="1900" y="3897"/>
                </a:lnTo>
                <a:lnTo>
                  <a:pt x="1882" y="3932"/>
                </a:lnTo>
                <a:lnTo>
                  <a:pt x="1860" y="3964"/>
                </a:lnTo>
                <a:lnTo>
                  <a:pt x="1834" y="3992"/>
                </a:lnTo>
                <a:lnTo>
                  <a:pt x="1805" y="4014"/>
                </a:lnTo>
                <a:lnTo>
                  <a:pt x="1773" y="4032"/>
                </a:lnTo>
                <a:lnTo>
                  <a:pt x="1738" y="4041"/>
                </a:lnTo>
                <a:lnTo>
                  <a:pt x="1702" y="4045"/>
                </a:lnTo>
                <a:lnTo>
                  <a:pt x="224" y="4045"/>
                </a:lnTo>
                <a:lnTo>
                  <a:pt x="188" y="4041"/>
                </a:lnTo>
                <a:lnTo>
                  <a:pt x="154" y="4032"/>
                </a:lnTo>
                <a:lnTo>
                  <a:pt x="122" y="4014"/>
                </a:lnTo>
                <a:lnTo>
                  <a:pt x="92" y="3992"/>
                </a:lnTo>
                <a:lnTo>
                  <a:pt x="66" y="3964"/>
                </a:lnTo>
                <a:lnTo>
                  <a:pt x="43" y="3932"/>
                </a:lnTo>
                <a:lnTo>
                  <a:pt x="25" y="3897"/>
                </a:lnTo>
                <a:lnTo>
                  <a:pt x="12" y="3857"/>
                </a:lnTo>
                <a:lnTo>
                  <a:pt x="3" y="3816"/>
                </a:lnTo>
                <a:lnTo>
                  <a:pt x="0" y="3772"/>
                </a:lnTo>
                <a:lnTo>
                  <a:pt x="0" y="273"/>
                </a:lnTo>
                <a:lnTo>
                  <a:pt x="3" y="229"/>
                </a:lnTo>
                <a:lnTo>
                  <a:pt x="12" y="188"/>
                </a:lnTo>
                <a:lnTo>
                  <a:pt x="25" y="148"/>
                </a:lnTo>
                <a:lnTo>
                  <a:pt x="43" y="113"/>
                </a:lnTo>
                <a:lnTo>
                  <a:pt x="66" y="81"/>
                </a:lnTo>
                <a:lnTo>
                  <a:pt x="92" y="53"/>
                </a:lnTo>
                <a:lnTo>
                  <a:pt x="122" y="31"/>
                </a:lnTo>
                <a:lnTo>
                  <a:pt x="154" y="13"/>
                </a:lnTo>
                <a:lnTo>
                  <a:pt x="188" y="4"/>
                </a:lnTo>
                <a:lnTo>
                  <a:pt x="224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lvl="0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24" name="자유형 23"/>
          <p:cNvSpPr/>
          <p:nvPr/>
        </p:nvSpPr>
        <p:spPr>
          <a:xfrm>
            <a:off x="462778" y="3768685"/>
            <a:ext cx="170716" cy="149410"/>
          </a:xfrm>
          <a:custGeom>
            <a:avLst/>
            <a:gdLst>
              <a:gd name="connsiteX0" fmla="*/ 149021 w 448462"/>
              <a:gd name="connsiteY0" fmla="*/ 328125 h 392491"/>
              <a:gd name="connsiteX1" fmla="*/ 210588 w 448462"/>
              <a:gd name="connsiteY1" fmla="*/ 357224 h 392491"/>
              <a:gd name="connsiteX2" fmla="*/ 160375 w 448462"/>
              <a:gd name="connsiteY2" fmla="*/ 391211 h 392491"/>
              <a:gd name="connsiteX3" fmla="*/ 158502 w 448462"/>
              <a:gd name="connsiteY3" fmla="*/ 392025 h 392491"/>
              <a:gd name="connsiteX4" fmla="*/ 156629 w 448462"/>
              <a:gd name="connsiteY4" fmla="*/ 392491 h 392491"/>
              <a:gd name="connsiteX5" fmla="*/ 154757 w 448462"/>
              <a:gd name="connsiteY5" fmla="*/ 392375 h 392491"/>
              <a:gd name="connsiteX6" fmla="*/ 153001 w 448462"/>
              <a:gd name="connsiteY6" fmla="*/ 391676 h 392491"/>
              <a:gd name="connsiteX7" fmla="*/ 151362 w 448462"/>
              <a:gd name="connsiteY7" fmla="*/ 390396 h 392491"/>
              <a:gd name="connsiteX8" fmla="*/ 150075 w 448462"/>
              <a:gd name="connsiteY8" fmla="*/ 388883 h 392491"/>
              <a:gd name="connsiteX9" fmla="*/ 149255 w 448462"/>
              <a:gd name="connsiteY9" fmla="*/ 387137 h 392491"/>
              <a:gd name="connsiteX10" fmla="*/ 149021 w 448462"/>
              <a:gd name="connsiteY10" fmla="*/ 385158 h 392491"/>
              <a:gd name="connsiteX11" fmla="*/ 441235 w 448462"/>
              <a:gd name="connsiteY11" fmla="*/ 0 h 392491"/>
              <a:gd name="connsiteX12" fmla="*/ 442983 w 448462"/>
              <a:gd name="connsiteY12" fmla="*/ 233 h 392491"/>
              <a:gd name="connsiteX13" fmla="*/ 444615 w 448462"/>
              <a:gd name="connsiteY13" fmla="*/ 816 h 392491"/>
              <a:gd name="connsiteX14" fmla="*/ 446131 w 448462"/>
              <a:gd name="connsiteY14" fmla="*/ 1866 h 392491"/>
              <a:gd name="connsiteX15" fmla="*/ 447530 w 448462"/>
              <a:gd name="connsiteY15" fmla="*/ 3615 h 392491"/>
              <a:gd name="connsiteX16" fmla="*/ 448346 w 448462"/>
              <a:gd name="connsiteY16" fmla="*/ 5714 h 392491"/>
              <a:gd name="connsiteX17" fmla="*/ 448462 w 448462"/>
              <a:gd name="connsiteY17" fmla="*/ 7696 h 392491"/>
              <a:gd name="connsiteX18" fmla="*/ 447879 w 448462"/>
              <a:gd name="connsiteY18" fmla="*/ 9911 h 392491"/>
              <a:gd name="connsiteX19" fmla="*/ 307990 w 448462"/>
              <a:gd name="connsiteY19" fmla="*/ 362641 h 392491"/>
              <a:gd name="connsiteX20" fmla="*/ 306708 w 448462"/>
              <a:gd name="connsiteY20" fmla="*/ 364973 h 392491"/>
              <a:gd name="connsiteX21" fmla="*/ 305076 w 448462"/>
              <a:gd name="connsiteY21" fmla="*/ 366955 h 392491"/>
              <a:gd name="connsiteX22" fmla="*/ 303094 w 448462"/>
              <a:gd name="connsiteY22" fmla="*/ 368588 h 392491"/>
              <a:gd name="connsiteX23" fmla="*/ 300646 w 448462"/>
              <a:gd name="connsiteY23" fmla="*/ 369870 h 392491"/>
              <a:gd name="connsiteX24" fmla="*/ 298314 w 448462"/>
              <a:gd name="connsiteY24" fmla="*/ 370570 h 392491"/>
              <a:gd name="connsiteX25" fmla="*/ 295983 w 448462"/>
              <a:gd name="connsiteY25" fmla="*/ 370803 h 392491"/>
              <a:gd name="connsiteX26" fmla="*/ 293068 w 448462"/>
              <a:gd name="connsiteY26" fmla="*/ 370453 h 392491"/>
              <a:gd name="connsiteX27" fmla="*/ 290387 w 448462"/>
              <a:gd name="connsiteY27" fmla="*/ 369404 h 392491"/>
              <a:gd name="connsiteX28" fmla="*/ 148982 w 448462"/>
              <a:gd name="connsiteY28" fmla="*/ 302123 h 392491"/>
              <a:gd name="connsiteX29" fmla="*/ 347858 w 448462"/>
              <a:gd name="connsiteY29" fmla="*/ 102379 h 392491"/>
              <a:gd name="connsiteX30" fmla="*/ 120771 w 448462"/>
              <a:gd name="connsiteY30" fmla="*/ 288830 h 392491"/>
              <a:gd name="connsiteX31" fmla="*/ 7344 w 448462"/>
              <a:gd name="connsiteY31" fmla="*/ 234842 h 392491"/>
              <a:gd name="connsiteX32" fmla="*/ 4896 w 448462"/>
              <a:gd name="connsiteY32" fmla="*/ 233209 h 392491"/>
              <a:gd name="connsiteX33" fmla="*/ 2798 w 448462"/>
              <a:gd name="connsiteY33" fmla="*/ 231227 h 392491"/>
              <a:gd name="connsiteX34" fmla="*/ 1282 w 448462"/>
              <a:gd name="connsiteY34" fmla="*/ 228895 h 392491"/>
              <a:gd name="connsiteX35" fmla="*/ 349 w 448462"/>
              <a:gd name="connsiteY35" fmla="*/ 226213 h 392491"/>
              <a:gd name="connsiteX36" fmla="*/ 0 w 448462"/>
              <a:gd name="connsiteY36" fmla="*/ 223298 h 392491"/>
              <a:gd name="connsiteX37" fmla="*/ 233 w 448462"/>
              <a:gd name="connsiteY37" fmla="*/ 220499 h 392491"/>
              <a:gd name="connsiteX38" fmla="*/ 1165 w 448462"/>
              <a:gd name="connsiteY38" fmla="*/ 217701 h 392491"/>
              <a:gd name="connsiteX39" fmla="*/ 2681 w 448462"/>
              <a:gd name="connsiteY39" fmla="*/ 215252 h 392491"/>
              <a:gd name="connsiteX40" fmla="*/ 4779 w 448462"/>
              <a:gd name="connsiteY40" fmla="*/ 213270 h 392491"/>
              <a:gd name="connsiteX41" fmla="*/ 7227 w 448462"/>
              <a:gd name="connsiteY41" fmla="*/ 211754 h 392491"/>
              <a:gd name="connsiteX42" fmla="*/ 437971 w 448462"/>
              <a:gd name="connsiteY42" fmla="*/ 583 h 392491"/>
              <a:gd name="connsiteX43" fmla="*/ 439603 w 448462"/>
              <a:gd name="connsiteY43" fmla="*/ 117 h 392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448462" h="392491">
                <a:moveTo>
                  <a:pt x="149021" y="328125"/>
                </a:moveTo>
                <a:lnTo>
                  <a:pt x="210588" y="357224"/>
                </a:lnTo>
                <a:lnTo>
                  <a:pt x="160375" y="391211"/>
                </a:lnTo>
                <a:lnTo>
                  <a:pt x="158502" y="392025"/>
                </a:lnTo>
                <a:lnTo>
                  <a:pt x="156629" y="392491"/>
                </a:lnTo>
                <a:lnTo>
                  <a:pt x="154757" y="392375"/>
                </a:lnTo>
                <a:lnTo>
                  <a:pt x="153001" y="391676"/>
                </a:lnTo>
                <a:lnTo>
                  <a:pt x="151362" y="390396"/>
                </a:lnTo>
                <a:lnTo>
                  <a:pt x="150075" y="388883"/>
                </a:lnTo>
                <a:lnTo>
                  <a:pt x="149255" y="387137"/>
                </a:lnTo>
                <a:lnTo>
                  <a:pt x="149021" y="385158"/>
                </a:lnTo>
                <a:close/>
                <a:moveTo>
                  <a:pt x="441235" y="0"/>
                </a:moveTo>
                <a:lnTo>
                  <a:pt x="442983" y="233"/>
                </a:lnTo>
                <a:lnTo>
                  <a:pt x="444615" y="816"/>
                </a:lnTo>
                <a:lnTo>
                  <a:pt x="446131" y="1866"/>
                </a:lnTo>
                <a:lnTo>
                  <a:pt x="447530" y="3615"/>
                </a:lnTo>
                <a:lnTo>
                  <a:pt x="448346" y="5714"/>
                </a:lnTo>
                <a:lnTo>
                  <a:pt x="448462" y="7696"/>
                </a:lnTo>
                <a:lnTo>
                  <a:pt x="447879" y="9911"/>
                </a:lnTo>
                <a:lnTo>
                  <a:pt x="307990" y="362641"/>
                </a:lnTo>
                <a:lnTo>
                  <a:pt x="306708" y="364973"/>
                </a:lnTo>
                <a:lnTo>
                  <a:pt x="305076" y="366955"/>
                </a:lnTo>
                <a:lnTo>
                  <a:pt x="303094" y="368588"/>
                </a:lnTo>
                <a:lnTo>
                  <a:pt x="300646" y="369870"/>
                </a:lnTo>
                <a:lnTo>
                  <a:pt x="298314" y="370570"/>
                </a:lnTo>
                <a:lnTo>
                  <a:pt x="295983" y="370803"/>
                </a:lnTo>
                <a:lnTo>
                  <a:pt x="293068" y="370453"/>
                </a:lnTo>
                <a:lnTo>
                  <a:pt x="290387" y="369404"/>
                </a:lnTo>
                <a:lnTo>
                  <a:pt x="148982" y="302123"/>
                </a:lnTo>
                <a:lnTo>
                  <a:pt x="347858" y="102379"/>
                </a:lnTo>
                <a:lnTo>
                  <a:pt x="120771" y="288830"/>
                </a:lnTo>
                <a:lnTo>
                  <a:pt x="7344" y="234842"/>
                </a:lnTo>
                <a:lnTo>
                  <a:pt x="4896" y="233209"/>
                </a:lnTo>
                <a:lnTo>
                  <a:pt x="2798" y="231227"/>
                </a:lnTo>
                <a:lnTo>
                  <a:pt x="1282" y="228895"/>
                </a:lnTo>
                <a:lnTo>
                  <a:pt x="349" y="226213"/>
                </a:lnTo>
                <a:lnTo>
                  <a:pt x="0" y="223298"/>
                </a:lnTo>
                <a:lnTo>
                  <a:pt x="233" y="220499"/>
                </a:lnTo>
                <a:lnTo>
                  <a:pt x="1165" y="217701"/>
                </a:lnTo>
                <a:lnTo>
                  <a:pt x="2681" y="215252"/>
                </a:lnTo>
                <a:lnTo>
                  <a:pt x="4779" y="213270"/>
                </a:lnTo>
                <a:lnTo>
                  <a:pt x="7227" y="211754"/>
                </a:lnTo>
                <a:lnTo>
                  <a:pt x="437971" y="583"/>
                </a:lnTo>
                <a:lnTo>
                  <a:pt x="439603" y="117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noAutofit/>
          </a:bodyPr>
          <a:lstStyle/>
          <a:p>
            <a:pPr lvl="0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25" name="Freeform 6"/>
          <p:cNvSpPr/>
          <p:nvPr/>
        </p:nvSpPr>
        <p:spPr>
          <a:xfrm rot="10800000" flipH="1" flipV="1">
            <a:off x="461886" y="3136838"/>
            <a:ext cx="172500" cy="152938"/>
          </a:xfrm>
          <a:custGeom>
            <a:avLst/>
            <a:gdLst>
              <a:gd name="T0" fmla="*/ 2689 w 3491"/>
              <a:gd name="T1" fmla="*/ 15 h 3097"/>
              <a:gd name="T2" fmla="*/ 2963 w 3491"/>
              <a:gd name="T3" fmla="*/ 108 h 3097"/>
              <a:gd name="T4" fmla="*/ 3204 w 3491"/>
              <a:gd name="T5" fmla="*/ 281 h 3097"/>
              <a:gd name="T6" fmla="*/ 3382 w 3491"/>
              <a:gd name="T7" fmla="*/ 518 h 3097"/>
              <a:gd name="T8" fmla="*/ 3475 w 3491"/>
              <a:gd name="T9" fmla="*/ 786 h 3097"/>
              <a:gd name="T10" fmla="*/ 3486 w 3491"/>
              <a:gd name="T11" fmla="*/ 1066 h 3097"/>
              <a:gd name="T12" fmla="*/ 3413 w 3491"/>
              <a:gd name="T13" fmla="*/ 1339 h 3097"/>
              <a:gd name="T14" fmla="*/ 3256 w 3491"/>
              <a:gd name="T15" fmla="*/ 1586 h 3097"/>
              <a:gd name="T16" fmla="*/ 1965 w 3491"/>
              <a:gd name="T17" fmla="*/ 2838 h 3097"/>
              <a:gd name="T18" fmla="*/ 1873 w 3491"/>
              <a:gd name="T19" fmla="*/ 2828 h 3097"/>
              <a:gd name="T20" fmla="*/ 1821 w 3491"/>
              <a:gd name="T21" fmla="*/ 2749 h 3097"/>
              <a:gd name="T22" fmla="*/ 1853 w 3491"/>
              <a:gd name="T23" fmla="*/ 2662 h 3097"/>
              <a:gd name="T24" fmla="*/ 3153 w 3491"/>
              <a:gd name="T25" fmla="*/ 1355 h 3097"/>
              <a:gd name="T26" fmla="*/ 3242 w 3491"/>
              <a:gd name="T27" fmla="*/ 1126 h 3097"/>
              <a:gd name="T28" fmla="*/ 3253 w 3491"/>
              <a:gd name="T29" fmla="*/ 885 h 3097"/>
              <a:gd name="T30" fmla="*/ 3183 w 3491"/>
              <a:gd name="T31" fmla="*/ 653 h 3097"/>
              <a:gd name="T32" fmla="*/ 3035 w 3491"/>
              <a:gd name="T33" fmla="*/ 448 h 3097"/>
              <a:gd name="T34" fmla="*/ 2825 w 3491"/>
              <a:gd name="T35" fmla="*/ 301 h 3097"/>
              <a:gd name="T36" fmla="*/ 2586 w 3491"/>
              <a:gd name="T37" fmla="*/ 234 h 3097"/>
              <a:gd name="T38" fmla="*/ 2340 w 3491"/>
              <a:gd name="T39" fmla="*/ 243 h 3097"/>
              <a:gd name="T40" fmla="*/ 2108 w 3491"/>
              <a:gd name="T41" fmla="*/ 331 h 3097"/>
              <a:gd name="T42" fmla="*/ 378 w 3491"/>
              <a:gd name="T43" fmla="*/ 1972 h 3097"/>
              <a:gd name="T44" fmla="*/ 258 w 3491"/>
              <a:gd name="T45" fmla="*/ 2149 h 3097"/>
              <a:gd name="T46" fmla="*/ 218 w 3491"/>
              <a:gd name="T47" fmla="*/ 2350 h 3097"/>
              <a:gd name="T48" fmla="*/ 258 w 3491"/>
              <a:gd name="T49" fmla="*/ 2551 h 3097"/>
              <a:gd name="T50" fmla="*/ 378 w 3491"/>
              <a:gd name="T51" fmla="*/ 2728 h 3097"/>
              <a:gd name="T52" fmla="*/ 558 w 3491"/>
              <a:gd name="T53" fmla="*/ 2846 h 3097"/>
              <a:gd name="T54" fmla="*/ 763 w 3491"/>
              <a:gd name="T55" fmla="*/ 2885 h 3097"/>
              <a:gd name="T56" fmla="*/ 968 w 3491"/>
              <a:gd name="T57" fmla="*/ 2846 h 3097"/>
              <a:gd name="T58" fmla="*/ 1149 w 3491"/>
              <a:gd name="T59" fmla="*/ 2728 h 3097"/>
              <a:gd name="T60" fmla="*/ 2809 w 3491"/>
              <a:gd name="T61" fmla="*/ 1091 h 3097"/>
              <a:gd name="T62" fmla="*/ 2837 w 3491"/>
              <a:gd name="T63" fmla="*/ 942 h 3097"/>
              <a:gd name="T64" fmla="*/ 2791 w 3491"/>
              <a:gd name="T65" fmla="*/ 797 h 3097"/>
              <a:gd name="T66" fmla="*/ 2677 w 3491"/>
              <a:gd name="T67" fmla="*/ 685 h 3097"/>
              <a:gd name="T68" fmla="*/ 2528 w 3491"/>
              <a:gd name="T69" fmla="*/ 641 h 3097"/>
              <a:gd name="T70" fmla="*/ 2377 w 3491"/>
              <a:gd name="T71" fmla="*/ 668 h 3097"/>
              <a:gd name="T72" fmla="*/ 1082 w 3491"/>
              <a:gd name="T73" fmla="*/ 1906 h 3097"/>
              <a:gd name="T74" fmla="*/ 992 w 3491"/>
              <a:gd name="T75" fmla="*/ 1937 h 3097"/>
              <a:gd name="T76" fmla="*/ 911 w 3491"/>
              <a:gd name="T77" fmla="*/ 1887 h 3097"/>
              <a:gd name="T78" fmla="*/ 900 w 3491"/>
              <a:gd name="T79" fmla="*/ 1796 h 3097"/>
              <a:gd name="T80" fmla="*/ 2165 w 3491"/>
              <a:gd name="T81" fmla="*/ 546 h 3097"/>
              <a:gd name="T82" fmla="*/ 2354 w 3491"/>
              <a:gd name="T83" fmla="*/ 449 h 3097"/>
              <a:gd name="T84" fmla="*/ 2562 w 3491"/>
              <a:gd name="T85" fmla="*/ 429 h 3097"/>
              <a:gd name="T86" fmla="*/ 2763 w 3491"/>
              <a:gd name="T87" fmla="*/ 488 h 3097"/>
              <a:gd name="T88" fmla="*/ 2932 w 3491"/>
              <a:gd name="T89" fmla="*/ 623 h 3097"/>
              <a:gd name="T90" fmla="*/ 3032 w 3491"/>
              <a:gd name="T91" fmla="*/ 809 h 3097"/>
              <a:gd name="T92" fmla="*/ 3053 w 3491"/>
              <a:gd name="T93" fmla="*/ 1012 h 3097"/>
              <a:gd name="T94" fmla="*/ 2993 w 3491"/>
              <a:gd name="T95" fmla="*/ 1209 h 3097"/>
              <a:gd name="T96" fmla="*/ 1303 w 3491"/>
              <a:gd name="T97" fmla="*/ 2879 h 3097"/>
              <a:gd name="T98" fmla="*/ 1094 w 3491"/>
              <a:gd name="T99" fmla="*/ 3025 h 3097"/>
              <a:gd name="T100" fmla="*/ 855 w 3491"/>
              <a:gd name="T101" fmla="*/ 3092 h 3097"/>
              <a:gd name="T102" fmla="*/ 609 w 3491"/>
              <a:gd name="T103" fmla="*/ 3083 h 3097"/>
              <a:gd name="T104" fmla="*/ 377 w 3491"/>
              <a:gd name="T105" fmla="*/ 2995 h 3097"/>
              <a:gd name="T106" fmla="*/ 178 w 3491"/>
              <a:gd name="T107" fmla="*/ 2832 h 3097"/>
              <a:gd name="T108" fmla="*/ 51 w 3491"/>
              <a:gd name="T109" fmla="*/ 2617 h 3097"/>
              <a:gd name="T110" fmla="*/ 0 w 3491"/>
              <a:gd name="T111" fmla="*/ 2381 h 3097"/>
              <a:gd name="T112" fmla="*/ 30 w 3491"/>
              <a:gd name="T113" fmla="*/ 2141 h 3097"/>
              <a:gd name="T114" fmla="*/ 139 w 3491"/>
              <a:gd name="T115" fmla="*/ 1920 h 3097"/>
              <a:gd name="T116" fmla="*/ 1872 w 3491"/>
              <a:gd name="T117" fmla="*/ 230 h 3097"/>
              <a:gd name="T118" fmla="*/ 2123 w 3491"/>
              <a:gd name="T119" fmla="*/ 76 h 3097"/>
              <a:gd name="T120" fmla="*/ 2402 w 3491"/>
              <a:gd name="T121" fmla="*/ 5 h 30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3491" h="3097">
                <a:moveTo>
                  <a:pt x="2474" y="0"/>
                </a:moveTo>
                <a:lnTo>
                  <a:pt x="2546" y="0"/>
                </a:lnTo>
                <a:lnTo>
                  <a:pt x="2618" y="5"/>
                </a:lnTo>
                <a:lnTo>
                  <a:pt x="2689" y="15"/>
                </a:lnTo>
                <a:lnTo>
                  <a:pt x="2758" y="31"/>
                </a:lnTo>
                <a:lnTo>
                  <a:pt x="2828" y="51"/>
                </a:lnTo>
                <a:lnTo>
                  <a:pt x="2896" y="76"/>
                </a:lnTo>
                <a:lnTo>
                  <a:pt x="2963" y="108"/>
                </a:lnTo>
                <a:lnTo>
                  <a:pt x="3026" y="143"/>
                </a:lnTo>
                <a:lnTo>
                  <a:pt x="3088" y="183"/>
                </a:lnTo>
                <a:lnTo>
                  <a:pt x="3147" y="230"/>
                </a:lnTo>
                <a:lnTo>
                  <a:pt x="3204" y="281"/>
                </a:lnTo>
                <a:lnTo>
                  <a:pt x="3256" y="336"/>
                </a:lnTo>
                <a:lnTo>
                  <a:pt x="3303" y="394"/>
                </a:lnTo>
                <a:lnTo>
                  <a:pt x="3345" y="455"/>
                </a:lnTo>
                <a:lnTo>
                  <a:pt x="3382" y="518"/>
                </a:lnTo>
                <a:lnTo>
                  <a:pt x="3413" y="582"/>
                </a:lnTo>
                <a:lnTo>
                  <a:pt x="3439" y="650"/>
                </a:lnTo>
                <a:lnTo>
                  <a:pt x="3460" y="717"/>
                </a:lnTo>
                <a:lnTo>
                  <a:pt x="3475" y="786"/>
                </a:lnTo>
                <a:lnTo>
                  <a:pt x="3486" y="856"/>
                </a:lnTo>
                <a:lnTo>
                  <a:pt x="3491" y="926"/>
                </a:lnTo>
                <a:lnTo>
                  <a:pt x="3491" y="996"/>
                </a:lnTo>
                <a:lnTo>
                  <a:pt x="3486" y="1066"/>
                </a:lnTo>
                <a:lnTo>
                  <a:pt x="3475" y="1136"/>
                </a:lnTo>
                <a:lnTo>
                  <a:pt x="3460" y="1205"/>
                </a:lnTo>
                <a:lnTo>
                  <a:pt x="3439" y="1273"/>
                </a:lnTo>
                <a:lnTo>
                  <a:pt x="3413" y="1339"/>
                </a:lnTo>
                <a:lnTo>
                  <a:pt x="3382" y="1404"/>
                </a:lnTo>
                <a:lnTo>
                  <a:pt x="3345" y="1467"/>
                </a:lnTo>
                <a:lnTo>
                  <a:pt x="3303" y="1528"/>
                </a:lnTo>
                <a:lnTo>
                  <a:pt x="3256" y="1586"/>
                </a:lnTo>
                <a:lnTo>
                  <a:pt x="3204" y="1641"/>
                </a:lnTo>
                <a:lnTo>
                  <a:pt x="2007" y="2813"/>
                </a:lnTo>
                <a:lnTo>
                  <a:pt x="1988" y="2828"/>
                </a:lnTo>
                <a:lnTo>
                  <a:pt x="1965" y="2838"/>
                </a:lnTo>
                <a:lnTo>
                  <a:pt x="1942" y="2844"/>
                </a:lnTo>
                <a:lnTo>
                  <a:pt x="1918" y="2844"/>
                </a:lnTo>
                <a:lnTo>
                  <a:pt x="1894" y="2838"/>
                </a:lnTo>
                <a:lnTo>
                  <a:pt x="1873" y="2828"/>
                </a:lnTo>
                <a:lnTo>
                  <a:pt x="1853" y="2813"/>
                </a:lnTo>
                <a:lnTo>
                  <a:pt x="1837" y="2793"/>
                </a:lnTo>
                <a:lnTo>
                  <a:pt x="1827" y="2772"/>
                </a:lnTo>
                <a:lnTo>
                  <a:pt x="1821" y="2749"/>
                </a:lnTo>
                <a:lnTo>
                  <a:pt x="1821" y="2726"/>
                </a:lnTo>
                <a:lnTo>
                  <a:pt x="1827" y="2703"/>
                </a:lnTo>
                <a:lnTo>
                  <a:pt x="1837" y="2681"/>
                </a:lnTo>
                <a:lnTo>
                  <a:pt x="1853" y="2662"/>
                </a:lnTo>
                <a:lnTo>
                  <a:pt x="3035" y="1505"/>
                </a:lnTo>
                <a:lnTo>
                  <a:pt x="3079" y="1458"/>
                </a:lnTo>
                <a:lnTo>
                  <a:pt x="3118" y="1407"/>
                </a:lnTo>
                <a:lnTo>
                  <a:pt x="3153" y="1355"/>
                </a:lnTo>
                <a:lnTo>
                  <a:pt x="3183" y="1300"/>
                </a:lnTo>
                <a:lnTo>
                  <a:pt x="3208" y="1243"/>
                </a:lnTo>
                <a:lnTo>
                  <a:pt x="3228" y="1185"/>
                </a:lnTo>
                <a:lnTo>
                  <a:pt x="3242" y="1126"/>
                </a:lnTo>
                <a:lnTo>
                  <a:pt x="3253" y="1066"/>
                </a:lnTo>
                <a:lnTo>
                  <a:pt x="3257" y="1006"/>
                </a:lnTo>
                <a:lnTo>
                  <a:pt x="3257" y="946"/>
                </a:lnTo>
                <a:lnTo>
                  <a:pt x="3253" y="885"/>
                </a:lnTo>
                <a:lnTo>
                  <a:pt x="3242" y="826"/>
                </a:lnTo>
                <a:lnTo>
                  <a:pt x="3228" y="766"/>
                </a:lnTo>
                <a:lnTo>
                  <a:pt x="3208" y="709"/>
                </a:lnTo>
                <a:lnTo>
                  <a:pt x="3183" y="653"/>
                </a:lnTo>
                <a:lnTo>
                  <a:pt x="3153" y="598"/>
                </a:lnTo>
                <a:lnTo>
                  <a:pt x="3118" y="545"/>
                </a:lnTo>
                <a:lnTo>
                  <a:pt x="3079" y="495"/>
                </a:lnTo>
                <a:lnTo>
                  <a:pt x="3035" y="448"/>
                </a:lnTo>
                <a:lnTo>
                  <a:pt x="2985" y="403"/>
                </a:lnTo>
                <a:lnTo>
                  <a:pt x="2935" y="364"/>
                </a:lnTo>
                <a:lnTo>
                  <a:pt x="2881" y="331"/>
                </a:lnTo>
                <a:lnTo>
                  <a:pt x="2825" y="301"/>
                </a:lnTo>
                <a:lnTo>
                  <a:pt x="2767" y="277"/>
                </a:lnTo>
                <a:lnTo>
                  <a:pt x="2708" y="258"/>
                </a:lnTo>
                <a:lnTo>
                  <a:pt x="2648" y="243"/>
                </a:lnTo>
                <a:lnTo>
                  <a:pt x="2586" y="234"/>
                </a:lnTo>
                <a:lnTo>
                  <a:pt x="2525" y="229"/>
                </a:lnTo>
                <a:lnTo>
                  <a:pt x="2464" y="229"/>
                </a:lnTo>
                <a:lnTo>
                  <a:pt x="2402" y="234"/>
                </a:lnTo>
                <a:lnTo>
                  <a:pt x="2340" y="243"/>
                </a:lnTo>
                <a:lnTo>
                  <a:pt x="2280" y="258"/>
                </a:lnTo>
                <a:lnTo>
                  <a:pt x="2221" y="277"/>
                </a:lnTo>
                <a:lnTo>
                  <a:pt x="2164" y="301"/>
                </a:lnTo>
                <a:lnTo>
                  <a:pt x="2108" y="331"/>
                </a:lnTo>
                <a:lnTo>
                  <a:pt x="2055" y="364"/>
                </a:lnTo>
                <a:lnTo>
                  <a:pt x="2003" y="403"/>
                </a:lnTo>
                <a:lnTo>
                  <a:pt x="1955" y="448"/>
                </a:lnTo>
                <a:lnTo>
                  <a:pt x="378" y="1972"/>
                </a:lnTo>
                <a:lnTo>
                  <a:pt x="341" y="2013"/>
                </a:lnTo>
                <a:lnTo>
                  <a:pt x="307" y="2057"/>
                </a:lnTo>
                <a:lnTo>
                  <a:pt x="280" y="2102"/>
                </a:lnTo>
                <a:lnTo>
                  <a:pt x="258" y="2149"/>
                </a:lnTo>
                <a:lnTo>
                  <a:pt x="241" y="2199"/>
                </a:lnTo>
                <a:lnTo>
                  <a:pt x="228" y="2248"/>
                </a:lnTo>
                <a:lnTo>
                  <a:pt x="220" y="2299"/>
                </a:lnTo>
                <a:lnTo>
                  <a:pt x="218" y="2350"/>
                </a:lnTo>
                <a:lnTo>
                  <a:pt x="220" y="2402"/>
                </a:lnTo>
                <a:lnTo>
                  <a:pt x="228" y="2452"/>
                </a:lnTo>
                <a:lnTo>
                  <a:pt x="241" y="2503"/>
                </a:lnTo>
                <a:lnTo>
                  <a:pt x="258" y="2551"/>
                </a:lnTo>
                <a:lnTo>
                  <a:pt x="280" y="2599"/>
                </a:lnTo>
                <a:lnTo>
                  <a:pt x="307" y="2644"/>
                </a:lnTo>
                <a:lnTo>
                  <a:pt x="341" y="2687"/>
                </a:lnTo>
                <a:lnTo>
                  <a:pt x="378" y="2728"/>
                </a:lnTo>
                <a:lnTo>
                  <a:pt x="419" y="2765"/>
                </a:lnTo>
                <a:lnTo>
                  <a:pt x="463" y="2796"/>
                </a:lnTo>
                <a:lnTo>
                  <a:pt x="509" y="2824"/>
                </a:lnTo>
                <a:lnTo>
                  <a:pt x="558" y="2846"/>
                </a:lnTo>
                <a:lnTo>
                  <a:pt x="608" y="2863"/>
                </a:lnTo>
                <a:lnTo>
                  <a:pt x="660" y="2874"/>
                </a:lnTo>
                <a:lnTo>
                  <a:pt x="711" y="2882"/>
                </a:lnTo>
                <a:lnTo>
                  <a:pt x="763" y="2885"/>
                </a:lnTo>
                <a:lnTo>
                  <a:pt x="816" y="2882"/>
                </a:lnTo>
                <a:lnTo>
                  <a:pt x="867" y="2874"/>
                </a:lnTo>
                <a:lnTo>
                  <a:pt x="919" y="2863"/>
                </a:lnTo>
                <a:lnTo>
                  <a:pt x="968" y="2846"/>
                </a:lnTo>
                <a:lnTo>
                  <a:pt x="1018" y="2824"/>
                </a:lnTo>
                <a:lnTo>
                  <a:pt x="1064" y="2796"/>
                </a:lnTo>
                <a:lnTo>
                  <a:pt x="1108" y="2765"/>
                </a:lnTo>
                <a:lnTo>
                  <a:pt x="1149" y="2728"/>
                </a:lnTo>
                <a:lnTo>
                  <a:pt x="2741" y="1187"/>
                </a:lnTo>
                <a:lnTo>
                  <a:pt x="2768" y="1158"/>
                </a:lnTo>
                <a:lnTo>
                  <a:pt x="2791" y="1125"/>
                </a:lnTo>
                <a:lnTo>
                  <a:pt x="2809" y="1091"/>
                </a:lnTo>
                <a:lnTo>
                  <a:pt x="2823" y="1055"/>
                </a:lnTo>
                <a:lnTo>
                  <a:pt x="2831" y="1018"/>
                </a:lnTo>
                <a:lnTo>
                  <a:pt x="2837" y="980"/>
                </a:lnTo>
                <a:lnTo>
                  <a:pt x="2837" y="942"/>
                </a:lnTo>
                <a:lnTo>
                  <a:pt x="2831" y="904"/>
                </a:lnTo>
                <a:lnTo>
                  <a:pt x="2823" y="867"/>
                </a:lnTo>
                <a:lnTo>
                  <a:pt x="2809" y="832"/>
                </a:lnTo>
                <a:lnTo>
                  <a:pt x="2791" y="797"/>
                </a:lnTo>
                <a:lnTo>
                  <a:pt x="2768" y="764"/>
                </a:lnTo>
                <a:lnTo>
                  <a:pt x="2741" y="734"/>
                </a:lnTo>
                <a:lnTo>
                  <a:pt x="2710" y="707"/>
                </a:lnTo>
                <a:lnTo>
                  <a:pt x="2677" y="685"/>
                </a:lnTo>
                <a:lnTo>
                  <a:pt x="2642" y="668"/>
                </a:lnTo>
                <a:lnTo>
                  <a:pt x="2605" y="654"/>
                </a:lnTo>
                <a:lnTo>
                  <a:pt x="2567" y="645"/>
                </a:lnTo>
                <a:lnTo>
                  <a:pt x="2528" y="641"/>
                </a:lnTo>
                <a:lnTo>
                  <a:pt x="2490" y="641"/>
                </a:lnTo>
                <a:lnTo>
                  <a:pt x="2452" y="645"/>
                </a:lnTo>
                <a:lnTo>
                  <a:pt x="2415" y="654"/>
                </a:lnTo>
                <a:lnTo>
                  <a:pt x="2377" y="668"/>
                </a:lnTo>
                <a:lnTo>
                  <a:pt x="2343" y="685"/>
                </a:lnTo>
                <a:lnTo>
                  <a:pt x="2309" y="707"/>
                </a:lnTo>
                <a:lnTo>
                  <a:pt x="2278" y="734"/>
                </a:lnTo>
                <a:lnTo>
                  <a:pt x="1082" y="1906"/>
                </a:lnTo>
                <a:lnTo>
                  <a:pt x="1062" y="1922"/>
                </a:lnTo>
                <a:lnTo>
                  <a:pt x="1040" y="1931"/>
                </a:lnTo>
                <a:lnTo>
                  <a:pt x="1017" y="1937"/>
                </a:lnTo>
                <a:lnTo>
                  <a:pt x="992" y="1937"/>
                </a:lnTo>
                <a:lnTo>
                  <a:pt x="969" y="1931"/>
                </a:lnTo>
                <a:lnTo>
                  <a:pt x="947" y="1922"/>
                </a:lnTo>
                <a:lnTo>
                  <a:pt x="927" y="1906"/>
                </a:lnTo>
                <a:lnTo>
                  <a:pt x="911" y="1887"/>
                </a:lnTo>
                <a:lnTo>
                  <a:pt x="900" y="1865"/>
                </a:lnTo>
                <a:lnTo>
                  <a:pt x="896" y="1842"/>
                </a:lnTo>
                <a:lnTo>
                  <a:pt x="896" y="1819"/>
                </a:lnTo>
                <a:lnTo>
                  <a:pt x="900" y="1796"/>
                </a:lnTo>
                <a:lnTo>
                  <a:pt x="911" y="1775"/>
                </a:lnTo>
                <a:lnTo>
                  <a:pt x="927" y="1755"/>
                </a:lnTo>
                <a:lnTo>
                  <a:pt x="2123" y="583"/>
                </a:lnTo>
                <a:lnTo>
                  <a:pt x="2165" y="546"/>
                </a:lnTo>
                <a:lnTo>
                  <a:pt x="2209" y="515"/>
                </a:lnTo>
                <a:lnTo>
                  <a:pt x="2255" y="488"/>
                </a:lnTo>
                <a:lnTo>
                  <a:pt x="2304" y="465"/>
                </a:lnTo>
                <a:lnTo>
                  <a:pt x="2354" y="449"/>
                </a:lnTo>
                <a:lnTo>
                  <a:pt x="2405" y="436"/>
                </a:lnTo>
                <a:lnTo>
                  <a:pt x="2457" y="429"/>
                </a:lnTo>
                <a:lnTo>
                  <a:pt x="2509" y="427"/>
                </a:lnTo>
                <a:lnTo>
                  <a:pt x="2562" y="429"/>
                </a:lnTo>
                <a:lnTo>
                  <a:pt x="2613" y="436"/>
                </a:lnTo>
                <a:lnTo>
                  <a:pt x="2665" y="449"/>
                </a:lnTo>
                <a:lnTo>
                  <a:pt x="2714" y="465"/>
                </a:lnTo>
                <a:lnTo>
                  <a:pt x="2763" y="488"/>
                </a:lnTo>
                <a:lnTo>
                  <a:pt x="2810" y="515"/>
                </a:lnTo>
                <a:lnTo>
                  <a:pt x="2854" y="546"/>
                </a:lnTo>
                <a:lnTo>
                  <a:pt x="2895" y="583"/>
                </a:lnTo>
                <a:lnTo>
                  <a:pt x="2932" y="623"/>
                </a:lnTo>
                <a:lnTo>
                  <a:pt x="2965" y="666"/>
                </a:lnTo>
                <a:lnTo>
                  <a:pt x="2993" y="713"/>
                </a:lnTo>
                <a:lnTo>
                  <a:pt x="3015" y="760"/>
                </a:lnTo>
                <a:lnTo>
                  <a:pt x="3032" y="809"/>
                </a:lnTo>
                <a:lnTo>
                  <a:pt x="3045" y="859"/>
                </a:lnTo>
                <a:lnTo>
                  <a:pt x="3053" y="910"/>
                </a:lnTo>
                <a:lnTo>
                  <a:pt x="3055" y="961"/>
                </a:lnTo>
                <a:lnTo>
                  <a:pt x="3053" y="1012"/>
                </a:lnTo>
                <a:lnTo>
                  <a:pt x="3045" y="1063"/>
                </a:lnTo>
                <a:lnTo>
                  <a:pt x="3032" y="1113"/>
                </a:lnTo>
                <a:lnTo>
                  <a:pt x="3015" y="1162"/>
                </a:lnTo>
                <a:lnTo>
                  <a:pt x="2993" y="1209"/>
                </a:lnTo>
                <a:lnTo>
                  <a:pt x="2965" y="1255"/>
                </a:lnTo>
                <a:lnTo>
                  <a:pt x="2932" y="1298"/>
                </a:lnTo>
                <a:lnTo>
                  <a:pt x="2895" y="1339"/>
                </a:lnTo>
                <a:lnTo>
                  <a:pt x="1303" y="2879"/>
                </a:lnTo>
                <a:lnTo>
                  <a:pt x="1255" y="2923"/>
                </a:lnTo>
                <a:lnTo>
                  <a:pt x="1203" y="2962"/>
                </a:lnTo>
                <a:lnTo>
                  <a:pt x="1150" y="2995"/>
                </a:lnTo>
                <a:lnTo>
                  <a:pt x="1094" y="3025"/>
                </a:lnTo>
                <a:lnTo>
                  <a:pt x="1036" y="3049"/>
                </a:lnTo>
                <a:lnTo>
                  <a:pt x="977" y="3068"/>
                </a:lnTo>
                <a:lnTo>
                  <a:pt x="917" y="3083"/>
                </a:lnTo>
                <a:lnTo>
                  <a:pt x="855" y="3092"/>
                </a:lnTo>
                <a:lnTo>
                  <a:pt x="794" y="3097"/>
                </a:lnTo>
                <a:lnTo>
                  <a:pt x="733" y="3097"/>
                </a:lnTo>
                <a:lnTo>
                  <a:pt x="671" y="3092"/>
                </a:lnTo>
                <a:lnTo>
                  <a:pt x="609" y="3083"/>
                </a:lnTo>
                <a:lnTo>
                  <a:pt x="549" y="3068"/>
                </a:lnTo>
                <a:lnTo>
                  <a:pt x="490" y="3049"/>
                </a:lnTo>
                <a:lnTo>
                  <a:pt x="433" y="3025"/>
                </a:lnTo>
                <a:lnTo>
                  <a:pt x="377" y="2995"/>
                </a:lnTo>
                <a:lnTo>
                  <a:pt x="323" y="2962"/>
                </a:lnTo>
                <a:lnTo>
                  <a:pt x="272" y="2923"/>
                </a:lnTo>
                <a:lnTo>
                  <a:pt x="224" y="2879"/>
                </a:lnTo>
                <a:lnTo>
                  <a:pt x="178" y="2832"/>
                </a:lnTo>
                <a:lnTo>
                  <a:pt x="139" y="2782"/>
                </a:lnTo>
                <a:lnTo>
                  <a:pt x="104" y="2729"/>
                </a:lnTo>
                <a:lnTo>
                  <a:pt x="75" y="2674"/>
                </a:lnTo>
                <a:lnTo>
                  <a:pt x="51" y="2617"/>
                </a:lnTo>
                <a:lnTo>
                  <a:pt x="30" y="2560"/>
                </a:lnTo>
                <a:lnTo>
                  <a:pt x="15" y="2501"/>
                </a:lnTo>
                <a:lnTo>
                  <a:pt x="5" y="2441"/>
                </a:lnTo>
                <a:lnTo>
                  <a:pt x="0" y="2381"/>
                </a:lnTo>
                <a:lnTo>
                  <a:pt x="0" y="2321"/>
                </a:lnTo>
                <a:lnTo>
                  <a:pt x="5" y="2260"/>
                </a:lnTo>
                <a:lnTo>
                  <a:pt x="15" y="2200"/>
                </a:lnTo>
                <a:lnTo>
                  <a:pt x="30" y="2141"/>
                </a:lnTo>
                <a:lnTo>
                  <a:pt x="51" y="2083"/>
                </a:lnTo>
                <a:lnTo>
                  <a:pt x="75" y="2027"/>
                </a:lnTo>
                <a:lnTo>
                  <a:pt x="104" y="1972"/>
                </a:lnTo>
                <a:lnTo>
                  <a:pt x="139" y="1920"/>
                </a:lnTo>
                <a:lnTo>
                  <a:pt x="178" y="1869"/>
                </a:lnTo>
                <a:lnTo>
                  <a:pt x="224" y="1822"/>
                </a:lnTo>
                <a:lnTo>
                  <a:pt x="1815" y="281"/>
                </a:lnTo>
                <a:lnTo>
                  <a:pt x="1872" y="230"/>
                </a:lnTo>
                <a:lnTo>
                  <a:pt x="1931" y="183"/>
                </a:lnTo>
                <a:lnTo>
                  <a:pt x="1992" y="143"/>
                </a:lnTo>
                <a:lnTo>
                  <a:pt x="2057" y="108"/>
                </a:lnTo>
                <a:lnTo>
                  <a:pt x="2123" y="76"/>
                </a:lnTo>
                <a:lnTo>
                  <a:pt x="2191" y="51"/>
                </a:lnTo>
                <a:lnTo>
                  <a:pt x="2261" y="31"/>
                </a:lnTo>
                <a:lnTo>
                  <a:pt x="2331" y="15"/>
                </a:lnTo>
                <a:lnTo>
                  <a:pt x="2402" y="5"/>
                </a:lnTo>
                <a:lnTo>
                  <a:pt x="2474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lvl="0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27" name="그룹 26"/>
          <p:cNvGrpSpPr/>
          <p:nvPr/>
        </p:nvGrpSpPr>
        <p:grpSpPr>
          <a:xfrm>
            <a:off x="393568" y="656552"/>
            <a:ext cx="323769" cy="323769"/>
            <a:chOff x="1593332" y="2172798"/>
            <a:chExt cx="1083168" cy="1083168"/>
          </a:xfrm>
        </p:grpSpPr>
        <p:sp>
          <p:nvSpPr>
            <p:cNvPr id="28" name="타원 27"/>
            <p:cNvSpPr/>
            <p:nvPr/>
          </p:nvSpPr>
          <p:spPr>
            <a:xfrm>
              <a:off x="1593332" y="2172798"/>
              <a:ext cx="1083168" cy="1083168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b="1">
                <a:solidFill>
                  <a:prstClr val="white"/>
                </a:solidFill>
              </a:endParaRPr>
            </a:p>
          </p:txBody>
        </p:sp>
        <p:pic>
          <p:nvPicPr>
            <p:cNvPr id="29" name="그림 28"/>
            <p:cNvPicPr>
              <a:picLocks noChangeAspect="1"/>
            </p:cNvPicPr>
            <p:nvPr/>
          </p:nvPicPr>
          <p:blipFill rotWithShape="1">
            <a:blip r:embed="rId2"/>
            <a:stretch>
              <a:fillRect/>
            </a:stretch>
          </p:blipFill>
          <p:spPr>
            <a:xfrm>
              <a:off x="1741655" y="2321121"/>
              <a:ext cx="786521" cy="786521"/>
            </a:xfrm>
            <a:prstGeom prst="rect">
              <a:avLst/>
            </a:prstGeom>
          </p:spPr>
        </p:pic>
      </p:grpSp>
      <p:sp>
        <p:nvSpPr>
          <p:cNvPr id="32" name="모서리가 둥근 직사각형 31"/>
          <p:cNvSpPr/>
          <p:nvPr/>
        </p:nvSpPr>
        <p:spPr>
          <a:xfrm>
            <a:off x="350136" y="1719059"/>
            <a:ext cx="396000" cy="396000"/>
          </a:xfrm>
          <a:prstGeom prst="roundRect">
            <a:avLst>
              <a:gd name="adj" fmla="val 16667"/>
            </a:avLst>
          </a:prstGeom>
          <a:solidFill>
            <a:srgbClr val="00D6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" anchor="ctr"/>
          <a:lstStyle/>
          <a:p>
            <a:pPr lvl="0">
              <a:defRPr/>
            </a:pPr>
            <a:endParaRPr lang="en-US" altLang="ko-KR" sz="1050">
              <a:solidFill>
                <a:prstClr val="white"/>
              </a:solidFill>
            </a:endParaRPr>
          </a:p>
        </p:txBody>
      </p:sp>
      <p:grpSp>
        <p:nvGrpSpPr>
          <p:cNvPr id="20" name="Group 12"/>
          <p:cNvGrpSpPr>
            <a:grpSpLocks noChangeAspect="1"/>
          </p:cNvGrpSpPr>
          <p:nvPr/>
        </p:nvGrpSpPr>
        <p:grpSpPr>
          <a:xfrm>
            <a:off x="433464" y="1832474"/>
            <a:ext cx="229344" cy="182438"/>
            <a:chOff x="6124" y="305"/>
            <a:chExt cx="841" cy="669"/>
          </a:xfrm>
          <a:solidFill>
            <a:schemeClr val="bg1"/>
          </a:solidFill>
        </p:grpSpPr>
        <p:sp>
          <p:nvSpPr>
            <p:cNvPr id="21" name="Freeform 13"/>
            <p:cNvSpPr/>
            <p:nvPr/>
          </p:nvSpPr>
          <p:spPr>
            <a:xfrm>
              <a:off x="6244" y="440"/>
              <a:ext cx="601" cy="534"/>
            </a:xfrm>
            <a:custGeom>
              <a:avLst/>
              <a:gdLst>
                <a:gd name="T0" fmla="*/ 902 w 1802"/>
                <a:gd name="T1" fmla="*/ 0 h 1602"/>
                <a:gd name="T2" fmla="*/ 2 w 1802"/>
                <a:gd name="T3" fmla="*/ 742 h 1602"/>
                <a:gd name="T4" fmla="*/ 2 w 1802"/>
                <a:gd name="T5" fmla="*/ 743 h 1602"/>
                <a:gd name="T6" fmla="*/ 2 w 1802"/>
                <a:gd name="T7" fmla="*/ 746 h 1602"/>
                <a:gd name="T8" fmla="*/ 0 w 1802"/>
                <a:gd name="T9" fmla="*/ 749 h 1602"/>
                <a:gd name="T10" fmla="*/ 0 w 1802"/>
                <a:gd name="T11" fmla="*/ 751 h 1602"/>
                <a:gd name="T12" fmla="*/ 0 w 1802"/>
                <a:gd name="T13" fmla="*/ 1501 h 1602"/>
                <a:gd name="T14" fmla="*/ 2 w 1802"/>
                <a:gd name="T15" fmla="*/ 1521 h 1602"/>
                <a:gd name="T16" fmla="*/ 16 w 1802"/>
                <a:gd name="T17" fmla="*/ 1557 h 1602"/>
                <a:gd name="T18" fmla="*/ 30 w 1802"/>
                <a:gd name="T19" fmla="*/ 1572 h 1602"/>
                <a:gd name="T20" fmla="*/ 45 w 1802"/>
                <a:gd name="T21" fmla="*/ 1586 h 1602"/>
                <a:gd name="T22" fmla="*/ 81 w 1802"/>
                <a:gd name="T23" fmla="*/ 1601 h 1602"/>
                <a:gd name="T24" fmla="*/ 100 w 1802"/>
                <a:gd name="T25" fmla="*/ 1602 h 1602"/>
                <a:gd name="T26" fmla="*/ 702 w 1802"/>
                <a:gd name="T27" fmla="*/ 1602 h 1602"/>
                <a:gd name="T28" fmla="*/ 702 w 1802"/>
                <a:gd name="T29" fmla="*/ 1001 h 1602"/>
                <a:gd name="T30" fmla="*/ 1102 w 1802"/>
                <a:gd name="T31" fmla="*/ 1001 h 1602"/>
                <a:gd name="T32" fmla="*/ 1102 w 1802"/>
                <a:gd name="T33" fmla="*/ 1602 h 1602"/>
                <a:gd name="T34" fmla="*/ 1703 w 1802"/>
                <a:gd name="T35" fmla="*/ 1602 h 1602"/>
                <a:gd name="T36" fmla="*/ 1723 w 1802"/>
                <a:gd name="T37" fmla="*/ 1601 h 1602"/>
                <a:gd name="T38" fmla="*/ 1758 w 1802"/>
                <a:gd name="T39" fmla="*/ 1586 h 1602"/>
                <a:gd name="T40" fmla="*/ 1773 w 1802"/>
                <a:gd name="T41" fmla="*/ 1572 h 1602"/>
                <a:gd name="T42" fmla="*/ 1786 w 1802"/>
                <a:gd name="T43" fmla="*/ 1557 h 1602"/>
                <a:gd name="T44" fmla="*/ 1802 w 1802"/>
                <a:gd name="T45" fmla="*/ 1521 h 1602"/>
                <a:gd name="T46" fmla="*/ 1802 w 1802"/>
                <a:gd name="T47" fmla="*/ 1501 h 1602"/>
                <a:gd name="T48" fmla="*/ 1802 w 1802"/>
                <a:gd name="T49" fmla="*/ 751 h 1602"/>
                <a:gd name="T50" fmla="*/ 1802 w 1802"/>
                <a:gd name="T51" fmla="*/ 745 h 1602"/>
                <a:gd name="T52" fmla="*/ 1801 w 1802"/>
                <a:gd name="T53" fmla="*/ 742 h 1602"/>
                <a:gd name="T54" fmla="*/ 902 w 1802"/>
                <a:gd name="T55" fmla="*/ 0 h 1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802" h="1602">
                  <a:moveTo>
                    <a:pt x="902" y="0"/>
                  </a:moveTo>
                  <a:lnTo>
                    <a:pt x="2" y="742"/>
                  </a:lnTo>
                  <a:lnTo>
                    <a:pt x="2" y="743"/>
                  </a:lnTo>
                  <a:lnTo>
                    <a:pt x="2" y="746"/>
                  </a:lnTo>
                  <a:lnTo>
                    <a:pt x="0" y="749"/>
                  </a:lnTo>
                  <a:lnTo>
                    <a:pt x="0" y="751"/>
                  </a:lnTo>
                  <a:lnTo>
                    <a:pt x="0" y="1501"/>
                  </a:lnTo>
                  <a:lnTo>
                    <a:pt x="2" y="1521"/>
                  </a:lnTo>
                  <a:lnTo>
                    <a:pt x="16" y="1557"/>
                  </a:lnTo>
                  <a:lnTo>
                    <a:pt x="30" y="1572"/>
                  </a:lnTo>
                  <a:lnTo>
                    <a:pt x="45" y="1586"/>
                  </a:lnTo>
                  <a:lnTo>
                    <a:pt x="81" y="1601"/>
                  </a:lnTo>
                  <a:lnTo>
                    <a:pt x="100" y="1602"/>
                  </a:lnTo>
                  <a:lnTo>
                    <a:pt x="702" y="1602"/>
                  </a:lnTo>
                  <a:lnTo>
                    <a:pt x="702" y="1001"/>
                  </a:lnTo>
                  <a:lnTo>
                    <a:pt x="1102" y="1001"/>
                  </a:lnTo>
                  <a:lnTo>
                    <a:pt x="1102" y="1602"/>
                  </a:lnTo>
                  <a:lnTo>
                    <a:pt x="1703" y="1602"/>
                  </a:lnTo>
                  <a:lnTo>
                    <a:pt x="1723" y="1601"/>
                  </a:lnTo>
                  <a:lnTo>
                    <a:pt x="1758" y="1586"/>
                  </a:lnTo>
                  <a:lnTo>
                    <a:pt x="1773" y="1572"/>
                  </a:lnTo>
                  <a:lnTo>
                    <a:pt x="1786" y="1557"/>
                  </a:lnTo>
                  <a:lnTo>
                    <a:pt x="1802" y="1521"/>
                  </a:lnTo>
                  <a:lnTo>
                    <a:pt x="1802" y="1501"/>
                  </a:lnTo>
                  <a:lnTo>
                    <a:pt x="1802" y="751"/>
                  </a:lnTo>
                  <a:lnTo>
                    <a:pt x="1802" y="745"/>
                  </a:lnTo>
                  <a:lnTo>
                    <a:pt x="1801" y="742"/>
                  </a:lnTo>
                  <a:lnTo>
                    <a:pt x="90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anchor="t" anchorCtr="0">
              <a:prstTxWarp prst="textNoShape">
                <a:avLst/>
              </a:prstTxWarp>
            </a:bodyPr>
            <a:lstStyle/>
            <a:p>
              <a:pPr lvl="0"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22" name="Freeform 14"/>
            <p:cNvSpPr/>
            <p:nvPr/>
          </p:nvSpPr>
          <p:spPr>
            <a:xfrm>
              <a:off x="6124" y="305"/>
              <a:ext cx="841" cy="394"/>
            </a:xfrm>
            <a:custGeom>
              <a:avLst/>
              <a:gdLst>
                <a:gd name="T0" fmla="*/ 2505 w 2522"/>
                <a:gd name="T1" fmla="*/ 978 h 1181"/>
                <a:gd name="T2" fmla="*/ 2162 w 2522"/>
                <a:gd name="T3" fmla="*/ 694 h 1181"/>
                <a:gd name="T4" fmla="*/ 2162 w 2522"/>
                <a:gd name="T5" fmla="*/ 54 h 1181"/>
                <a:gd name="T6" fmla="*/ 2162 w 2522"/>
                <a:gd name="T7" fmla="*/ 44 h 1181"/>
                <a:gd name="T8" fmla="*/ 2155 w 2522"/>
                <a:gd name="T9" fmla="*/ 26 h 1181"/>
                <a:gd name="T10" fmla="*/ 2149 w 2522"/>
                <a:gd name="T11" fmla="*/ 18 h 1181"/>
                <a:gd name="T12" fmla="*/ 2141 w 2522"/>
                <a:gd name="T13" fmla="*/ 13 h 1181"/>
                <a:gd name="T14" fmla="*/ 2123 w 2522"/>
                <a:gd name="T15" fmla="*/ 5 h 1181"/>
                <a:gd name="T16" fmla="*/ 2113 w 2522"/>
                <a:gd name="T17" fmla="*/ 5 h 1181"/>
                <a:gd name="T18" fmla="*/ 1812 w 2522"/>
                <a:gd name="T19" fmla="*/ 5 h 1181"/>
                <a:gd name="T20" fmla="*/ 1802 w 2522"/>
                <a:gd name="T21" fmla="*/ 5 h 1181"/>
                <a:gd name="T22" fmla="*/ 1783 w 2522"/>
                <a:gd name="T23" fmla="*/ 13 h 1181"/>
                <a:gd name="T24" fmla="*/ 1776 w 2522"/>
                <a:gd name="T25" fmla="*/ 18 h 1181"/>
                <a:gd name="T26" fmla="*/ 1770 w 2522"/>
                <a:gd name="T27" fmla="*/ 26 h 1181"/>
                <a:gd name="T28" fmla="*/ 1763 w 2522"/>
                <a:gd name="T29" fmla="*/ 44 h 1181"/>
                <a:gd name="T30" fmla="*/ 1762 w 2522"/>
                <a:gd name="T31" fmla="*/ 54 h 1181"/>
                <a:gd name="T32" fmla="*/ 1762 w 2522"/>
                <a:gd name="T33" fmla="*/ 360 h 1181"/>
                <a:gd name="T34" fmla="*/ 1380 w 2522"/>
                <a:gd name="T35" fmla="*/ 41 h 1181"/>
                <a:gd name="T36" fmla="*/ 1354 w 2522"/>
                <a:gd name="T37" fmla="*/ 23 h 1181"/>
                <a:gd name="T38" fmla="*/ 1295 w 2522"/>
                <a:gd name="T39" fmla="*/ 1 h 1181"/>
                <a:gd name="T40" fmla="*/ 1262 w 2522"/>
                <a:gd name="T41" fmla="*/ 0 h 1181"/>
                <a:gd name="T42" fmla="*/ 1227 w 2522"/>
                <a:gd name="T43" fmla="*/ 1 h 1181"/>
                <a:gd name="T44" fmla="*/ 1168 w 2522"/>
                <a:gd name="T45" fmla="*/ 23 h 1181"/>
                <a:gd name="T46" fmla="*/ 1142 w 2522"/>
                <a:gd name="T47" fmla="*/ 41 h 1181"/>
                <a:gd name="T48" fmla="*/ 17 w 2522"/>
                <a:gd name="T49" fmla="*/ 978 h 1181"/>
                <a:gd name="T50" fmla="*/ 10 w 2522"/>
                <a:gd name="T51" fmla="*/ 985 h 1181"/>
                <a:gd name="T52" fmla="*/ 1 w 2522"/>
                <a:gd name="T53" fmla="*/ 1001 h 1181"/>
                <a:gd name="T54" fmla="*/ 0 w 2522"/>
                <a:gd name="T55" fmla="*/ 1012 h 1181"/>
                <a:gd name="T56" fmla="*/ 0 w 2522"/>
                <a:gd name="T57" fmla="*/ 1023 h 1181"/>
                <a:gd name="T58" fmla="*/ 6 w 2522"/>
                <a:gd name="T59" fmla="*/ 1040 h 1181"/>
                <a:gd name="T60" fmla="*/ 12 w 2522"/>
                <a:gd name="T61" fmla="*/ 1048 h 1181"/>
                <a:gd name="T62" fmla="*/ 108 w 2522"/>
                <a:gd name="T63" fmla="*/ 1164 h 1181"/>
                <a:gd name="T64" fmla="*/ 122 w 2522"/>
                <a:gd name="T65" fmla="*/ 1177 h 1181"/>
                <a:gd name="T66" fmla="*/ 141 w 2522"/>
                <a:gd name="T67" fmla="*/ 1181 h 1181"/>
                <a:gd name="T68" fmla="*/ 160 w 2522"/>
                <a:gd name="T69" fmla="*/ 1181 h 1181"/>
                <a:gd name="T70" fmla="*/ 179 w 2522"/>
                <a:gd name="T71" fmla="*/ 1171 h 1181"/>
                <a:gd name="T72" fmla="*/ 1262 w 2522"/>
                <a:gd name="T73" fmla="*/ 268 h 1181"/>
                <a:gd name="T74" fmla="*/ 2344 w 2522"/>
                <a:gd name="T75" fmla="*/ 1171 h 1181"/>
                <a:gd name="T76" fmla="*/ 2358 w 2522"/>
                <a:gd name="T77" fmla="*/ 1180 h 1181"/>
                <a:gd name="T78" fmla="*/ 2377 w 2522"/>
                <a:gd name="T79" fmla="*/ 1181 h 1181"/>
                <a:gd name="T80" fmla="*/ 2383 w 2522"/>
                <a:gd name="T81" fmla="*/ 1181 h 1181"/>
                <a:gd name="T82" fmla="*/ 2401 w 2522"/>
                <a:gd name="T83" fmla="*/ 1177 h 1181"/>
                <a:gd name="T84" fmla="*/ 2414 w 2522"/>
                <a:gd name="T85" fmla="*/ 1164 h 1181"/>
                <a:gd name="T86" fmla="*/ 2512 w 2522"/>
                <a:gd name="T87" fmla="*/ 1048 h 1181"/>
                <a:gd name="T88" fmla="*/ 2518 w 2522"/>
                <a:gd name="T89" fmla="*/ 1040 h 1181"/>
                <a:gd name="T90" fmla="*/ 2522 w 2522"/>
                <a:gd name="T91" fmla="*/ 1023 h 1181"/>
                <a:gd name="T92" fmla="*/ 2522 w 2522"/>
                <a:gd name="T93" fmla="*/ 1012 h 1181"/>
                <a:gd name="T94" fmla="*/ 2521 w 2522"/>
                <a:gd name="T95" fmla="*/ 1001 h 1181"/>
                <a:gd name="T96" fmla="*/ 2512 w 2522"/>
                <a:gd name="T97" fmla="*/ 985 h 1181"/>
                <a:gd name="T98" fmla="*/ 2505 w 2522"/>
                <a:gd name="T99" fmla="*/ 978 h 1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22" h="1181">
                  <a:moveTo>
                    <a:pt x="2505" y="978"/>
                  </a:moveTo>
                  <a:lnTo>
                    <a:pt x="2162" y="694"/>
                  </a:lnTo>
                  <a:lnTo>
                    <a:pt x="2162" y="54"/>
                  </a:lnTo>
                  <a:lnTo>
                    <a:pt x="2162" y="44"/>
                  </a:lnTo>
                  <a:lnTo>
                    <a:pt x="2155" y="26"/>
                  </a:lnTo>
                  <a:lnTo>
                    <a:pt x="2149" y="18"/>
                  </a:lnTo>
                  <a:lnTo>
                    <a:pt x="2141" y="13"/>
                  </a:lnTo>
                  <a:lnTo>
                    <a:pt x="2123" y="5"/>
                  </a:lnTo>
                  <a:lnTo>
                    <a:pt x="2113" y="5"/>
                  </a:lnTo>
                  <a:lnTo>
                    <a:pt x="1812" y="5"/>
                  </a:lnTo>
                  <a:lnTo>
                    <a:pt x="1802" y="5"/>
                  </a:lnTo>
                  <a:lnTo>
                    <a:pt x="1783" y="13"/>
                  </a:lnTo>
                  <a:lnTo>
                    <a:pt x="1776" y="18"/>
                  </a:lnTo>
                  <a:lnTo>
                    <a:pt x="1770" y="26"/>
                  </a:lnTo>
                  <a:lnTo>
                    <a:pt x="1763" y="44"/>
                  </a:lnTo>
                  <a:lnTo>
                    <a:pt x="1762" y="54"/>
                  </a:lnTo>
                  <a:lnTo>
                    <a:pt x="1762" y="360"/>
                  </a:lnTo>
                  <a:lnTo>
                    <a:pt x="1380" y="41"/>
                  </a:lnTo>
                  <a:lnTo>
                    <a:pt x="1354" y="23"/>
                  </a:lnTo>
                  <a:lnTo>
                    <a:pt x="1295" y="1"/>
                  </a:lnTo>
                  <a:lnTo>
                    <a:pt x="1262" y="0"/>
                  </a:lnTo>
                  <a:lnTo>
                    <a:pt x="1227" y="1"/>
                  </a:lnTo>
                  <a:lnTo>
                    <a:pt x="1168" y="23"/>
                  </a:lnTo>
                  <a:lnTo>
                    <a:pt x="1142" y="41"/>
                  </a:lnTo>
                  <a:lnTo>
                    <a:pt x="17" y="978"/>
                  </a:lnTo>
                  <a:lnTo>
                    <a:pt x="10" y="985"/>
                  </a:lnTo>
                  <a:lnTo>
                    <a:pt x="1" y="1001"/>
                  </a:lnTo>
                  <a:lnTo>
                    <a:pt x="0" y="1012"/>
                  </a:lnTo>
                  <a:lnTo>
                    <a:pt x="0" y="1023"/>
                  </a:lnTo>
                  <a:lnTo>
                    <a:pt x="6" y="1040"/>
                  </a:lnTo>
                  <a:lnTo>
                    <a:pt x="12" y="1048"/>
                  </a:lnTo>
                  <a:lnTo>
                    <a:pt x="108" y="1164"/>
                  </a:lnTo>
                  <a:lnTo>
                    <a:pt x="122" y="1177"/>
                  </a:lnTo>
                  <a:lnTo>
                    <a:pt x="141" y="1181"/>
                  </a:lnTo>
                  <a:lnTo>
                    <a:pt x="160" y="1181"/>
                  </a:lnTo>
                  <a:lnTo>
                    <a:pt x="179" y="1171"/>
                  </a:lnTo>
                  <a:lnTo>
                    <a:pt x="1262" y="268"/>
                  </a:lnTo>
                  <a:lnTo>
                    <a:pt x="2344" y="1171"/>
                  </a:lnTo>
                  <a:lnTo>
                    <a:pt x="2358" y="1180"/>
                  </a:lnTo>
                  <a:lnTo>
                    <a:pt x="2377" y="1181"/>
                  </a:lnTo>
                  <a:lnTo>
                    <a:pt x="2383" y="1181"/>
                  </a:lnTo>
                  <a:lnTo>
                    <a:pt x="2401" y="1177"/>
                  </a:lnTo>
                  <a:lnTo>
                    <a:pt x="2414" y="1164"/>
                  </a:lnTo>
                  <a:lnTo>
                    <a:pt x="2512" y="1048"/>
                  </a:lnTo>
                  <a:lnTo>
                    <a:pt x="2518" y="1040"/>
                  </a:lnTo>
                  <a:lnTo>
                    <a:pt x="2522" y="1023"/>
                  </a:lnTo>
                  <a:lnTo>
                    <a:pt x="2522" y="1012"/>
                  </a:lnTo>
                  <a:lnTo>
                    <a:pt x="2521" y="1001"/>
                  </a:lnTo>
                  <a:lnTo>
                    <a:pt x="2512" y="985"/>
                  </a:lnTo>
                  <a:lnTo>
                    <a:pt x="2505" y="97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anchor="t" anchorCtr="0">
              <a:prstTxWarp prst="textNoShape">
                <a:avLst/>
              </a:prstTxWarp>
            </a:bodyPr>
            <a:lstStyle/>
            <a:p>
              <a:pPr lvl="0"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35" name="타원 34"/>
          <p:cNvSpPr/>
          <p:nvPr/>
        </p:nvSpPr>
        <p:spPr>
          <a:xfrm>
            <a:off x="578088" y="2370814"/>
            <a:ext cx="177525" cy="17752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anchor="ctr"/>
          <a:lstStyle/>
          <a:p>
            <a:pPr algn="ctr">
              <a:defRPr/>
            </a:pPr>
            <a:r>
              <a:rPr lang="en-US" altLang="ko-KR" sz="1000">
                <a:solidFill>
                  <a:prstClr val="white"/>
                </a:solidFill>
              </a:rPr>
              <a:t>8</a:t>
            </a:r>
          </a:p>
        </p:txBody>
      </p:sp>
      <p:sp>
        <p:nvSpPr>
          <p:cNvPr id="38" name="직사각형 37"/>
          <p:cNvSpPr/>
          <p:nvPr/>
        </p:nvSpPr>
        <p:spPr>
          <a:xfrm>
            <a:off x="1420813" y="537998"/>
            <a:ext cx="6096000" cy="907896"/>
          </a:xfrm>
          <a:prstGeom prst="rect">
            <a:avLst/>
          </a:prstGeom>
        </p:spPr>
        <p:txBody>
          <a:bodyPr>
            <a:spAutoFit/>
          </a:bodyPr>
          <a:lstStyle/>
          <a:p>
            <a:pPr latinLnBrk="0">
              <a:lnSpc>
                <a:spcPct val="150000"/>
              </a:lnSpc>
              <a:defRPr/>
            </a:pPr>
            <a:r>
              <a:rPr lang="en-US" altLang="ko-KR" sz="2600" b="1" i="1" kern="0">
                <a:solidFill>
                  <a:prstClr val="black">
                    <a:lumMod val="65000"/>
                    <a:lumOff val="35000"/>
                  </a:prstClr>
                </a:solidFill>
              </a:rPr>
              <a:t>DEBATE</a:t>
            </a:r>
            <a:endParaRPr lang="en-US" altLang="ko-KR" sz="2400" b="1" i="1" kern="0">
              <a:solidFill>
                <a:prstClr val="black">
                  <a:lumMod val="65000"/>
                  <a:lumOff val="35000"/>
                </a:prstClr>
              </a:solidFill>
            </a:endParaRPr>
          </a:p>
          <a:p>
            <a:pPr latinLnBrk="0">
              <a:lnSpc>
                <a:spcPct val="150000"/>
              </a:lnSpc>
              <a:defRPr/>
            </a:pPr>
            <a:r>
              <a:rPr lang="en-US" altLang="ko-KR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SCHEDULE&gt;TOPIC&gt;</a:t>
            </a:r>
            <a:r>
              <a:rPr lang="en-US" altLang="ko-KR" sz="1000" b="1" kern="0">
                <a:solidFill>
                  <a:schemeClr val="accent6"/>
                </a:solidFill>
              </a:rPr>
              <a:t>TOPIC DETAIL</a:t>
            </a:r>
            <a:r>
              <a:rPr lang="en-US" altLang="ko-KR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&gt;ENVIRONMENT</a:t>
            </a:r>
            <a:endParaRPr lang="ko-KR" altLang="en-US" sz="1000" kern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40" name="모서리가 둥근 직사각형 39"/>
          <p:cNvSpPr/>
          <p:nvPr/>
        </p:nvSpPr>
        <p:spPr>
          <a:xfrm>
            <a:off x="1514699" y="1646917"/>
            <a:ext cx="9864501" cy="4279543"/>
          </a:xfrm>
          <a:prstGeom prst="roundRect">
            <a:avLst>
              <a:gd name="adj" fmla="val 3424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" anchor="ctr"/>
          <a:lstStyle/>
          <a:p>
            <a:pPr lvl="0">
              <a:defRPr/>
            </a:pPr>
            <a:endParaRPr lang="en-US" altLang="ko-KR" sz="1050">
              <a:solidFill>
                <a:srgbClr val="264259"/>
              </a:solidFill>
            </a:endParaRPr>
          </a:p>
        </p:txBody>
      </p:sp>
      <p:sp>
        <p:nvSpPr>
          <p:cNvPr id="51" name="타원 50"/>
          <p:cNvSpPr/>
          <p:nvPr/>
        </p:nvSpPr>
        <p:spPr>
          <a:xfrm>
            <a:off x="555404" y="4304681"/>
            <a:ext cx="177525" cy="17752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anchor="ctr"/>
          <a:lstStyle/>
          <a:p>
            <a:pPr algn="ctr">
              <a:defRPr/>
            </a:pPr>
            <a:r>
              <a:rPr lang="en-US" altLang="ko-KR" sz="600">
                <a:solidFill>
                  <a:prstClr val="white"/>
                </a:solidFill>
              </a:rPr>
              <a:t>off</a:t>
            </a:r>
            <a:endParaRPr lang="ko-KR" altLang="en-US" sz="600">
              <a:solidFill>
                <a:prstClr val="white"/>
              </a:solidFill>
            </a:endParaRPr>
          </a:p>
        </p:txBody>
      </p:sp>
      <p:sp>
        <p:nvSpPr>
          <p:cNvPr id="57" name="직사각형 49"/>
          <p:cNvSpPr/>
          <p:nvPr/>
        </p:nvSpPr>
        <p:spPr>
          <a:xfrm>
            <a:off x="1674487" y="1837813"/>
            <a:ext cx="9545326" cy="40726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l" defTabSz="914400" rtl="0" eaLnBrk="1" latinLnBrk="1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600" b="1" i="0" u="none" strike="noStrike" kern="1200" cap="none" spc="0" normalizeH="0" baseline="0">
                <a:solidFill>
                  <a:srgbClr val="00D65E"/>
                </a:solidFill>
                <a:latin typeface="맑은 고딕"/>
                <a:ea typeface="맑은 고딕"/>
                <a:cs typeface="맑은 고딕"/>
              </a:rPr>
              <a:t>TOPIC DETAIL</a:t>
            </a:r>
            <a:endParaRPr kumimoji="0" lang="ko-KR" altLang="en-US" sz="1600" b="1" i="0" u="none" strike="noStrike" kern="1200" cap="none" spc="0" normalizeH="0" baseline="0">
              <a:solidFill>
                <a:srgbClr val="00D65E"/>
              </a:solidFill>
              <a:latin typeface="맑은 고딕"/>
              <a:ea typeface="맑은 고딕"/>
              <a:cs typeface="맑은 고딕"/>
            </a:endParaRPr>
          </a:p>
          <a:p>
            <a:pPr marL="381000" marR="190500" indent="0" algn="l" defTabSz="914400" rtl="0" eaLnBrk="1" latinLnBrk="1" hangingPunct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kumimoji="0" sz="1100" b="0" i="0" u="none" strike="noStrike" kern="1200" cap="none" spc="0" normalizeH="0" baseline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  <a:p>
            <a:pPr marL="381000" marR="19050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0" i="0" u="none" strike="noStrike"/>
              <a:t>1</a:t>
            </a:r>
            <a:r>
              <a:rPr lang="en-US" altLang="ko-KR" sz="1100" b="0" i="0" u="none" strike="noStrike"/>
              <a:t>.</a:t>
            </a:r>
            <a:r>
              <a:rPr lang="EN-US" sz="1100" b="0" i="0" u="none" strike="noStrike"/>
              <a:t> </a:t>
            </a:r>
            <a:r>
              <a:rPr lang="en-US" sz="1100"/>
              <a:t>Learning method</a:t>
            </a:r>
            <a:endParaRPr lang="en-US" sz="1100" b="0" i="0" u="none" strike="noStrike"/>
          </a:p>
          <a:p>
            <a:pPr marL="381000" marR="19050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100"/>
              <a:t>Produce a questionnaire based on recent study type tests.</a:t>
            </a:r>
          </a:p>
          <a:p>
            <a:pPr marL="381000" marR="19050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100"/>
              <a:t>Collect data from the questionnaire you create and categorize your type.</a:t>
            </a:r>
          </a:p>
          <a:p>
            <a:pPr marL="381000" marR="19050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1100" b="0" i="0" u="none" strike="noStrike"/>
          </a:p>
          <a:p>
            <a:pPr marL="381000" marR="19050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0" i="0" u="none" strike="noStrike"/>
              <a:t>2</a:t>
            </a:r>
            <a:r>
              <a:rPr lang="en-US" altLang="ko-KR" sz="1100" b="0" i="0" u="none" strike="noStrike"/>
              <a:t>.</a:t>
            </a:r>
            <a:r>
              <a:rPr lang="EN-US" sz="1100" b="0" i="0" u="none" strike="noStrike"/>
              <a:t> </a:t>
            </a:r>
            <a:r>
              <a:rPr lang="en-US" sz="1100"/>
              <a:t>Additional </a:t>
            </a:r>
            <a:r>
              <a:rPr lang="EN-US" sz="1100" b="0" i="0" u="none" strike="noStrike"/>
              <a:t>idea</a:t>
            </a:r>
            <a:endParaRPr lang="en-US" sz="1100" b="0" i="0" u="none" strike="noStrike"/>
          </a:p>
          <a:p>
            <a:pPr marL="381000" marR="19050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100"/>
              <a:t>① Increase the variety of learning methods.</a:t>
            </a:r>
          </a:p>
          <a:p>
            <a:pPr marL="381000" marR="19050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100"/>
              <a:t>② Consider that learning methods are not limited to studying, such as exercise,	 singing, food, and games. </a:t>
            </a:r>
          </a:p>
          <a:p>
            <a:pPr marL="381000" marR="19050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100"/>
              <a:t>③ Then why don't we recommend an efficient exercise method or a random song?</a:t>
            </a:r>
          </a:p>
          <a:p>
            <a:pPr marL="381000" marR="19050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100"/>
              <a:t>④ Setting Categorize types By criteria, random recommend songs that are similar type</a:t>
            </a:r>
          </a:p>
          <a:p>
            <a:pPr marL="381000" marR="19050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sz="1100" b="0" i="0" u="none" strike="noStrike"/>
          </a:p>
          <a:p>
            <a:pPr marL="381000" marR="19050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0" i="0" u="none" strike="noStrike"/>
              <a:t>3</a:t>
            </a:r>
            <a:r>
              <a:rPr lang="en-US" altLang="ko-KR" sz="1100" b="0" i="0" u="none" strike="noStrike"/>
              <a:t>.</a:t>
            </a:r>
            <a:r>
              <a:rPr lang="EN-US" sz="1100" b="0" i="0" u="none" strike="noStrike"/>
              <a:t> </a:t>
            </a:r>
            <a:r>
              <a:rPr lang="en-US" sz="1100"/>
              <a:t>Application design</a:t>
            </a:r>
            <a:r>
              <a:rPr lang="EN-US" sz="1100" b="0" i="0" u="none" strike="noStrike"/>
              <a:t>(2020.3.30)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한쪽 모서리가 둥근 사각형 35"/>
          <p:cNvSpPr/>
          <p:nvPr/>
        </p:nvSpPr>
        <p:spPr>
          <a:xfrm>
            <a:off x="0" y="0"/>
            <a:ext cx="3848100" cy="5549900"/>
          </a:xfrm>
          <a:prstGeom prst="round1Rect">
            <a:avLst>
              <a:gd name="adj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5" name="모서리가 둥근 직사각형 4"/>
          <p:cNvSpPr/>
          <p:nvPr/>
        </p:nvSpPr>
        <p:spPr>
          <a:xfrm>
            <a:off x="236537" y="304800"/>
            <a:ext cx="11669713" cy="6265862"/>
          </a:xfrm>
          <a:prstGeom prst="roundRect">
            <a:avLst>
              <a:gd name="adj" fmla="val 4810"/>
            </a:avLst>
          </a:prstGeom>
          <a:solidFill>
            <a:srgbClr val="264259"/>
          </a:solidFill>
          <a:ln w="63500">
            <a:solidFill>
              <a:schemeClr val="tx2">
                <a:lumMod val="50000"/>
              </a:schemeClr>
            </a:solidFill>
          </a:ln>
          <a:effectLst>
            <a:outerShdw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6" name="양쪽 모서리가 둥근 사각형 5"/>
          <p:cNvSpPr/>
          <p:nvPr/>
        </p:nvSpPr>
        <p:spPr>
          <a:xfrm rot="5400000">
            <a:off x="3271463" y="-2062957"/>
            <a:ext cx="6192000" cy="11001376"/>
          </a:xfrm>
          <a:prstGeom prst="round2SameRect">
            <a:avLst>
              <a:gd name="adj1" fmla="val 4506"/>
              <a:gd name="adj2" fmla="val 0"/>
            </a:avLst>
          </a:prstGeom>
          <a:solidFill>
            <a:schemeClr val="bg1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5" name="자유형 14"/>
          <p:cNvSpPr/>
          <p:nvPr/>
        </p:nvSpPr>
        <p:spPr>
          <a:xfrm>
            <a:off x="1574800" y="1863725"/>
            <a:ext cx="73025" cy="85725"/>
          </a:xfrm>
          <a:custGeom>
            <a:avLst/>
            <a:gdLst>
              <a:gd name="connsiteX0" fmla="*/ 0 w 73025"/>
              <a:gd name="connsiteY0" fmla="*/ 31750 h 85725"/>
              <a:gd name="connsiteX1" fmla="*/ 31750 w 73025"/>
              <a:gd name="connsiteY1" fmla="*/ 85725 h 85725"/>
              <a:gd name="connsiteX2" fmla="*/ 73025 w 73025"/>
              <a:gd name="connsiteY2" fmla="*/ 0 h 85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3025" h="85725">
                <a:moveTo>
                  <a:pt x="0" y="31750"/>
                </a:moveTo>
                <a:lnTo>
                  <a:pt x="31750" y="85725"/>
                </a:lnTo>
                <a:lnTo>
                  <a:pt x="73025" y="0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9" name="Freeform 9"/>
          <p:cNvSpPr/>
          <p:nvPr/>
        </p:nvSpPr>
        <p:spPr>
          <a:xfrm>
            <a:off x="477298" y="2470961"/>
            <a:ext cx="141676" cy="186968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lvl="0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23" name="Freeform 36"/>
          <p:cNvSpPr>
            <a:spLocks noEditPoints="1"/>
          </p:cNvSpPr>
          <p:nvPr/>
        </p:nvSpPr>
        <p:spPr>
          <a:xfrm>
            <a:off x="491434" y="4397002"/>
            <a:ext cx="113404" cy="190736"/>
          </a:xfrm>
          <a:custGeom>
            <a:avLst/>
            <a:gdLst>
              <a:gd name="T0" fmla="*/ 937 w 1926"/>
              <a:gd name="T1" fmla="*/ 3639 h 4045"/>
              <a:gd name="T2" fmla="*/ 893 w 1926"/>
              <a:gd name="T3" fmla="*/ 3665 h 4045"/>
              <a:gd name="T4" fmla="*/ 863 w 1926"/>
              <a:gd name="T5" fmla="*/ 3712 h 4045"/>
              <a:gd name="T6" fmla="*/ 851 w 1926"/>
              <a:gd name="T7" fmla="*/ 3772 h 4045"/>
              <a:gd name="T8" fmla="*/ 863 w 1926"/>
              <a:gd name="T9" fmla="*/ 3832 h 4045"/>
              <a:gd name="T10" fmla="*/ 893 w 1926"/>
              <a:gd name="T11" fmla="*/ 3878 h 4045"/>
              <a:gd name="T12" fmla="*/ 937 w 1926"/>
              <a:gd name="T13" fmla="*/ 3905 h 4045"/>
              <a:gd name="T14" fmla="*/ 988 w 1926"/>
              <a:gd name="T15" fmla="*/ 3905 h 4045"/>
              <a:gd name="T16" fmla="*/ 1033 w 1926"/>
              <a:gd name="T17" fmla="*/ 3878 h 4045"/>
              <a:gd name="T18" fmla="*/ 1064 w 1926"/>
              <a:gd name="T19" fmla="*/ 3832 h 4045"/>
              <a:gd name="T20" fmla="*/ 1075 w 1926"/>
              <a:gd name="T21" fmla="*/ 3772 h 4045"/>
              <a:gd name="T22" fmla="*/ 1064 w 1926"/>
              <a:gd name="T23" fmla="*/ 3712 h 4045"/>
              <a:gd name="T24" fmla="*/ 1033 w 1926"/>
              <a:gd name="T25" fmla="*/ 3665 h 4045"/>
              <a:gd name="T26" fmla="*/ 988 w 1926"/>
              <a:gd name="T27" fmla="*/ 3639 h 4045"/>
              <a:gd name="T28" fmla="*/ 156 w 1926"/>
              <a:gd name="T29" fmla="*/ 434 h 4045"/>
              <a:gd name="T30" fmla="*/ 1770 w 1926"/>
              <a:gd name="T31" fmla="*/ 3540 h 4045"/>
              <a:gd name="T32" fmla="*/ 156 w 1926"/>
              <a:gd name="T33" fmla="*/ 434 h 4045"/>
              <a:gd name="T34" fmla="*/ 716 w 1926"/>
              <a:gd name="T35" fmla="*/ 200 h 4045"/>
              <a:gd name="T36" fmla="*/ 701 w 1926"/>
              <a:gd name="T37" fmla="*/ 217 h 4045"/>
              <a:gd name="T38" fmla="*/ 701 w 1926"/>
              <a:gd name="T39" fmla="*/ 243 h 4045"/>
              <a:gd name="T40" fmla="*/ 716 w 1926"/>
              <a:gd name="T41" fmla="*/ 260 h 4045"/>
              <a:gd name="T42" fmla="*/ 1199 w 1926"/>
              <a:gd name="T43" fmla="*/ 262 h 4045"/>
              <a:gd name="T44" fmla="*/ 1218 w 1926"/>
              <a:gd name="T45" fmla="*/ 254 h 4045"/>
              <a:gd name="T46" fmla="*/ 1226 w 1926"/>
              <a:gd name="T47" fmla="*/ 230 h 4045"/>
              <a:gd name="T48" fmla="*/ 1218 w 1926"/>
              <a:gd name="T49" fmla="*/ 207 h 4045"/>
              <a:gd name="T50" fmla="*/ 1199 w 1926"/>
              <a:gd name="T51" fmla="*/ 197 h 4045"/>
              <a:gd name="T52" fmla="*/ 224 w 1926"/>
              <a:gd name="T53" fmla="*/ 0 h 4045"/>
              <a:gd name="T54" fmla="*/ 1738 w 1926"/>
              <a:gd name="T55" fmla="*/ 4 h 4045"/>
              <a:gd name="T56" fmla="*/ 1805 w 1926"/>
              <a:gd name="T57" fmla="*/ 31 h 4045"/>
              <a:gd name="T58" fmla="*/ 1860 w 1926"/>
              <a:gd name="T59" fmla="*/ 81 h 4045"/>
              <a:gd name="T60" fmla="*/ 1900 w 1926"/>
              <a:gd name="T61" fmla="*/ 148 h 4045"/>
              <a:gd name="T62" fmla="*/ 1923 w 1926"/>
              <a:gd name="T63" fmla="*/ 229 h 4045"/>
              <a:gd name="T64" fmla="*/ 1926 w 1926"/>
              <a:gd name="T65" fmla="*/ 3772 h 4045"/>
              <a:gd name="T66" fmla="*/ 1915 w 1926"/>
              <a:gd name="T67" fmla="*/ 3857 h 4045"/>
              <a:gd name="T68" fmla="*/ 1882 w 1926"/>
              <a:gd name="T69" fmla="*/ 3932 h 4045"/>
              <a:gd name="T70" fmla="*/ 1834 w 1926"/>
              <a:gd name="T71" fmla="*/ 3992 h 4045"/>
              <a:gd name="T72" fmla="*/ 1773 w 1926"/>
              <a:gd name="T73" fmla="*/ 4032 h 4045"/>
              <a:gd name="T74" fmla="*/ 1702 w 1926"/>
              <a:gd name="T75" fmla="*/ 4045 h 4045"/>
              <a:gd name="T76" fmla="*/ 188 w 1926"/>
              <a:gd name="T77" fmla="*/ 4041 h 4045"/>
              <a:gd name="T78" fmla="*/ 122 w 1926"/>
              <a:gd name="T79" fmla="*/ 4014 h 4045"/>
              <a:gd name="T80" fmla="*/ 66 w 1926"/>
              <a:gd name="T81" fmla="*/ 3964 h 4045"/>
              <a:gd name="T82" fmla="*/ 25 w 1926"/>
              <a:gd name="T83" fmla="*/ 3897 h 4045"/>
              <a:gd name="T84" fmla="*/ 3 w 1926"/>
              <a:gd name="T85" fmla="*/ 3816 h 4045"/>
              <a:gd name="T86" fmla="*/ 0 w 1926"/>
              <a:gd name="T87" fmla="*/ 273 h 4045"/>
              <a:gd name="T88" fmla="*/ 12 w 1926"/>
              <a:gd name="T89" fmla="*/ 188 h 4045"/>
              <a:gd name="T90" fmla="*/ 43 w 1926"/>
              <a:gd name="T91" fmla="*/ 113 h 4045"/>
              <a:gd name="T92" fmla="*/ 92 w 1926"/>
              <a:gd name="T93" fmla="*/ 53 h 4045"/>
              <a:gd name="T94" fmla="*/ 154 w 1926"/>
              <a:gd name="T95" fmla="*/ 13 h 4045"/>
              <a:gd name="T96" fmla="*/ 224 w 1926"/>
              <a:gd name="T97" fmla="*/ 0 h 40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926" h="4045">
                <a:moveTo>
                  <a:pt x="963" y="3636"/>
                </a:moveTo>
                <a:lnTo>
                  <a:pt x="937" y="3639"/>
                </a:lnTo>
                <a:lnTo>
                  <a:pt x="914" y="3649"/>
                </a:lnTo>
                <a:lnTo>
                  <a:pt x="893" y="3665"/>
                </a:lnTo>
                <a:lnTo>
                  <a:pt x="876" y="3686"/>
                </a:lnTo>
                <a:lnTo>
                  <a:pt x="863" y="3712"/>
                </a:lnTo>
                <a:lnTo>
                  <a:pt x="854" y="3741"/>
                </a:lnTo>
                <a:lnTo>
                  <a:pt x="851" y="3772"/>
                </a:lnTo>
                <a:lnTo>
                  <a:pt x="854" y="3804"/>
                </a:lnTo>
                <a:lnTo>
                  <a:pt x="863" y="3832"/>
                </a:lnTo>
                <a:lnTo>
                  <a:pt x="876" y="3857"/>
                </a:lnTo>
                <a:lnTo>
                  <a:pt x="893" y="3878"/>
                </a:lnTo>
                <a:lnTo>
                  <a:pt x="914" y="3894"/>
                </a:lnTo>
                <a:lnTo>
                  <a:pt x="937" y="3905"/>
                </a:lnTo>
                <a:lnTo>
                  <a:pt x="963" y="3909"/>
                </a:lnTo>
                <a:lnTo>
                  <a:pt x="988" y="3905"/>
                </a:lnTo>
                <a:lnTo>
                  <a:pt x="1013" y="3894"/>
                </a:lnTo>
                <a:lnTo>
                  <a:pt x="1033" y="3878"/>
                </a:lnTo>
                <a:lnTo>
                  <a:pt x="1051" y="3857"/>
                </a:lnTo>
                <a:lnTo>
                  <a:pt x="1064" y="3832"/>
                </a:lnTo>
                <a:lnTo>
                  <a:pt x="1072" y="3804"/>
                </a:lnTo>
                <a:lnTo>
                  <a:pt x="1075" y="3772"/>
                </a:lnTo>
                <a:lnTo>
                  <a:pt x="1072" y="3741"/>
                </a:lnTo>
                <a:lnTo>
                  <a:pt x="1064" y="3712"/>
                </a:lnTo>
                <a:lnTo>
                  <a:pt x="1051" y="3686"/>
                </a:lnTo>
                <a:lnTo>
                  <a:pt x="1033" y="3665"/>
                </a:lnTo>
                <a:lnTo>
                  <a:pt x="1013" y="3649"/>
                </a:lnTo>
                <a:lnTo>
                  <a:pt x="988" y="3639"/>
                </a:lnTo>
                <a:lnTo>
                  <a:pt x="963" y="3636"/>
                </a:lnTo>
                <a:close/>
                <a:moveTo>
                  <a:pt x="156" y="434"/>
                </a:moveTo>
                <a:lnTo>
                  <a:pt x="156" y="3540"/>
                </a:lnTo>
                <a:lnTo>
                  <a:pt x="1770" y="3540"/>
                </a:lnTo>
                <a:lnTo>
                  <a:pt x="1770" y="434"/>
                </a:lnTo>
                <a:lnTo>
                  <a:pt x="156" y="434"/>
                </a:lnTo>
                <a:close/>
                <a:moveTo>
                  <a:pt x="727" y="197"/>
                </a:moveTo>
                <a:lnTo>
                  <a:pt x="716" y="200"/>
                </a:lnTo>
                <a:lnTo>
                  <a:pt x="707" y="207"/>
                </a:lnTo>
                <a:lnTo>
                  <a:pt x="701" y="217"/>
                </a:lnTo>
                <a:lnTo>
                  <a:pt x="699" y="230"/>
                </a:lnTo>
                <a:lnTo>
                  <a:pt x="701" y="243"/>
                </a:lnTo>
                <a:lnTo>
                  <a:pt x="707" y="254"/>
                </a:lnTo>
                <a:lnTo>
                  <a:pt x="716" y="260"/>
                </a:lnTo>
                <a:lnTo>
                  <a:pt x="727" y="262"/>
                </a:lnTo>
                <a:lnTo>
                  <a:pt x="1199" y="262"/>
                </a:lnTo>
                <a:lnTo>
                  <a:pt x="1210" y="260"/>
                </a:lnTo>
                <a:lnTo>
                  <a:pt x="1218" y="254"/>
                </a:lnTo>
                <a:lnTo>
                  <a:pt x="1224" y="243"/>
                </a:lnTo>
                <a:lnTo>
                  <a:pt x="1226" y="230"/>
                </a:lnTo>
                <a:lnTo>
                  <a:pt x="1224" y="217"/>
                </a:lnTo>
                <a:lnTo>
                  <a:pt x="1218" y="207"/>
                </a:lnTo>
                <a:lnTo>
                  <a:pt x="1210" y="200"/>
                </a:lnTo>
                <a:lnTo>
                  <a:pt x="1199" y="197"/>
                </a:lnTo>
                <a:lnTo>
                  <a:pt x="727" y="197"/>
                </a:lnTo>
                <a:close/>
                <a:moveTo>
                  <a:pt x="224" y="0"/>
                </a:moveTo>
                <a:lnTo>
                  <a:pt x="1702" y="0"/>
                </a:lnTo>
                <a:lnTo>
                  <a:pt x="1738" y="4"/>
                </a:lnTo>
                <a:lnTo>
                  <a:pt x="1773" y="13"/>
                </a:lnTo>
                <a:lnTo>
                  <a:pt x="1805" y="31"/>
                </a:lnTo>
                <a:lnTo>
                  <a:pt x="1834" y="53"/>
                </a:lnTo>
                <a:lnTo>
                  <a:pt x="1860" y="81"/>
                </a:lnTo>
                <a:lnTo>
                  <a:pt x="1882" y="113"/>
                </a:lnTo>
                <a:lnTo>
                  <a:pt x="1900" y="148"/>
                </a:lnTo>
                <a:lnTo>
                  <a:pt x="1915" y="188"/>
                </a:lnTo>
                <a:lnTo>
                  <a:pt x="1923" y="229"/>
                </a:lnTo>
                <a:lnTo>
                  <a:pt x="1926" y="273"/>
                </a:lnTo>
                <a:lnTo>
                  <a:pt x="1926" y="3772"/>
                </a:lnTo>
                <a:lnTo>
                  <a:pt x="1923" y="3816"/>
                </a:lnTo>
                <a:lnTo>
                  <a:pt x="1915" y="3857"/>
                </a:lnTo>
                <a:lnTo>
                  <a:pt x="1900" y="3897"/>
                </a:lnTo>
                <a:lnTo>
                  <a:pt x="1882" y="3932"/>
                </a:lnTo>
                <a:lnTo>
                  <a:pt x="1860" y="3964"/>
                </a:lnTo>
                <a:lnTo>
                  <a:pt x="1834" y="3992"/>
                </a:lnTo>
                <a:lnTo>
                  <a:pt x="1805" y="4014"/>
                </a:lnTo>
                <a:lnTo>
                  <a:pt x="1773" y="4032"/>
                </a:lnTo>
                <a:lnTo>
                  <a:pt x="1738" y="4041"/>
                </a:lnTo>
                <a:lnTo>
                  <a:pt x="1702" y="4045"/>
                </a:lnTo>
                <a:lnTo>
                  <a:pt x="224" y="4045"/>
                </a:lnTo>
                <a:lnTo>
                  <a:pt x="188" y="4041"/>
                </a:lnTo>
                <a:lnTo>
                  <a:pt x="154" y="4032"/>
                </a:lnTo>
                <a:lnTo>
                  <a:pt x="122" y="4014"/>
                </a:lnTo>
                <a:lnTo>
                  <a:pt x="92" y="3992"/>
                </a:lnTo>
                <a:lnTo>
                  <a:pt x="66" y="3964"/>
                </a:lnTo>
                <a:lnTo>
                  <a:pt x="43" y="3932"/>
                </a:lnTo>
                <a:lnTo>
                  <a:pt x="25" y="3897"/>
                </a:lnTo>
                <a:lnTo>
                  <a:pt x="12" y="3857"/>
                </a:lnTo>
                <a:lnTo>
                  <a:pt x="3" y="3816"/>
                </a:lnTo>
                <a:lnTo>
                  <a:pt x="0" y="3772"/>
                </a:lnTo>
                <a:lnTo>
                  <a:pt x="0" y="273"/>
                </a:lnTo>
                <a:lnTo>
                  <a:pt x="3" y="229"/>
                </a:lnTo>
                <a:lnTo>
                  <a:pt x="12" y="188"/>
                </a:lnTo>
                <a:lnTo>
                  <a:pt x="25" y="148"/>
                </a:lnTo>
                <a:lnTo>
                  <a:pt x="43" y="113"/>
                </a:lnTo>
                <a:lnTo>
                  <a:pt x="66" y="81"/>
                </a:lnTo>
                <a:lnTo>
                  <a:pt x="92" y="53"/>
                </a:lnTo>
                <a:lnTo>
                  <a:pt x="122" y="31"/>
                </a:lnTo>
                <a:lnTo>
                  <a:pt x="154" y="13"/>
                </a:lnTo>
                <a:lnTo>
                  <a:pt x="188" y="4"/>
                </a:lnTo>
                <a:lnTo>
                  <a:pt x="224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lvl="0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24" name="자유형 23"/>
          <p:cNvSpPr/>
          <p:nvPr/>
        </p:nvSpPr>
        <p:spPr>
          <a:xfrm>
            <a:off x="462778" y="3768685"/>
            <a:ext cx="170716" cy="149410"/>
          </a:xfrm>
          <a:custGeom>
            <a:avLst/>
            <a:gdLst>
              <a:gd name="connsiteX0" fmla="*/ 149021 w 448462"/>
              <a:gd name="connsiteY0" fmla="*/ 328125 h 392491"/>
              <a:gd name="connsiteX1" fmla="*/ 210588 w 448462"/>
              <a:gd name="connsiteY1" fmla="*/ 357224 h 392491"/>
              <a:gd name="connsiteX2" fmla="*/ 160375 w 448462"/>
              <a:gd name="connsiteY2" fmla="*/ 391211 h 392491"/>
              <a:gd name="connsiteX3" fmla="*/ 158502 w 448462"/>
              <a:gd name="connsiteY3" fmla="*/ 392025 h 392491"/>
              <a:gd name="connsiteX4" fmla="*/ 156629 w 448462"/>
              <a:gd name="connsiteY4" fmla="*/ 392491 h 392491"/>
              <a:gd name="connsiteX5" fmla="*/ 154757 w 448462"/>
              <a:gd name="connsiteY5" fmla="*/ 392375 h 392491"/>
              <a:gd name="connsiteX6" fmla="*/ 153001 w 448462"/>
              <a:gd name="connsiteY6" fmla="*/ 391676 h 392491"/>
              <a:gd name="connsiteX7" fmla="*/ 151362 w 448462"/>
              <a:gd name="connsiteY7" fmla="*/ 390396 h 392491"/>
              <a:gd name="connsiteX8" fmla="*/ 150075 w 448462"/>
              <a:gd name="connsiteY8" fmla="*/ 388883 h 392491"/>
              <a:gd name="connsiteX9" fmla="*/ 149255 w 448462"/>
              <a:gd name="connsiteY9" fmla="*/ 387137 h 392491"/>
              <a:gd name="connsiteX10" fmla="*/ 149021 w 448462"/>
              <a:gd name="connsiteY10" fmla="*/ 385158 h 392491"/>
              <a:gd name="connsiteX11" fmla="*/ 441235 w 448462"/>
              <a:gd name="connsiteY11" fmla="*/ 0 h 392491"/>
              <a:gd name="connsiteX12" fmla="*/ 442983 w 448462"/>
              <a:gd name="connsiteY12" fmla="*/ 233 h 392491"/>
              <a:gd name="connsiteX13" fmla="*/ 444615 w 448462"/>
              <a:gd name="connsiteY13" fmla="*/ 816 h 392491"/>
              <a:gd name="connsiteX14" fmla="*/ 446131 w 448462"/>
              <a:gd name="connsiteY14" fmla="*/ 1866 h 392491"/>
              <a:gd name="connsiteX15" fmla="*/ 447530 w 448462"/>
              <a:gd name="connsiteY15" fmla="*/ 3615 h 392491"/>
              <a:gd name="connsiteX16" fmla="*/ 448346 w 448462"/>
              <a:gd name="connsiteY16" fmla="*/ 5714 h 392491"/>
              <a:gd name="connsiteX17" fmla="*/ 448462 w 448462"/>
              <a:gd name="connsiteY17" fmla="*/ 7696 h 392491"/>
              <a:gd name="connsiteX18" fmla="*/ 447879 w 448462"/>
              <a:gd name="connsiteY18" fmla="*/ 9911 h 392491"/>
              <a:gd name="connsiteX19" fmla="*/ 307990 w 448462"/>
              <a:gd name="connsiteY19" fmla="*/ 362641 h 392491"/>
              <a:gd name="connsiteX20" fmla="*/ 306708 w 448462"/>
              <a:gd name="connsiteY20" fmla="*/ 364973 h 392491"/>
              <a:gd name="connsiteX21" fmla="*/ 305076 w 448462"/>
              <a:gd name="connsiteY21" fmla="*/ 366955 h 392491"/>
              <a:gd name="connsiteX22" fmla="*/ 303094 w 448462"/>
              <a:gd name="connsiteY22" fmla="*/ 368588 h 392491"/>
              <a:gd name="connsiteX23" fmla="*/ 300646 w 448462"/>
              <a:gd name="connsiteY23" fmla="*/ 369870 h 392491"/>
              <a:gd name="connsiteX24" fmla="*/ 298314 w 448462"/>
              <a:gd name="connsiteY24" fmla="*/ 370570 h 392491"/>
              <a:gd name="connsiteX25" fmla="*/ 295983 w 448462"/>
              <a:gd name="connsiteY25" fmla="*/ 370803 h 392491"/>
              <a:gd name="connsiteX26" fmla="*/ 293068 w 448462"/>
              <a:gd name="connsiteY26" fmla="*/ 370453 h 392491"/>
              <a:gd name="connsiteX27" fmla="*/ 290387 w 448462"/>
              <a:gd name="connsiteY27" fmla="*/ 369404 h 392491"/>
              <a:gd name="connsiteX28" fmla="*/ 148982 w 448462"/>
              <a:gd name="connsiteY28" fmla="*/ 302123 h 392491"/>
              <a:gd name="connsiteX29" fmla="*/ 347858 w 448462"/>
              <a:gd name="connsiteY29" fmla="*/ 102379 h 392491"/>
              <a:gd name="connsiteX30" fmla="*/ 120771 w 448462"/>
              <a:gd name="connsiteY30" fmla="*/ 288830 h 392491"/>
              <a:gd name="connsiteX31" fmla="*/ 7344 w 448462"/>
              <a:gd name="connsiteY31" fmla="*/ 234842 h 392491"/>
              <a:gd name="connsiteX32" fmla="*/ 4896 w 448462"/>
              <a:gd name="connsiteY32" fmla="*/ 233209 h 392491"/>
              <a:gd name="connsiteX33" fmla="*/ 2798 w 448462"/>
              <a:gd name="connsiteY33" fmla="*/ 231227 h 392491"/>
              <a:gd name="connsiteX34" fmla="*/ 1282 w 448462"/>
              <a:gd name="connsiteY34" fmla="*/ 228895 h 392491"/>
              <a:gd name="connsiteX35" fmla="*/ 349 w 448462"/>
              <a:gd name="connsiteY35" fmla="*/ 226213 h 392491"/>
              <a:gd name="connsiteX36" fmla="*/ 0 w 448462"/>
              <a:gd name="connsiteY36" fmla="*/ 223298 h 392491"/>
              <a:gd name="connsiteX37" fmla="*/ 233 w 448462"/>
              <a:gd name="connsiteY37" fmla="*/ 220499 h 392491"/>
              <a:gd name="connsiteX38" fmla="*/ 1165 w 448462"/>
              <a:gd name="connsiteY38" fmla="*/ 217701 h 392491"/>
              <a:gd name="connsiteX39" fmla="*/ 2681 w 448462"/>
              <a:gd name="connsiteY39" fmla="*/ 215252 h 392491"/>
              <a:gd name="connsiteX40" fmla="*/ 4779 w 448462"/>
              <a:gd name="connsiteY40" fmla="*/ 213270 h 392491"/>
              <a:gd name="connsiteX41" fmla="*/ 7227 w 448462"/>
              <a:gd name="connsiteY41" fmla="*/ 211754 h 392491"/>
              <a:gd name="connsiteX42" fmla="*/ 437971 w 448462"/>
              <a:gd name="connsiteY42" fmla="*/ 583 h 392491"/>
              <a:gd name="connsiteX43" fmla="*/ 439603 w 448462"/>
              <a:gd name="connsiteY43" fmla="*/ 117 h 392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448462" h="392491">
                <a:moveTo>
                  <a:pt x="149021" y="328125"/>
                </a:moveTo>
                <a:lnTo>
                  <a:pt x="210588" y="357224"/>
                </a:lnTo>
                <a:lnTo>
                  <a:pt x="160375" y="391211"/>
                </a:lnTo>
                <a:lnTo>
                  <a:pt x="158502" y="392025"/>
                </a:lnTo>
                <a:lnTo>
                  <a:pt x="156629" y="392491"/>
                </a:lnTo>
                <a:lnTo>
                  <a:pt x="154757" y="392375"/>
                </a:lnTo>
                <a:lnTo>
                  <a:pt x="153001" y="391676"/>
                </a:lnTo>
                <a:lnTo>
                  <a:pt x="151362" y="390396"/>
                </a:lnTo>
                <a:lnTo>
                  <a:pt x="150075" y="388883"/>
                </a:lnTo>
                <a:lnTo>
                  <a:pt x="149255" y="387137"/>
                </a:lnTo>
                <a:lnTo>
                  <a:pt x="149021" y="385158"/>
                </a:lnTo>
                <a:close/>
                <a:moveTo>
                  <a:pt x="441235" y="0"/>
                </a:moveTo>
                <a:lnTo>
                  <a:pt x="442983" y="233"/>
                </a:lnTo>
                <a:lnTo>
                  <a:pt x="444615" y="816"/>
                </a:lnTo>
                <a:lnTo>
                  <a:pt x="446131" y="1866"/>
                </a:lnTo>
                <a:lnTo>
                  <a:pt x="447530" y="3615"/>
                </a:lnTo>
                <a:lnTo>
                  <a:pt x="448346" y="5714"/>
                </a:lnTo>
                <a:lnTo>
                  <a:pt x="448462" y="7696"/>
                </a:lnTo>
                <a:lnTo>
                  <a:pt x="447879" y="9911"/>
                </a:lnTo>
                <a:lnTo>
                  <a:pt x="307990" y="362641"/>
                </a:lnTo>
                <a:lnTo>
                  <a:pt x="306708" y="364973"/>
                </a:lnTo>
                <a:lnTo>
                  <a:pt x="305076" y="366955"/>
                </a:lnTo>
                <a:lnTo>
                  <a:pt x="303094" y="368588"/>
                </a:lnTo>
                <a:lnTo>
                  <a:pt x="300646" y="369870"/>
                </a:lnTo>
                <a:lnTo>
                  <a:pt x="298314" y="370570"/>
                </a:lnTo>
                <a:lnTo>
                  <a:pt x="295983" y="370803"/>
                </a:lnTo>
                <a:lnTo>
                  <a:pt x="293068" y="370453"/>
                </a:lnTo>
                <a:lnTo>
                  <a:pt x="290387" y="369404"/>
                </a:lnTo>
                <a:lnTo>
                  <a:pt x="148982" y="302123"/>
                </a:lnTo>
                <a:lnTo>
                  <a:pt x="347858" y="102379"/>
                </a:lnTo>
                <a:lnTo>
                  <a:pt x="120771" y="288830"/>
                </a:lnTo>
                <a:lnTo>
                  <a:pt x="7344" y="234842"/>
                </a:lnTo>
                <a:lnTo>
                  <a:pt x="4896" y="233209"/>
                </a:lnTo>
                <a:lnTo>
                  <a:pt x="2798" y="231227"/>
                </a:lnTo>
                <a:lnTo>
                  <a:pt x="1282" y="228895"/>
                </a:lnTo>
                <a:lnTo>
                  <a:pt x="349" y="226213"/>
                </a:lnTo>
                <a:lnTo>
                  <a:pt x="0" y="223298"/>
                </a:lnTo>
                <a:lnTo>
                  <a:pt x="233" y="220499"/>
                </a:lnTo>
                <a:lnTo>
                  <a:pt x="1165" y="217701"/>
                </a:lnTo>
                <a:lnTo>
                  <a:pt x="2681" y="215252"/>
                </a:lnTo>
                <a:lnTo>
                  <a:pt x="4779" y="213270"/>
                </a:lnTo>
                <a:lnTo>
                  <a:pt x="7227" y="211754"/>
                </a:lnTo>
                <a:lnTo>
                  <a:pt x="437971" y="583"/>
                </a:lnTo>
                <a:lnTo>
                  <a:pt x="439603" y="117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noAutofit/>
          </a:bodyPr>
          <a:lstStyle/>
          <a:p>
            <a:pPr lvl="0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25" name="Freeform 6"/>
          <p:cNvSpPr/>
          <p:nvPr/>
        </p:nvSpPr>
        <p:spPr>
          <a:xfrm rot="10800000" flipH="1" flipV="1">
            <a:off x="461886" y="3136838"/>
            <a:ext cx="172500" cy="152938"/>
          </a:xfrm>
          <a:custGeom>
            <a:avLst/>
            <a:gdLst>
              <a:gd name="T0" fmla="*/ 2689 w 3491"/>
              <a:gd name="T1" fmla="*/ 15 h 3097"/>
              <a:gd name="T2" fmla="*/ 2963 w 3491"/>
              <a:gd name="T3" fmla="*/ 108 h 3097"/>
              <a:gd name="T4" fmla="*/ 3204 w 3491"/>
              <a:gd name="T5" fmla="*/ 281 h 3097"/>
              <a:gd name="T6" fmla="*/ 3382 w 3491"/>
              <a:gd name="T7" fmla="*/ 518 h 3097"/>
              <a:gd name="T8" fmla="*/ 3475 w 3491"/>
              <a:gd name="T9" fmla="*/ 786 h 3097"/>
              <a:gd name="T10" fmla="*/ 3486 w 3491"/>
              <a:gd name="T11" fmla="*/ 1066 h 3097"/>
              <a:gd name="T12" fmla="*/ 3413 w 3491"/>
              <a:gd name="T13" fmla="*/ 1339 h 3097"/>
              <a:gd name="T14" fmla="*/ 3256 w 3491"/>
              <a:gd name="T15" fmla="*/ 1586 h 3097"/>
              <a:gd name="T16" fmla="*/ 1965 w 3491"/>
              <a:gd name="T17" fmla="*/ 2838 h 3097"/>
              <a:gd name="T18" fmla="*/ 1873 w 3491"/>
              <a:gd name="T19" fmla="*/ 2828 h 3097"/>
              <a:gd name="T20" fmla="*/ 1821 w 3491"/>
              <a:gd name="T21" fmla="*/ 2749 h 3097"/>
              <a:gd name="T22" fmla="*/ 1853 w 3491"/>
              <a:gd name="T23" fmla="*/ 2662 h 3097"/>
              <a:gd name="T24" fmla="*/ 3153 w 3491"/>
              <a:gd name="T25" fmla="*/ 1355 h 3097"/>
              <a:gd name="T26" fmla="*/ 3242 w 3491"/>
              <a:gd name="T27" fmla="*/ 1126 h 3097"/>
              <a:gd name="T28" fmla="*/ 3253 w 3491"/>
              <a:gd name="T29" fmla="*/ 885 h 3097"/>
              <a:gd name="T30" fmla="*/ 3183 w 3491"/>
              <a:gd name="T31" fmla="*/ 653 h 3097"/>
              <a:gd name="T32" fmla="*/ 3035 w 3491"/>
              <a:gd name="T33" fmla="*/ 448 h 3097"/>
              <a:gd name="T34" fmla="*/ 2825 w 3491"/>
              <a:gd name="T35" fmla="*/ 301 h 3097"/>
              <a:gd name="T36" fmla="*/ 2586 w 3491"/>
              <a:gd name="T37" fmla="*/ 234 h 3097"/>
              <a:gd name="T38" fmla="*/ 2340 w 3491"/>
              <a:gd name="T39" fmla="*/ 243 h 3097"/>
              <a:gd name="T40" fmla="*/ 2108 w 3491"/>
              <a:gd name="T41" fmla="*/ 331 h 3097"/>
              <a:gd name="T42" fmla="*/ 378 w 3491"/>
              <a:gd name="T43" fmla="*/ 1972 h 3097"/>
              <a:gd name="T44" fmla="*/ 258 w 3491"/>
              <a:gd name="T45" fmla="*/ 2149 h 3097"/>
              <a:gd name="T46" fmla="*/ 218 w 3491"/>
              <a:gd name="T47" fmla="*/ 2350 h 3097"/>
              <a:gd name="T48" fmla="*/ 258 w 3491"/>
              <a:gd name="T49" fmla="*/ 2551 h 3097"/>
              <a:gd name="T50" fmla="*/ 378 w 3491"/>
              <a:gd name="T51" fmla="*/ 2728 h 3097"/>
              <a:gd name="T52" fmla="*/ 558 w 3491"/>
              <a:gd name="T53" fmla="*/ 2846 h 3097"/>
              <a:gd name="T54" fmla="*/ 763 w 3491"/>
              <a:gd name="T55" fmla="*/ 2885 h 3097"/>
              <a:gd name="T56" fmla="*/ 968 w 3491"/>
              <a:gd name="T57" fmla="*/ 2846 h 3097"/>
              <a:gd name="T58" fmla="*/ 1149 w 3491"/>
              <a:gd name="T59" fmla="*/ 2728 h 3097"/>
              <a:gd name="T60" fmla="*/ 2809 w 3491"/>
              <a:gd name="T61" fmla="*/ 1091 h 3097"/>
              <a:gd name="T62" fmla="*/ 2837 w 3491"/>
              <a:gd name="T63" fmla="*/ 942 h 3097"/>
              <a:gd name="T64" fmla="*/ 2791 w 3491"/>
              <a:gd name="T65" fmla="*/ 797 h 3097"/>
              <a:gd name="T66" fmla="*/ 2677 w 3491"/>
              <a:gd name="T67" fmla="*/ 685 h 3097"/>
              <a:gd name="T68" fmla="*/ 2528 w 3491"/>
              <a:gd name="T69" fmla="*/ 641 h 3097"/>
              <a:gd name="T70" fmla="*/ 2377 w 3491"/>
              <a:gd name="T71" fmla="*/ 668 h 3097"/>
              <a:gd name="T72" fmla="*/ 1082 w 3491"/>
              <a:gd name="T73" fmla="*/ 1906 h 3097"/>
              <a:gd name="T74" fmla="*/ 992 w 3491"/>
              <a:gd name="T75" fmla="*/ 1937 h 3097"/>
              <a:gd name="T76" fmla="*/ 911 w 3491"/>
              <a:gd name="T77" fmla="*/ 1887 h 3097"/>
              <a:gd name="T78" fmla="*/ 900 w 3491"/>
              <a:gd name="T79" fmla="*/ 1796 h 3097"/>
              <a:gd name="T80" fmla="*/ 2165 w 3491"/>
              <a:gd name="T81" fmla="*/ 546 h 3097"/>
              <a:gd name="T82" fmla="*/ 2354 w 3491"/>
              <a:gd name="T83" fmla="*/ 449 h 3097"/>
              <a:gd name="T84" fmla="*/ 2562 w 3491"/>
              <a:gd name="T85" fmla="*/ 429 h 3097"/>
              <a:gd name="T86" fmla="*/ 2763 w 3491"/>
              <a:gd name="T87" fmla="*/ 488 h 3097"/>
              <a:gd name="T88" fmla="*/ 2932 w 3491"/>
              <a:gd name="T89" fmla="*/ 623 h 3097"/>
              <a:gd name="T90" fmla="*/ 3032 w 3491"/>
              <a:gd name="T91" fmla="*/ 809 h 3097"/>
              <a:gd name="T92" fmla="*/ 3053 w 3491"/>
              <a:gd name="T93" fmla="*/ 1012 h 3097"/>
              <a:gd name="T94" fmla="*/ 2993 w 3491"/>
              <a:gd name="T95" fmla="*/ 1209 h 3097"/>
              <a:gd name="T96" fmla="*/ 1303 w 3491"/>
              <a:gd name="T97" fmla="*/ 2879 h 3097"/>
              <a:gd name="T98" fmla="*/ 1094 w 3491"/>
              <a:gd name="T99" fmla="*/ 3025 h 3097"/>
              <a:gd name="T100" fmla="*/ 855 w 3491"/>
              <a:gd name="T101" fmla="*/ 3092 h 3097"/>
              <a:gd name="T102" fmla="*/ 609 w 3491"/>
              <a:gd name="T103" fmla="*/ 3083 h 3097"/>
              <a:gd name="T104" fmla="*/ 377 w 3491"/>
              <a:gd name="T105" fmla="*/ 2995 h 3097"/>
              <a:gd name="T106" fmla="*/ 178 w 3491"/>
              <a:gd name="T107" fmla="*/ 2832 h 3097"/>
              <a:gd name="T108" fmla="*/ 51 w 3491"/>
              <a:gd name="T109" fmla="*/ 2617 h 3097"/>
              <a:gd name="T110" fmla="*/ 0 w 3491"/>
              <a:gd name="T111" fmla="*/ 2381 h 3097"/>
              <a:gd name="T112" fmla="*/ 30 w 3491"/>
              <a:gd name="T113" fmla="*/ 2141 h 3097"/>
              <a:gd name="T114" fmla="*/ 139 w 3491"/>
              <a:gd name="T115" fmla="*/ 1920 h 3097"/>
              <a:gd name="T116" fmla="*/ 1872 w 3491"/>
              <a:gd name="T117" fmla="*/ 230 h 3097"/>
              <a:gd name="T118" fmla="*/ 2123 w 3491"/>
              <a:gd name="T119" fmla="*/ 76 h 3097"/>
              <a:gd name="T120" fmla="*/ 2402 w 3491"/>
              <a:gd name="T121" fmla="*/ 5 h 30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3491" h="3097">
                <a:moveTo>
                  <a:pt x="2474" y="0"/>
                </a:moveTo>
                <a:lnTo>
                  <a:pt x="2546" y="0"/>
                </a:lnTo>
                <a:lnTo>
                  <a:pt x="2618" y="5"/>
                </a:lnTo>
                <a:lnTo>
                  <a:pt x="2689" y="15"/>
                </a:lnTo>
                <a:lnTo>
                  <a:pt x="2758" y="31"/>
                </a:lnTo>
                <a:lnTo>
                  <a:pt x="2828" y="51"/>
                </a:lnTo>
                <a:lnTo>
                  <a:pt x="2896" y="76"/>
                </a:lnTo>
                <a:lnTo>
                  <a:pt x="2963" y="108"/>
                </a:lnTo>
                <a:lnTo>
                  <a:pt x="3026" y="143"/>
                </a:lnTo>
                <a:lnTo>
                  <a:pt x="3088" y="183"/>
                </a:lnTo>
                <a:lnTo>
                  <a:pt x="3147" y="230"/>
                </a:lnTo>
                <a:lnTo>
                  <a:pt x="3204" y="281"/>
                </a:lnTo>
                <a:lnTo>
                  <a:pt x="3256" y="336"/>
                </a:lnTo>
                <a:lnTo>
                  <a:pt x="3303" y="394"/>
                </a:lnTo>
                <a:lnTo>
                  <a:pt x="3345" y="455"/>
                </a:lnTo>
                <a:lnTo>
                  <a:pt x="3382" y="518"/>
                </a:lnTo>
                <a:lnTo>
                  <a:pt x="3413" y="582"/>
                </a:lnTo>
                <a:lnTo>
                  <a:pt x="3439" y="650"/>
                </a:lnTo>
                <a:lnTo>
                  <a:pt x="3460" y="717"/>
                </a:lnTo>
                <a:lnTo>
                  <a:pt x="3475" y="786"/>
                </a:lnTo>
                <a:lnTo>
                  <a:pt x="3486" y="856"/>
                </a:lnTo>
                <a:lnTo>
                  <a:pt x="3491" y="926"/>
                </a:lnTo>
                <a:lnTo>
                  <a:pt x="3491" y="996"/>
                </a:lnTo>
                <a:lnTo>
                  <a:pt x="3486" y="1066"/>
                </a:lnTo>
                <a:lnTo>
                  <a:pt x="3475" y="1136"/>
                </a:lnTo>
                <a:lnTo>
                  <a:pt x="3460" y="1205"/>
                </a:lnTo>
                <a:lnTo>
                  <a:pt x="3439" y="1273"/>
                </a:lnTo>
                <a:lnTo>
                  <a:pt x="3413" y="1339"/>
                </a:lnTo>
                <a:lnTo>
                  <a:pt x="3382" y="1404"/>
                </a:lnTo>
                <a:lnTo>
                  <a:pt x="3345" y="1467"/>
                </a:lnTo>
                <a:lnTo>
                  <a:pt x="3303" y="1528"/>
                </a:lnTo>
                <a:lnTo>
                  <a:pt x="3256" y="1586"/>
                </a:lnTo>
                <a:lnTo>
                  <a:pt x="3204" y="1641"/>
                </a:lnTo>
                <a:lnTo>
                  <a:pt x="2007" y="2813"/>
                </a:lnTo>
                <a:lnTo>
                  <a:pt x="1988" y="2828"/>
                </a:lnTo>
                <a:lnTo>
                  <a:pt x="1965" y="2838"/>
                </a:lnTo>
                <a:lnTo>
                  <a:pt x="1942" y="2844"/>
                </a:lnTo>
                <a:lnTo>
                  <a:pt x="1918" y="2844"/>
                </a:lnTo>
                <a:lnTo>
                  <a:pt x="1894" y="2838"/>
                </a:lnTo>
                <a:lnTo>
                  <a:pt x="1873" y="2828"/>
                </a:lnTo>
                <a:lnTo>
                  <a:pt x="1853" y="2813"/>
                </a:lnTo>
                <a:lnTo>
                  <a:pt x="1837" y="2793"/>
                </a:lnTo>
                <a:lnTo>
                  <a:pt x="1827" y="2772"/>
                </a:lnTo>
                <a:lnTo>
                  <a:pt x="1821" y="2749"/>
                </a:lnTo>
                <a:lnTo>
                  <a:pt x="1821" y="2726"/>
                </a:lnTo>
                <a:lnTo>
                  <a:pt x="1827" y="2703"/>
                </a:lnTo>
                <a:lnTo>
                  <a:pt x="1837" y="2681"/>
                </a:lnTo>
                <a:lnTo>
                  <a:pt x="1853" y="2662"/>
                </a:lnTo>
                <a:lnTo>
                  <a:pt x="3035" y="1505"/>
                </a:lnTo>
                <a:lnTo>
                  <a:pt x="3079" y="1458"/>
                </a:lnTo>
                <a:lnTo>
                  <a:pt x="3118" y="1407"/>
                </a:lnTo>
                <a:lnTo>
                  <a:pt x="3153" y="1355"/>
                </a:lnTo>
                <a:lnTo>
                  <a:pt x="3183" y="1300"/>
                </a:lnTo>
                <a:lnTo>
                  <a:pt x="3208" y="1243"/>
                </a:lnTo>
                <a:lnTo>
                  <a:pt x="3228" y="1185"/>
                </a:lnTo>
                <a:lnTo>
                  <a:pt x="3242" y="1126"/>
                </a:lnTo>
                <a:lnTo>
                  <a:pt x="3253" y="1066"/>
                </a:lnTo>
                <a:lnTo>
                  <a:pt x="3257" y="1006"/>
                </a:lnTo>
                <a:lnTo>
                  <a:pt x="3257" y="946"/>
                </a:lnTo>
                <a:lnTo>
                  <a:pt x="3253" y="885"/>
                </a:lnTo>
                <a:lnTo>
                  <a:pt x="3242" y="826"/>
                </a:lnTo>
                <a:lnTo>
                  <a:pt x="3228" y="766"/>
                </a:lnTo>
                <a:lnTo>
                  <a:pt x="3208" y="709"/>
                </a:lnTo>
                <a:lnTo>
                  <a:pt x="3183" y="653"/>
                </a:lnTo>
                <a:lnTo>
                  <a:pt x="3153" y="598"/>
                </a:lnTo>
                <a:lnTo>
                  <a:pt x="3118" y="545"/>
                </a:lnTo>
                <a:lnTo>
                  <a:pt x="3079" y="495"/>
                </a:lnTo>
                <a:lnTo>
                  <a:pt x="3035" y="448"/>
                </a:lnTo>
                <a:lnTo>
                  <a:pt x="2985" y="403"/>
                </a:lnTo>
                <a:lnTo>
                  <a:pt x="2935" y="364"/>
                </a:lnTo>
                <a:lnTo>
                  <a:pt x="2881" y="331"/>
                </a:lnTo>
                <a:lnTo>
                  <a:pt x="2825" y="301"/>
                </a:lnTo>
                <a:lnTo>
                  <a:pt x="2767" y="277"/>
                </a:lnTo>
                <a:lnTo>
                  <a:pt x="2708" y="258"/>
                </a:lnTo>
                <a:lnTo>
                  <a:pt x="2648" y="243"/>
                </a:lnTo>
                <a:lnTo>
                  <a:pt x="2586" y="234"/>
                </a:lnTo>
                <a:lnTo>
                  <a:pt x="2525" y="229"/>
                </a:lnTo>
                <a:lnTo>
                  <a:pt x="2464" y="229"/>
                </a:lnTo>
                <a:lnTo>
                  <a:pt x="2402" y="234"/>
                </a:lnTo>
                <a:lnTo>
                  <a:pt x="2340" y="243"/>
                </a:lnTo>
                <a:lnTo>
                  <a:pt x="2280" y="258"/>
                </a:lnTo>
                <a:lnTo>
                  <a:pt x="2221" y="277"/>
                </a:lnTo>
                <a:lnTo>
                  <a:pt x="2164" y="301"/>
                </a:lnTo>
                <a:lnTo>
                  <a:pt x="2108" y="331"/>
                </a:lnTo>
                <a:lnTo>
                  <a:pt x="2055" y="364"/>
                </a:lnTo>
                <a:lnTo>
                  <a:pt x="2003" y="403"/>
                </a:lnTo>
                <a:lnTo>
                  <a:pt x="1955" y="448"/>
                </a:lnTo>
                <a:lnTo>
                  <a:pt x="378" y="1972"/>
                </a:lnTo>
                <a:lnTo>
                  <a:pt x="341" y="2013"/>
                </a:lnTo>
                <a:lnTo>
                  <a:pt x="307" y="2057"/>
                </a:lnTo>
                <a:lnTo>
                  <a:pt x="280" y="2102"/>
                </a:lnTo>
                <a:lnTo>
                  <a:pt x="258" y="2149"/>
                </a:lnTo>
                <a:lnTo>
                  <a:pt x="241" y="2199"/>
                </a:lnTo>
                <a:lnTo>
                  <a:pt x="228" y="2248"/>
                </a:lnTo>
                <a:lnTo>
                  <a:pt x="220" y="2299"/>
                </a:lnTo>
                <a:lnTo>
                  <a:pt x="218" y="2350"/>
                </a:lnTo>
                <a:lnTo>
                  <a:pt x="220" y="2402"/>
                </a:lnTo>
                <a:lnTo>
                  <a:pt x="228" y="2452"/>
                </a:lnTo>
                <a:lnTo>
                  <a:pt x="241" y="2503"/>
                </a:lnTo>
                <a:lnTo>
                  <a:pt x="258" y="2551"/>
                </a:lnTo>
                <a:lnTo>
                  <a:pt x="280" y="2599"/>
                </a:lnTo>
                <a:lnTo>
                  <a:pt x="307" y="2644"/>
                </a:lnTo>
                <a:lnTo>
                  <a:pt x="341" y="2687"/>
                </a:lnTo>
                <a:lnTo>
                  <a:pt x="378" y="2728"/>
                </a:lnTo>
                <a:lnTo>
                  <a:pt x="419" y="2765"/>
                </a:lnTo>
                <a:lnTo>
                  <a:pt x="463" y="2796"/>
                </a:lnTo>
                <a:lnTo>
                  <a:pt x="509" y="2824"/>
                </a:lnTo>
                <a:lnTo>
                  <a:pt x="558" y="2846"/>
                </a:lnTo>
                <a:lnTo>
                  <a:pt x="608" y="2863"/>
                </a:lnTo>
                <a:lnTo>
                  <a:pt x="660" y="2874"/>
                </a:lnTo>
                <a:lnTo>
                  <a:pt x="711" y="2882"/>
                </a:lnTo>
                <a:lnTo>
                  <a:pt x="763" y="2885"/>
                </a:lnTo>
                <a:lnTo>
                  <a:pt x="816" y="2882"/>
                </a:lnTo>
                <a:lnTo>
                  <a:pt x="867" y="2874"/>
                </a:lnTo>
                <a:lnTo>
                  <a:pt x="919" y="2863"/>
                </a:lnTo>
                <a:lnTo>
                  <a:pt x="968" y="2846"/>
                </a:lnTo>
                <a:lnTo>
                  <a:pt x="1018" y="2824"/>
                </a:lnTo>
                <a:lnTo>
                  <a:pt x="1064" y="2796"/>
                </a:lnTo>
                <a:lnTo>
                  <a:pt x="1108" y="2765"/>
                </a:lnTo>
                <a:lnTo>
                  <a:pt x="1149" y="2728"/>
                </a:lnTo>
                <a:lnTo>
                  <a:pt x="2741" y="1187"/>
                </a:lnTo>
                <a:lnTo>
                  <a:pt x="2768" y="1158"/>
                </a:lnTo>
                <a:lnTo>
                  <a:pt x="2791" y="1125"/>
                </a:lnTo>
                <a:lnTo>
                  <a:pt x="2809" y="1091"/>
                </a:lnTo>
                <a:lnTo>
                  <a:pt x="2823" y="1055"/>
                </a:lnTo>
                <a:lnTo>
                  <a:pt x="2831" y="1018"/>
                </a:lnTo>
                <a:lnTo>
                  <a:pt x="2837" y="980"/>
                </a:lnTo>
                <a:lnTo>
                  <a:pt x="2837" y="942"/>
                </a:lnTo>
                <a:lnTo>
                  <a:pt x="2831" y="904"/>
                </a:lnTo>
                <a:lnTo>
                  <a:pt x="2823" y="867"/>
                </a:lnTo>
                <a:lnTo>
                  <a:pt x="2809" y="832"/>
                </a:lnTo>
                <a:lnTo>
                  <a:pt x="2791" y="797"/>
                </a:lnTo>
                <a:lnTo>
                  <a:pt x="2768" y="764"/>
                </a:lnTo>
                <a:lnTo>
                  <a:pt x="2741" y="734"/>
                </a:lnTo>
                <a:lnTo>
                  <a:pt x="2710" y="707"/>
                </a:lnTo>
                <a:lnTo>
                  <a:pt x="2677" y="685"/>
                </a:lnTo>
                <a:lnTo>
                  <a:pt x="2642" y="668"/>
                </a:lnTo>
                <a:lnTo>
                  <a:pt x="2605" y="654"/>
                </a:lnTo>
                <a:lnTo>
                  <a:pt x="2567" y="645"/>
                </a:lnTo>
                <a:lnTo>
                  <a:pt x="2528" y="641"/>
                </a:lnTo>
                <a:lnTo>
                  <a:pt x="2490" y="641"/>
                </a:lnTo>
                <a:lnTo>
                  <a:pt x="2452" y="645"/>
                </a:lnTo>
                <a:lnTo>
                  <a:pt x="2415" y="654"/>
                </a:lnTo>
                <a:lnTo>
                  <a:pt x="2377" y="668"/>
                </a:lnTo>
                <a:lnTo>
                  <a:pt x="2343" y="685"/>
                </a:lnTo>
                <a:lnTo>
                  <a:pt x="2309" y="707"/>
                </a:lnTo>
                <a:lnTo>
                  <a:pt x="2278" y="734"/>
                </a:lnTo>
                <a:lnTo>
                  <a:pt x="1082" y="1906"/>
                </a:lnTo>
                <a:lnTo>
                  <a:pt x="1062" y="1922"/>
                </a:lnTo>
                <a:lnTo>
                  <a:pt x="1040" y="1931"/>
                </a:lnTo>
                <a:lnTo>
                  <a:pt x="1017" y="1937"/>
                </a:lnTo>
                <a:lnTo>
                  <a:pt x="992" y="1937"/>
                </a:lnTo>
                <a:lnTo>
                  <a:pt x="969" y="1931"/>
                </a:lnTo>
                <a:lnTo>
                  <a:pt x="947" y="1922"/>
                </a:lnTo>
                <a:lnTo>
                  <a:pt x="927" y="1906"/>
                </a:lnTo>
                <a:lnTo>
                  <a:pt x="911" y="1887"/>
                </a:lnTo>
                <a:lnTo>
                  <a:pt x="900" y="1865"/>
                </a:lnTo>
                <a:lnTo>
                  <a:pt x="896" y="1842"/>
                </a:lnTo>
                <a:lnTo>
                  <a:pt x="896" y="1819"/>
                </a:lnTo>
                <a:lnTo>
                  <a:pt x="900" y="1796"/>
                </a:lnTo>
                <a:lnTo>
                  <a:pt x="911" y="1775"/>
                </a:lnTo>
                <a:lnTo>
                  <a:pt x="927" y="1755"/>
                </a:lnTo>
                <a:lnTo>
                  <a:pt x="2123" y="583"/>
                </a:lnTo>
                <a:lnTo>
                  <a:pt x="2165" y="546"/>
                </a:lnTo>
                <a:lnTo>
                  <a:pt x="2209" y="515"/>
                </a:lnTo>
                <a:lnTo>
                  <a:pt x="2255" y="488"/>
                </a:lnTo>
                <a:lnTo>
                  <a:pt x="2304" y="465"/>
                </a:lnTo>
                <a:lnTo>
                  <a:pt x="2354" y="449"/>
                </a:lnTo>
                <a:lnTo>
                  <a:pt x="2405" y="436"/>
                </a:lnTo>
                <a:lnTo>
                  <a:pt x="2457" y="429"/>
                </a:lnTo>
                <a:lnTo>
                  <a:pt x="2509" y="427"/>
                </a:lnTo>
                <a:lnTo>
                  <a:pt x="2562" y="429"/>
                </a:lnTo>
                <a:lnTo>
                  <a:pt x="2613" y="436"/>
                </a:lnTo>
                <a:lnTo>
                  <a:pt x="2665" y="449"/>
                </a:lnTo>
                <a:lnTo>
                  <a:pt x="2714" y="465"/>
                </a:lnTo>
                <a:lnTo>
                  <a:pt x="2763" y="488"/>
                </a:lnTo>
                <a:lnTo>
                  <a:pt x="2810" y="515"/>
                </a:lnTo>
                <a:lnTo>
                  <a:pt x="2854" y="546"/>
                </a:lnTo>
                <a:lnTo>
                  <a:pt x="2895" y="583"/>
                </a:lnTo>
                <a:lnTo>
                  <a:pt x="2932" y="623"/>
                </a:lnTo>
                <a:lnTo>
                  <a:pt x="2965" y="666"/>
                </a:lnTo>
                <a:lnTo>
                  <a:pt x="2993" y="713"/>
                </a:lnTo>
                <a:lnTo>
                  <a:pt x="3015" y="760"/>
                </a:lnTo>
                <a:lnTo>
                  <a:pt x="3032" y="809"/>
                </a:lnTo>
                <a:lnTo>
                  <a:pt x="3045" y="859"/>
                </a:lnTo>
                <a:lnTo>
                  <a:pt x="3053" y="910"/>
                </a:lnTo>
                <a:lnTo>
                  <a:pt x="3055" y="961"/>
                </a:lnTo>
                <a:lnTo>
                  <a:pt x="3053" y="1012"/>
                </a:lnTo>
                <a:lnTo>
                  <a:pt x="3045" y="1063"/>
                </a:lnTo>
                <a:lnTo>
                  <a:pt x="3032" y="1113"/>
                </a:lnTo>
                <a:lnTo>
                  <a:pt x="3015" y="1162"/>
                </a:lnTo>
                <a:lnTo>
                  <a:pt x="2993" y="1209"/>
                </a:lnTo>
                <a:lnTo>
                  <a:pt x="2965" y="1255"/>
                </a:lnTo>
                <a:lnTo>
                  <a:pt x="2932" y="1298"/>
                </a:lnTo>
                <a:lnTo>
                  <a:pt x="2895" y="1339"/>
                </a:lnTo>
                <a:lnTo>
                  <a:pt x="1303" y="2879"/>
                </a:lnTo>
                <a:lnTo>
                  <a:pt x="1255" y="2923"/>
                </a:lnTo>
                <a:lnTo>
                  <a:pt x="1203" y="2962"/>
                </a:lnTo>
                <a:lnTo>
                  <a:pt x="1150" y="2995"/>
                </a:lnTo>
                <a:lnTo>
                  <a:pt x="1094" y="3025"/>
                </a:lnTo>
                <a:lnTo>
                  <a:pt x="1036" y="3049"/>
                </a:lnTo>
                <a:lnTo>
                  <a:pt x="977" y="3068"/>
                </a:lnTo>
                <a:lnTo>
                  <a:pt x="917" y="3083"/>
                </a:lnTo>
                <a:lnTo>
                  <a:pt x="855" y="3092"/>
                </a:lnTo>
                <a:lnTo>
                  <a:pt x="794" y="3097"/>
                </a:lnTo>
                <a:lnTo>
                  <a:pt x="733" y="3097"/>
                </a:lnTo>
                <a:lnTo>
                  <a:pt x="671" y="3092"/>
                </a:lnTo>
                <a:lnTo>
                  <a:pt x="609" y="3083"/>
                </a:lnTo>
                <a:lnTo>
                  <a:pt x="549" y="3068"/>
                </a:lnTo>
                <a:lnTo>
                  <a:pt x="490" y="3049"/>
                </a:lnTo>
                <a:lnTo>
                  <a:pt x="433" y="3025"/>
                </a:lnTo>
                <a:lnTo>
                  <a:pt x="377" y="2995"/>
                </a:lnTo>
                <a:lnTo>
                  <a:pt x="323" y="2962"/>
                </a:lnTo>
                <a:lnTo>
                  <a:pt x="272" y="2923"/>
                </a:lnTo>
                <a:lnTo>
                  <a:pt x="224" y="2879"/>
                </a:lnTo>
                <a:lnTo>
                  <a:pt x="178" y="2832"/>
                </a:lnTo>
                <a:lnTo>
                  <a:pt x="139" y="2782"/>
                </a:lnTo>
                <a:lnTo>
                  <a:pt x="104" y="2729"/>
                </a:lnTo>
                <a:lnTo>
                  <a:pt x="75" y="2674"/>
                </a:lnTo>
                <a:lnTo>
                  <a:pt x="51" y="2617"/>
                </a:lnTo>
                <a:lnTo>
                  <a:pt x="30" y="2560"/>
                </a:lnTo>
                <a:lnTo>
                  <a:pt x="15" y="2501"/>
                </a:lnTo>
                <a:lnTo>
                  <a:pt x="5" y="2441"/>
                </a:lnTo>
                <a:lnTo>
                  <a:pt x="0" y="2381"/>
                </a:lnTo>
                <a:lnTo>
                  <a:pt x="0" y="2321"/>
                </a:lnTo>
                <a:lnTo>
                  <a:pt x="5" y="2260"/>
                </a:lnTo>
                <a:lnTo>
                  <a:pt x="15" y="2200"/>
                </a:lnTo>
                <a:lnTo>
                  <a:pt x="30" y="2141"/>
                </a:lnTo>
                <a:lnTo>
                  <a:pt x="51" y="2083"/>
                </a:lnTo>
                <a:lnTo>
                  <a:pt x="75" y="2027"/>
                </a:lnTo>
                <a:lnTo>
                  <a:pt x="104" y="1972"/>
                </a:lnTo>
                <a:lnTo>
                  <a:pt x="139" y="1920"/>
                </a:lnTo>
                <a:lnTo>
                  <a:pt x="178" y="1869"/>
                </a:lnTo>
                <a:lnTo>
                  <a:pt x="224" y="1822"/>
                </a:lnTo>
                <a:lnTo>
                  <a:pt x="1815" y="281"/>
                </a:lnTo>
                <a:lnTo>
                  <a:pt x="1872" y="230"/>
                </a:lnTo>
                <a:lnTo>
                  <a:pt x="1931" y="183"/>
                </a:lnTo>
                <a:lnTo>
                  <a:pt x="1992" y="143"/>
                </a:lnTo>
                <a:lnTo>
                  <a:pt x="2057" y="108"/>
                </a:lnTo>
                <a:lnTo>
                  <a:pt x="2123" y="76"/>
                </a:lnTo>
                <a:lnTo>
                  <a:pt x="2191" y="51"/>
                </a:lnTo>
                <a:lnTo>
                  <a:pt x="2261" y="31"/>
                </a:lnTo>
                <a:lnTo>
                  <a:pt x="2331" y="15"/>
                </a:lnTo>
                <a:lnTo>
                  <a:pt x="2402" y="5"/>
                </a:lnTo>
                <a:lnTo>
                  <a:pt x="2474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lvl="0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27" name="그룹 26"/>
          <p:cNvGrpSpPr/>
          <p:nvPr/>
        </p:nvGrpSpPr>
        <p:grpSpPr>
          <a:xfrm>
            <a:off x="393568" y="656552"/>
            <a:ext cx="323769" cy="323769"/>
            <a:chOff x="1593332" y="2172798"/>
            <a:chExt cx="1083168" cy="1083168"/>
          </a:xfrm>
        </p:grpSpPr>
        <p:sp>
          <p:nvSpPr>
            <p:cNvPr id="28" name="타원 27"/>
            <p:cNvSpPr/>
            <p:nvPr/>
          </p:nvSpPr>
          <p:spPr>
            <a:xfrm>
              <a:off x="1593332" y="2172798"/>
              <a:ext cx="1083168" cy="1083168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b="1">
                <a:solidFill>
                  <a:prstClr val="white"/>
                </a:solidFill>
              </a:endParaRPr>
            </a:p>
          </p:txBody>
        </p:sp>
        <p:pic>
          <p:nvPicPr>
            <p:cNvPr id="29" name="그림 28"/>
            <p:cNvPicPr>
              <a:picLocks noChangeAspect="1"/>
            </p:cNvPicPr>
            <p:nvPr/>
          </p:nvPicPr>
          <p:blipFill rotWithShape="1">
            <a:blip r:embed="rId2"/>
            <a:stretch>
              <a:fillRect/>
            </a:stretch>
          </p:blipFill>
          <p:spPr>
            <a:xfrm>
              <a:off x="1741655" y="2321121"/>
              <a:ext cx="786521" cy="786521"/>
            </a:xfrm>
            <a:prstGeom prst="rect">
              <a:avLst/>
            </a:prstGeom>
          </p:spPr>
        </p:pic>
      </p:grpSp>
      <p:sp>
        <p:nvSpPr>
          <p:cNvPr id="32" name="모서리가 둥근 직사각형 31"/>
          <p:cNvSpPr/>
          <p:nvPr/>
        </p:nvSpPr>
        <p:spPr>
          <a:xfrm>
            <a:off x="350136" y="1719059"/>
            <a:ext cx="396000" cy="396000"/>
          </a:xfrm>
          <a:prstGeom prst="roundRect">
            <a:avLst>
              <a:gd name="adj" fmla="val 16667"/>
            </a:avLst>
          </a:prstGeom>
          <a:solidFill>
            <a:srgbClr val="00D6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" anchor="ctr"/>
          <a:lstStyle/>
          <a:p>
            <a:pPr lvl="0">
              <a:defRPr/>
            </a:pPr>
            <a:endParaRPr lang="en-US" altLang="ko-KR" sz="1050">
              <a:solidFill>
                <a:prstClr val="white"/>
              </a:solidFill>
            </a:endParaRPr>
          </a:p>
        </p:txBody>
      </p:sp>
      <p:grpSp>
        <p:nvGrpSpPr>
          <p:cNvPr id="20" name="Group 12"/>
          <p:cNvGrpSpPr>
            <a:grpSpLocks noChangeAspect="1"/>
          </p:cNvGrpSpPr>
          <p:nvPr/>
        </p:nvGrpSpPr>
        <p:grpSpPr>
          <a:xfrm>
            <a:off x="433464" y="1832474"/>
            <a:ext cx="229344" cy="182438"/>
            <a:chOff x="6124" y="305"/>
            <a:chExt cx="841" cy="669"/>
          </a:xfrm>
          <a:solidFill>
            <a:schemeClr val="bg1"/>
          </a:solidFill>
        </p:grpSpPr>
        <p:sp>
          <p:nvSpPr>
            <p:cNvPr id="21" name="Freeform 13"/>
            <p:cNvSpPr/>
            <p:nvPr/>
          </p:nvSpPr>
          <p:spPr>
            <a:xfrm>
              <a:off x="6244" y="440"/>
              <a:ext cx="601" cy="534"/>
            </a:xfrm>
            <a:custGeom>
              <a:avLst/>
              <a:gdLst>
                <a:gd name="T0" fmla="*/ 902 w 1802"/>
                <a:gd name="T1" fmla="*/ 0 h 1602"/>
                <a:gd name="T2" fmla="*/ 2 w 1802"/>
                <a:gd name="T3" fmla="*/ 742 h 1602"/>
                <a:gd name="T4" fmla="*/ 2 w 1802"/>
                <a:gd name="T5" fmla="*/ 743 h 1602"/>
                <a:gd name="T6" fmla="*/ 2 w 1802"/>
                <a:gd name="T7" fmla="*/ 746 h 1602"/>
                <a:gd name="T8" fmla="*/ 0 w 1802"/>
                <a:gd name="T9" fmla="*/ 749 h 1602"/>
                <a:gd name="T10" fmla="*/ 0 w 1802"/>
                <a:gd name="T11" fmla="*/ 751 h 1602"/>
                <a:gd name="T12" fmla="*/ 0 w 1802"/>
                <a:gd name="T13" fmla="*/ 1501 h 1602"/>
                <a:gd name="T14" fmla="*/ 2 w 1802"/>
                <a:gd name="T15" fmla="*/ 1521 h 1602"/>
                <a:gd name="T16" fmla="*/ 16 w 1802"/>
                <a:gd name="T17" fmla="*/ 1557 h 1602"/>
                <a:gd name="T18" fmla="*/ 30 w 1802"/>
                <a:gd name="T19" fmla="*/ 1572 h 1602"/>
                <a:gd name="T20" fmla="*/ 45 w 1802"/>
                <a:gd name="T21" fmla="*/ 1586 h 1602"/>
                <a:gd name="T22" fmla="*/ 81 w 1802"/>
                <a:gd name="T23" fmla="*/ 1601 h 1602"/>
                <a:gd name="T24" fmla="*/ 100 w 1802"/>
                <a:gd name="T25" fmla="*/ 1602 h 1602"/>
                <a:gd name="T26" fmla="*/ 702 w 1802"/>
                <a:gd name="T27" fmla="*/ 1602 h 1602"/>
                <a:gd name="T28" fmla="*/ 702 w 1802"/>
                <a:gd name="T29" fmla="*/ 1001 h 1602"/>
                <a:gd name="T30" fmla="*/ 1102 w 1802"/>
                <a:gd name="T31" fmla="*/ 1001 h 1602"/>
                <a:gd name="T32" fmla="*/ 1102 w 1802"/>
                <a:gd name="T33" fmla="*/ 1602 h 1602"/>
                <a:gd name="T34" fmla="*/ 1703 w 1802"/>
                <a:gd name="T35" fmla="*/ 1602 h 1602"/>
                <a:gd name="T36" fmla="*/ 1723 w 1802"/>
                <a:gd name="T37" fmla="*/ 1601 h 1602"/>
                <a:gd name="T38" fmla="*/ 1758 w 1802"/>
                <a:gd name="T39" fmla="*/ 1586 h 1602"/>
                <a:gd name="T40" fmla="*/ 1773 w 1802"/>
                <a:gd name="T41" fmla="*/ 1572 h 1602"/>
                <a:gd name="T42" fmla="*/ 1786 w 1802"/>
                <a:gd name="T43" fmla="*/ 1557 h 1602"/>
                <a:gd name="T44" fmla="*/ 1802 w 1802"/>
                <a:gd name="T45" fmla="*/ 1521 h 1602"/>
                <a:gd name="T46" fmla="*/ 1802 w 1802"/>
                <a:gd name="T47" fmla="*/ 1501 h 1602"/>
                <a:gd name="T48" fmla="*/ 1802 w 1802"/>
                <a:gd name="T49" fmla="*/ 751 h 1602"/>
                <a:gd name="T50" fmla="*/ 1802 w 1802"/>
                <a:gd name="T51" fmla="*/ 745 h 1602"/>
                <a:gd name="T52" fmla="*/ 1801 w 1802"/>
                <a:gd name="T53" fmla="*/ 742 h 1602"/>
                <a:gd name="T54" fmla="*/ 902 w 1802"/>
                <a:gd name="T55" fmla="*/ 0 h 1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802" h="1602">
                  <a:moveTo>
                    <a:pt x="902" y="0"/>
                  </a:moveTo>
                  <a:lnTo>
                    <a:pt x="2" y="742"/>
                  </a:lnTo>
                  <a:lnTo>
                    <a:pt x="2" y="743"/>
                  </a:lnTo>
                  <a:lnTo>
                    <a:pt x="2" y="746"/>
                  </a:lnTo>
                  <a:lnTo>
                    <a:pt x="0" y="749"/>
                  </a:lnTo>
                  <a:lnTo>
                    <a:pt x="0" y="751"/>
                  </a:lnTo>
                  <a:lnTo>
                    <a:pt x="0" y="1501"/>
                  </a:lnTo>
                  <a:lnTo>
                    <a:pt x="2" y="1521"/>
                  </a:lnTo>
                  <a:lnTo>
                    <a:pt x="16" y="1557"/>
                  </a:lnTo>
                  <a:lnTo>
                    <a:pt x="30" y="1572"/>
                  </a:lnTo>
                  <a:lnTo>
                    <a:pt x="45" y="1586"/>
                  </a:lnTo>
                  <a:lnTo>
                    <a:pt x="81" y="1601"/>
                  </a:lnTo>
                  <a:lnTo>
                    <a:pt x="100" y="1602"/>
                  </a:lnTo>
                  <a:lnTo>
                    <a:pt x="702" y="1602"/>
                  </a:lnTo>
                  <a:lnTo>
                    <a:pt x="702" y="1001"/>
                  </a:lnTo>
                  <a:lnTo>
                    <a:pt x="1102" y="1001"/>
                  </a:lnTo>
                  <a:lnTo>
                    <a:pt x="1102" y="1602"/>
                  </a:lnTo>
                  <a:lnTo>
                    <a:pt x="1703" y="1602"/>
                  </a:lnTo>
                  <a:lnTo>
                    <a:pt x="1723" y="1601"/>
                  </a:lnTo>
                  <a:lnTo>
                    <a:pt x="1758" y="1586"/>
                  </a:lnTo>
                  <a:lnTo>
                    <a:pt x="1773" y="1572"/>
                  </a:lnTo>
                  <a:lnTo>
                    <a:pt x="1786" y="1557"/>
                  </a:lnTo>
                  <a:lnTo>
                    <a:pt x="1802" y="1521"/>
                  </a:lnTo>
                  <a:lnTo>
                    <a:pt x="1802" y="1501"/>
                  </a:lnTo>
                  <a:lnTo>
                    <a:pt x="1802" y="751"/>
                  </a:lnTo>
                  <a:lnTo>
                    <a:pt x="1802" y="745"/>
                  </a:lnTo>
                  <a:lnTo>
                    <a:pt x="1801" y="742"/>
                  </a:lnTo>
                  <a:lnTo>
                    <a:pt x="90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anchor="t" anchorCtr="0">
              <a:prstTxWarp prst="textNoShape">
                <a:avLst/>
              </a:prstTxWarp>
            </a:bodyPr>
            <a:lstStyle/>
            <a:p>
              <a:pPr lvl="0"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22" name="Freeform 14"/>
            <p:cNvSpPr/>
            <p:nvPr/>
          </p:nvSpPr>
          <p:spPr>
            <a:xfrm>
              <a:off x="6124" y="305"/>
              <a:ext cx="841" cy="394"/>
            </a:xfrm>
            <a:custGeom>
              <a:avLst/>
              <a:gdLst>
                <a:gd name="T0" fmla="*/ 2505 w 2522"/>
                <a:gd name="T1" fmla="*/ 978 h 1181"/>
                <a:gd name="T2" fmla="*/ 2162 w 2522"/>
                <a:gd name="T3" fmla="*/ 694 h 1181"/>
                <a:gd name="T4" fmla="*/ 2162 w 2522"/>
                <a:gd name="T5" fmla="*/ 54 h 1181"/>
                <a:gd name="T6" fmla="*/ 2162 w 2522"/>
                <a:gd name="T7" fmla="*/ 44 h 1181"/>
                <a:gd name="T8" fmla="*/ 2155 w 2522"/>
                <a:gd name="T9" fmla="*/ 26 h 1181"/>
                <a:gd name="T10" fmla="*/ 2149 w 2522"/>
                <a:gd name="T11" fmla="*/ 18 h 1181"/>
                <a:gd name="T12" fmla="*/ 2141 w 2522"/>
                <a:gd name="T13" fmla="*/ 13 h 1181"/>
                <a:gd name="T14" fmla="*/ 2123 w 2522"/>
                <a:gd name="T15" fmla="*/ 5 h 1181"/>
                <a:gd name="T16" fmla="*/ 2113 w 2522"/>
                <a:gd name="T17" fmla="*/ 5 h 1181"/>
                <a:gd name="T18" fmla="*/ 1812 w 2522"/>
                <a:gd name="T19" fmla="*/ 5 h 1181"/>
                <a:gd name="T20" fmla="*/ 1802 w 2522"/>
                <a:gd name="T21" fmla="*/ 5 h 1181"/>
                <a:gd name="T22" fmla="*/ 1783 w 2522"/>
                <a:gd name="T23" fmla="*/ 13 h 1181"/>
                <a:gd name="T24" fmla="*/ 1776 w 2522"/>
                <a:gd name="T25" fmla="*/ 18 h 1181"/>
                <a:gd name="T26" fmla="*/ 1770 w 2522"/>
                <a:gd name="T27" fmla="*/ 26 h 1181"/>
                <a:gd name="T28" fmla="*/ 1763 w 2522"/>
                <a:gd name="T29" fmla="*/ 44 h 1181"/>
                <a:gd name="T30" fmla="*/ 1762 w 2522"/>
                <a:gd name="T31" fmla="*/ 54 h 1181"/>
                <a:gd name="T32" fmla="*/ 1762 w 2522"/>
                <a:gd name="T33" fmla="*/ 360 h 1181"/>
                <a:gd name="T34" fmla="*/ 1380 w 2522"/>
                <a:gd name="T35" fmla="*/ 41 h 1181"/>
                <a:gd name="T36" fmla="*/ 1354 w 2522"/>
                <a:gd name="T37" fmla="*/ 23 h 1181"/>
                <a:gd name="T38" fmla="*/ 1295 w 2522"/>
                <a:gd name="T39" fmla="*/ 1 h 1181"/>
                <a:gd name="T40" fmla="*/ 1262 w 2522"/>
                <a:gd name="T41" fmla="*/ 0 h 1181"/>
                <a:gd name="T42" fmla="*/ 1227 w 2522"/>
                <a:gd name="T43" fmla="*/ 1 h 1181"/>
                <a:gd name="T44" fmla="*/ 1168 w 2522"/>
                <a:gd name="T45" fmla="*/ 23 h 1181"/>
                <a:gd name="T46" fmla="*/ 1142 w 2522"/>
                <a:gd name="T47" fmla="*/ 41 h 1181"/>
                <a:gd name="T48" fmla="*/ 17 w 2522"/>
                <a:gd name="T49" fmla="*/ 978 h 1181"/>
                <a:gd name="T50" fmla="*/ 10 w 2522"/>
                <a:gd name="T51" fmla="*/ 985 h 1181"/>
                <a:gd name="T52" fmla="*/ 1 w 2522"/>
                <a:gd name="T53" fmla="*/ 1001 h 1181"/>
                <a:gd name="T54" fmla="*/ 0 w 2522"/>
                <a:gd name="T55" fmla="*/ 1012 h 1181"/>
                <a:gd name="T56" fmla="*/ 0 w 2522"/>
                <a:gd name="T57" fmla="*/ 1023 h 1181"/>
                <a:gd name="T58" fmla="*/ 6 w 2522"/>
                <a:gd name="T59" fmla="*/ 1040 h 1181"/>
                <a:gd name="T60" fmla="*/ 12 w 2522"/>
                <a:gd name="T61" fmla="*/ 1048 h 1181"/>
                <a:gd name="T62" fmla="*/ 108 w 2522"/>
                <a:gd name="T63" fmla="*/ 1164 h 1181"/>
                <a:gd name="T64" fmla="*/ 122 w 2522"/>
                <a:gd name="T65" fmla="*/ 1177 h 1181"/>
                <a:gd name="T66" fmla="*/ 141 w 2522"/>
                <a:gd name="T67" fmla="*/ 1181 h 1181"/>
                <a:gd name="T68" fmla="*/ 160 w 2522"/>
                <a:gd name="T69" fmla="*/ 1181 h 1181"/>
                <a:gd name="T70" fmla="*/ 179 w 2522"/>
                <a:gd name="T71" fmla="*/ 1171 h 1181"/>
                <a:gd name="T72" fmla="*/ 1262 w 2522"/>
                <a:gd name="T73" fmla="*/ 268 h 1181"/>
                <a:gd name="T74" fmla="*/ 2344 w 2522"/>
                <a:gd name="T75" fmla="*/ 1171 h 1181"/>
                <a:gd name="T76" fmla="*/ 2358 w 2522"/>
                <a:gd name="T77" fmla="*/ 1180 h 1181"/>
                <a:gd name="T78" fmla="*/ 2377 w 2522"/>
                <a:gd name="T79" fmla="*/ 1181 h 1181"/>
                <a:gd name="T80" fmla="*/ 2383 w 2522"/>
                <a:gd name="T81" fmla="*/ 1181 h 1181"/>
                <a:gd name="T82" fmla="*/ 2401 w 2522"/>
                <a:gd name="T83" fmla="*/ 1177 h 1181"/>
                <a:gd name="T84" fmla="*/ 2414 w 2522"/>
                <a:gd name="T85" fmla="*/ 1164 h 1181"/>
                <a:gd name="T86" fmla="*/ 2512 w 2522"/>
                <a:gd name="T87" fmla="*/ 1048 h 1181"/>
                <a:gd name="T88" fmla="*/ 2518 w 2522"/>
                <a:gd name="T89" fmla="*/ 1040 h 1181"/>
                <a:gd name="T90" fmla="*/ 2522 w 2522"/>
                <a:gd name="T91" fmla="*/ 1023 h 1181"/>
                <a:gd name="T92" fmla="*/ 2522 w 2522"/>
                <a:gd name="T93" fmla="*/ 1012 h 1181"/>
                <a:gd name="T94" fmla="*/ 2521 w 2522"/>
                <a:gd name="T95" fmla="*/ 1001 h 1181"/>
                <a:gd name="T96" fmla="*/ 2512 w 2522"/>
                <a:gd name="T97" fmla="*/ 985 h 1181"/>
                <a:gd name="T98" fmla="*/ 2505 w 2522"/>
                <a:gd name="T99" fmla="*/ 978 h 1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22" h="1181">
                  <a:moveTo>
                    <a:pt x="2505" y="978"/>
                  </a:moveTo>
                  <a:lnTo>
                    <a:pt x="2162" y="694"/>
                  </a:lnTo>
                  <a:lnTo>
                    <a:pt x="2162" y="54"/>
                  </a:lnTo>
                  <a:lnTo>
                    <a:pt x="2162" y="44"/>
                  </a:lnTo>
                  <a:lnTo>
                    <a:pt x="2155" y="26"/>
                  </a:lnTo>
                  <a:lnTo>
                    <a:pt x="2149" y="18"/>
                  </a:lnTo>
                  <a:lnTo>
                    <a:pt x="2141" y="13"/>
                  </a:lnTo>
                  <a:lnTo>
                    <a:pt x="2123" y="5"/>
                  </a:lnTo>
                  <a:lnTo>
                    <a:pt x="2113" y="5"/>
                  </a:lnTo>
                  <a:lnTo>
                    <a:pt x="1812" y="5"/>
                  </a:lnTo>
                  <a:lnTo>
                    <a:pt x="1802" y="5"/>
                  </a:lnTo>
                  <a:lnTo>
                    <a:pt x="1783" y="13"/>
                  </a:lnTo>
                  <a:lnTo>
                    <a:pt x="1776" y="18"/>
                  </a:lnTo>
                  <a:lnTo>
                    <a:pt x="1770" y="26"/>
                  </a:lnTo>
                  <a:lnTo>
                    <a:pt x="1763" y="44"/>
                  </a:lnTo>
                  <a:lnTo>
                    <a:pt x="1762" y="54"/>
                  </a:lnTo>
                  <a:lnTo>
                    <a:pt x="1762" y="360"/>
                  </a:lnTo>
                  <a:lnTo>
                    <a:pt x="1380" y="41"/>
                  </a:lnTo>
                  <a:lnTo>
                    <a:pt x="1354" y="23"/>
                  </a:lnTo>
                  <a:lnTo>
                    <a:pt x="1295" y="1"/>
                  </a:lnTo>
                  <a:lnTo>
                    <a:pt x="1262" y="0"/>
                  </a:lnTo>
                  <a:lnTo>
                    <a:pt x="1227" y="1"/>
                  </a:lnTo>
                  <a:lnTo>
                    <a:pt x="1168" y="23"/>
                  </a:lnTo>
                  <a:lnTo>
                    <a:pt x="1142" y="41"/>
                  </a:lnTo>
                  <a:lnTo>
                    <a:pt x="17" y="978"/>
                  </a:lnTo>
                  <a:lnTo>
                    <a:pt x="10" y="985"/>
                  </a:lnTo>
                  <a:lnTo>
                    <a:pt x="1" y="1001"/>
                  </a:lnTo>
                  <a:lnTo>
                    <a:pt x="0" y="1012"/>
                  </a:lnTo>
                  <a:lnTo>
                    <a:pt x="0" y="1023"/>
                  </a:lnTo>
                  <a:lnTo>
                    <a:pt x="6" y="1040"/>
                  </a:lnTo>
                  <a:lnTo>
                    <a:pt x="12" y="1048"/>
                  </a:lnTo>
                  <a:lnTo>
                    <a:pt x="108" y="1164"/>
                  </a:lnTo>
                  <a:lnTo>
                    <a:pt x="122" y="1177"/>
                  </a:lnTo>
                  <a:lnTo>
                    <a:pt x="141" y="1181"/>
                  </a:lnTo>
                  <a:lnTo>
                    <a:pt x="160" y="1181"/>
                  </a:lnTo>
                  <a:lnTo>
                    <a:pt x="179" y="1171"/>
                  </a:lnTo>
                  <a:lnTo>
                    <a:pt x="1262" y="268"/>
                  </a:lnTo>
                  <a:lnTo>
                    <a:pt x="2344" y="1171"/>
                  </a:lnTo>
                  <a:lnTo>
                    <a:pt x="2358" y="1180"/>
                  </a:lnTo>
                  <a:lnTo>
                    <a:pt x="2377" y="1181"/>
                  </a:lnTo>
                  <a:lnTo>
                    <a:pt x="2383" y="1181"/>
                  </a:lnTo>
                  <a:lnTo>
                    <a:pt x="2401" y="1177"/>
                  </a:lnTo>
                  <a:lnTo>
                    <a:pt x="2414" y="1164"/>
                  </a:lnTo>
                  <a:lnTo>
                    <a:pt x="2512" y="1048"/>
                  </a:lnTo>
                  <a:lnTo>
                    <a:pt x="2518" y="1040"/>
                  </a:lnTo>
                  <a:lnTo>
                    <a:pt x="2522" y="1023"/>
                  </a:lnTo>
                  <a:lnTo>
                    <a:pt x="2522" y="1012"/>
                  </a:lnTo>
                  <a:lnTo>
                    <a:pt x="2521" y="1001"/>
                  </a:lnTo>
                  <a:lnTo>
                    <a:pt x="2512" y="985"/>
                  </a:lnTo>
                  <a:lnTo>
                    <a:pt x="2505" y="97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anchor="t" anchorCtr="0">
              <a:prstTxWarp prst="textNoShape">
                <a:avLst/>
              </a:prstTxWarp>
            </a:bodyPr>
            <a:lstStyle/>
            <a:p>
              <a:pPr lvl="0"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35" name="타원 34"/>
          <p:cNvSpPr/>
          <p:nvPr/>
        </p:nvSpPr>
        <p:spPr>
          <a:xfrm>
            <a:off x="578088" y="2370814"/>
            <a:ext cx="177525" cy="17752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anchor="ctr"/>
          <a:lstStyle/>
          <a:p>
            <a:pPr algn="ctr">
              <a:defRPr/>
            </a:pPr>
            <a:r>
              <a:rPr lang="en-US" altLang="ko-KR" sz="1000">
                <a:solidFill>
                  <a:prstClr val="white"/>
                </a:solidFill>
              </a:rPr>
              <a:t>9</a:t>
            </a:r>
          </a:p>
        </p:txBody>
      </p:sp>
      <p:sp>
        <p:nvSpPr>
          <p:cNvPr id="38" name="직사각형 37"/>
          <p:cNvSpPr/>
          <p:nvPr/>
        </p:nvSpPr>
        <p:spPr>
          <a:xfrm>
            <a:off x="1420813" y="537998"/>
            <a:ext cx="6096000" cy="907896"/>
          </a:xfrm>
          <a:prstGeom prst="rect">
            <a:avLst/>
          </a:prstGeom>
        </p:spPr>
        <p:txBody>
          <a:bodyPr>
            <a:spAutoFit/>
          </a:bodyPr>
          <a:lstStyle/>
          <a:p>
            <a:pPr latinLnBrk="0">
              <a:lnSpc>
                <a:spcPct val="150000"/>
              </a:lnSpc>
              <a:defRPr/>
            </a:pPr>
            <a:r>
              <a:rPr lang="en-US" altLang="ko-KR" sz="2600" b="1" i="1" kern="0">
                <a:solidFill>
                  <a:prstClr val="black">
                    <a:lumMod val="65000"/>
                    <a:lumOff val="35000"/>
                  </a:prstClr>
                </a:solidFill>
              </a:rPr>
              <a:t>DEBATE</a:t>
            </a:r>
            <a:endParaRPr lang="en-US" altLang="ko-KR" sz="2400" b="1" i="1" kern="0">
              <a:solidFill>
                <a:prstClr val="black">
                  <a:lumMod val="65000"/>
                  <a:lumOff val="35000"/>
                </a:prstClr>
              </a:solidFill>
            </a:endParaRPr>
          </a:p>
          <a:p>
            <a:pPr latinLnBrk="0">
              <a:lnSpc>
                <a:spcPct val="150000"/>
              </a:lnSpc>
              <a:defRPr/>
            </a:pPr>
            <a:r>
              <a:rPr lang="en-US" altLang="ko-KR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SCHEDULE&gt;TOPIC&gt;TOPIC DETAILS&gt;</a:t>
            </a:r>
            <a:r>
              <a:rPr lang="en-US" altLang="ko-KR" sz="1000" b="1" kern="0">
                <a:solidFill>
                  <a:schemeClr val="accent6"/>
                </a:solidFill>
              </a:rPr>
              <a:t>ENVIRONMENT</a:t>
            </a:r>
            <a:endParaRPr lang="ko-KR" altLang="en-US" sz="1000" b="1" kern="0">
              <a:solidFill>
                <a:schemeClr val="accent6"/>
              </a:solidFill>
            </a:endParaRPr>
          </a:p>
        </p:txBody>
      </p:sp>
      <p:sp>
        <p:nvSpPr>
          <p:cNvPr id="40" name="모서리가 둥근 직사각형 39"/>
          <p:cNvSpPr/>
          <p:nvPr/>
        </p:nvSpPr>
        <p:spPr>
          <a:xfrm>
            <a:off x="1514699" y="1646917"/>
            <a:ext cx="9864501" cy="4279543"/>
          </a:xfrm>
          <a:prstGeom prst="roundRect">
            <a:avLst>
              <a:gd name="adj" fmla="val 3424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" anchor="ctr"/>
          <a:lstStyle/>
          <a:p>
            <a:pPr lvl="0">
              <a:defRPr/>
            </a:pPr>
            <a:endParaRPr lang="en-US" altLang="ko-KR" sz="1050">
              <a:solidFill>
                <a:srgbClr val="264259"/>
              </a:solidFill>
            </a:endParaRPr>
          </a:p>
        </p:txBody>
      </p:sp>
      <p:sp>
        <p:nvSpPr>
          <p:cNvPr id="51" name="타원 50"/>
          <p:cNvSpPr/>
          <p:nvPr/>
        </p:nvSpPr>
        <p:spPr>
          <a:xfrm>
            <a:off x="555404" y="4304681"/>
            <a:ext cx="177525" cy="17752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anchor="ctr"/>
          <a:lstStyle/>
          <a:p>
            <a:pPr algn="ctr">
              <a:defRPr/>
            </a:pPr>
            <a:r>
              <a:rPr lang="en-US" altLang="ko-KR" sz="600">
                <a:solidFill>
                  <a:prstClr val="white"/>
                </a:solidFill>
              </a:rPr>
              <a:t>off</a:t>
            </a:r>
            <a:endParaRPr lang="ko-KR" altLang="en-US" sz="600">
              <a:solidFill>
                <a:prstClr val="white"/>
              </a:solidFill>
            </a:endParaRPr>
          </a:p>
        </p:txBody>
      </p:sp>
      <p:sp>
        <p:nvSpPr>
          <p:cNvPr id="57" name="직사각형 49"/>
          <p:cNvSpPr/>
          <p:nvPr/>
        </p:nvSpPr>
        <p:spPr>
          <a:xfrm>
            <a:off x="1674487" y="1837813"/>
            <a:ext cx="9545326" cy="116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l" defTabSz="914400" rtl="0" eaLnBrk="1" latinLnBrk="1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600" b="1" i="0" u="none" strike="noStrike" kern="1200" cap="none" spc="0" normalizeH="0" baseline="0">
                <a:solidFill>
                  <a:srgbClr val="00D65E"/>
                </a:solidFill>
                <a:latin typeface="맑은 고딕"/>
                <a:ea typeface="맑은 고딕"/>
                <a:cs typeface="맑은 고딕"/>
              </a:rPr>
              <a:t>ENVIRONMENT</a:t>
            </a:r>
            <a:endParaRPr kumimoji="0" lang="ko-KR" altLang="en-US" sz="1600" b="1" i="0" u="none" strike="noStrike" kern="1200" cap="none" spc="0" normalizeH="0" baseline="0">
              <a:solidFill>
                <a:srgbClr val="00D65E"/>
              </a:solidFill>
              <a:latin typeface="맑은 고딕"/>
              <a:ea typeface="맑은 고딕"/>
              <a:cs typeface="맑은 고딕"/>
            </a:endParaRPr>
          </a:p>
          <a:p>
            <a:pPr marL="381000" marR="190500" indent="0" algn="l" defTabSz="914400" rtl="0" eaLnBrk="1" latinLnBrk="1" hangingPunct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kumimoji="0" lang="EN-US" sz="1300" b="0" i="0" u="none" strike="noStrike" kern="1200" cap="none" spc="0" normalizeH="0" baseline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  <a:p>
            <a:pPr marL="381000" marR="190500" indent="0" algn="l" defTabSz="914400" rtl="0" eaLnBrk="1" latinLnBrk="1" hangingPunct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kumimoji="0" lang="EN-US" sz="1300" b="0" i="0" u="none" strike="noStrike" kern="1200" cap="none" spc="0" normalizeH="0" baseline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D443422C-DBB9-4CA7-9E84-BB0DD8C5C81D}"/>
              </a:ext>
            </a:extLst>
          </p:cNvPr>
          <p:cNvPicPr/>
          <p:nvPr/>
        </p:nvPicPr>
        <p:blipFill rotWithShape="1">
          <a:blip r:embed="rId3">
            <a:lum/>
          </a:blip>
          <a:srcRect/>
          <a:stretch>
            <a:fillRect/>
          </a:stretch>
        </p:blipFill>
        <p:spPr>
          <a:xfrm>
            <a:off x="3181350" y="2409824"/>
            <a:ext cx="6495310" cy="31400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한쪽 모서리가 둥근 사각형 35"/>
          <p:cNvSpPr/>
          <p:nvPr/>
        </p:nvSpPr>
        <p:spPr>
          <a:xfrm>
            <a:off x="0" y="0"/>
            <a:ext cx="3848100" cy="5549900"/>
          </a:xfrm>
          <a:prstGeom prst="round1Rect">
            <a:avLst>
              <a:gd name="adj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5" name="모서리가 둥근 직사각형 4"/>
          <p:cNvSpPr/>
          <p:nvPr/>
        </p:nvSpPr>
        <p:spPr>
          <a:xfrm>
            <a:off x="236537" y="304800"/>
            <a:ext cx="11669713" cy="6265862"/>
          </a:xfrm>
          <a:prstGeom prst="roundRect">
            <a:avLst>
              <a:gd name="adj" fmla="val 4810"/>
            </a:avLst>
          </a:prstGeom>
          <a:solidFill>
            <a:srgbClr val="264259"/>
          </a:solidFill>
          <a:ln w="63500">
            <a:solidFill>
              <a:schemeClr val="tx2">
                <a:lumMod val="50000"/>
              </a:schemeClr>
            </a:solidFill>
          </a:ln>
          <a:effectLst>
            <a:outerShdw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6" name="양쪽 모서리가 둥근 사각형 5"/>
          <p:cNvSpPr/>
          <p:nvPr/>
        </p:nvSpPr>
        <p:spPr>
          <a:xfrm rot="5400000">
            <a:off x="3271463" y="-2062957"/>
            <a:ext cx="6192000" cy="11001376"/>
          </a:xfrm>
          <a:prstGeom prst="round2SameRect">
            <a:avLst>
              <a:gd name="adj1" fmla="val 4506"/>
              <a:gd name="adj2" fmla="val 0"/>
            </a:avLst>
          </a:prstGeom>
          <a:solidFill>
            <a:schemeClr val="bg1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5" name="자유형 14"/>
          <p:cNvSpPr/>
          <p:nvPr/>
        </p:nvSpPr>
        <p:spPr>
          <a:xfrm>
            <a:off x="1574800" y="1863725"/>
            <a:ext cx="73025" cy="85725"/>
          </a:xfrm>
          <a:custGeom>
            <a:avLst/>
            <a:gdLst>
              <a:gd name="connsiteX0" fmla="*/ 0 w 73025"/>
              <a:gd name="connsiteY0" fmla="*/ 31750 h 85725"/>
              <a:gd name="connsiteX1" fmla="*/ 31750 w 73025"/>
              <a:gd name="connsiteY1" fmla="*/ 85725 h 85725"/>
              <a:gd name="connsiteX2" fmla="*/ 73025 w 73025"/>
              <a:gd name="connsiteY2" fmla="*/ 0 h 85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3025" h="85725">
                <a:moveTo>
                  <a:pt x="0" y="31750"/>
                </a:moveTo>
                <a:lnTo>
                  <a:pt x="31750" y="85725"/>
                </a:lnTo>
                <a:lnTo>
                  <a:pt x="73025" y="0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9" name="Freeform 9"/>
          <p:cNvSpPr/>
          <p:nvPr/>
        </p:nvSpPr>
        <p:spPr>
          <a:xfrm>
            <a:off x="477298" y="2470961"/>
            <a:ext cx="141676" cy="186968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lvl="0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23" name="Freeform 36"/>
          <p:cNvSpPr>
            <a:spLocks noEditPoints="1"/>
          </p:cNvSpPr>
          <p:nvPr/>
        </p:nvSpPr>
        <p:spPr>
          <a:xfrm>
            <a:off x="491434" y="4397002"/>
            <a:ext cx="113404" cy="190736"/>
          </a:xfrm>
          <a:custGeom>
            <a:avLst/>
            <a:gdLst>
              <a:gd name="T0" fmla="*/ 937 w 1926"/>
              <a:gd name="T1" fmla="*/ 3639 h 4045"/>
              <a:gd name="T2" fmla="*/ 893 w 1926"/>
              <a:gd name="T3" fmla="*/ 3665 h 4045"/>
              <a:gd name="T4" fmla="*/ 863 w 1926"/>
              <a:gd name="T5" fmla="*/ 3712 h 4045"/>
              <a:gd name="T6" fmla="*/ 851 w 1926"/>
              <a:gd name="T7" fmla="*/ 3772 h 4045"/>
              <a:gd name="T8" fmla="*/ 863 w 1926"/>
              <a:gd name="T9" fmla="*/ 3832 h 4045"/>
              <a:gd name="T10" fmla="*/ 893 w 1926"/>
              <a:gd name="T11" fmla="*/ 3878 h 4045"/>
              <a:gd name="T12" fmla="*/ 937 w 1926"/>
              <a:gd name="T13" fmla="*/ 3905 h 4045"/>
              <a:gd name="T14" fmla="*/ 988 w 1926"/>
              <a:gd name="T15" fmla="*/ 3905 h 4045"/>
              <a:gd name="T16" fmla="*/ 1033 w 1926"/>
              <a:gd name="T17" fmla="*/ 3878 h 4045"/>
              <a:gd name="T18" fmla="*/ 1064 w 1926"/>
              <a:gd name="T19" fmla="*/ 3832 h 4045"/>
              <a:gd name="T20" fmla="*/ 1075 w 1926"/>
              <a:gd name="T21" fmla="*/ 3772 h 4045"/>
              <a:gd name="T22" fmla="*/ 1064 w 1926"/>
              <a:gd name="T23" fmla="*/ 3712 h 4045"/>
              <a:gd name="T24" fmla="*/ 1033 w 1926"/>
              <a:gd name="T25" fmla="*/ 3665 h 4045"/>
              <a:gd name="T26" fmla="*/ 988 w 1926"/>
              <a:gd name="T27" fmla="*/ 3639 h 4045"/>
              <a:gd name="T28" fmla="*/ 156 w 1926"/>
              <a:gd name="T29" fmla="*/ 434 h 4045"/>
              <a:gd name="T30" fmla="*/ 1770 w 1926"/>
              <a:gd name="T31" fmla="*/ 3540 h 4045"/>
              <a:gd name="T32" fmla="*/ 156 w 1926"/>
              <a:gd name="T33" fmla="*/ 434 h 4045"/>
              <a:gd name="T34" fmla="*/ 716 w 1926"/>
              <a:gd name="T35" fmla="*/ 200 h 4045"/>
              <a:gd name="T36" fmla="*/ 701 w 1926"/>
              <a:gd name="T37" fmla="*/ 217 h 4045"/>
              <a:gd name="T38" fmla="*/ 701 w 1926"/>
              <a:gd name="T39" fmla="*/ 243 h 4045"/>
              <a:gd name="T40" fmla="*/ 716 w 1926"/>
              <a:gd name="T41" fmla="*/ 260 h 4045"/>
              <a:gd name="T42" fmla="*/ 1199 w 1926"/>
              <a:gd name="T43" fmla="*/ 262 h 4045"/>
              <a:gd name="T44" fmla="*/ 1218 w 1926"/>
              <a:gd name="T45" fmla="*/ 254 h 4045"/>
              <a:gd name="T46" fmla="*/ 1226 w 1926"/>
              <a:gd name="T47" fmla="*/ 230 h 4045"/>
              <a:gd name="T48" fmla="*/ 1218 w 1926"/>
              <a:gd name="T49" fmla="*/ 207 h 4045"/>
              <a:gd name="T50" fmla="*/ 1199 w 1926"/>
              <a:gd name="T51" fmla="*/ 197 h 4045"/>
              <a:gd name="T52" fmla="*/ 224 w 1926"/>
              <a:gd name="T53" fmla="*/ 0 h 4045"/>
              <a:gd name="T54" fmla="*/ 1738 w 1926"/>
              <a:gd name="T55" fmla="*/ 4 h 4045"/>
              <a:gd name="T56" fmla="*/ 1805 w 1926"/>
              <a:gd name="T57" fmla="*/ 31 h 4045"/>
              <a:gd name="T58" fmla="*/ 1860 w 1926"/>
              <a:gd name="T59" fmla="*/ 81 h 4045"/>
              <a:gd name="T60" fmla="*/ 1900 w 1926"/>
              <a:gd name="T61" fmla="*/ 148 h 4045"/>
              <a:gd name="T62" fmla="*/ 1923 w 1926"/>
              <a:gd name="T63" fmla="*/ 229 h 4045"/>
              <a:gd name="T64" fmla="*/ 1926 w 1926"/>
              <a:gd name="T65" fmla="*/ 3772 h 4045"/>
              <a:gd name="T66" fmla="*/ 1915 w 1926"/>
              <a:gd name="T67" fmla="*/ 3857 h 4045"/>
              <a:gd name="T68" fmla="*/ 1882 w 1926"/>
              <a:gd name="T69" fmla="*/ 3932 h 4045"/>
              <a:gd name="T70" fmla="*/ 1834 w 1926"/>
              <a:gd name="T71" fmla="*/ 3992 h 4045"/>
              <a:gd name="T72" fmla="*/ 1773 w 1926"/>
              <a:gd name="T73" fmla="*/ 4032 h 4045"/>
              <a:gd name="T74" fmla="*/ 1702 w 1926"/>
              <a:gd name="T75" fmla="*/ 4045 h 4045"/>
              <a:gd name="T76" fmla="*/ 188 w 1926"/>
              <a:gd name="T77" fmla="*/ 4041 h 4045"/>
              <a:gd name="T78" fmla="*/ 122 w 1926"/>
              <a:gd name="T79" fmla="*/ 4014 h 4045"/>
              <a:gd name="T80" fmla="*/ 66 w 1926"/>
              <a:gd name="T81" fmla="*/ 3964 h 4045"/>
              <a:gd name="T82" fmla="*/ 25 w 1926"/>
              <a:gd name="T83" fmla="*/ 3897 h 4045"/>
              <a:gd name="T84" fmla="*/ 3 w 1926"/>
              <a:gd name="T85" fmla="*/ 3816 h 4045"/>
              <a:gd name="T86" fmla="*/ 0 w 1926"/>
              <a:gd name="T87" fmla="*/ 273 h 4045"/>
              <a:gd name="T88" fmla="*/ 12 w 1926"/>
              <a:gd name="T89" fmla="*/ 188 h 4045"/>
              <a:gd name="T90" fmla="*/ 43 w 1926"/>
              <a:gd name="T91" fmla="*/ 113 h 4045"/>
              <a:gd name="T92" fmla="*/ 92 w 1926"/>
              <a:gd name="T93" fmla="*/ 53 h 4045"/>
              <a:gd name="T94" fmla="*/ 154 w 1926"/>
              <a:gd name="T95" fmla="*/ 13 h 4045"/>
              <a:gd name="T96" fmla="*/ 224 w 1926"/>
              <a:gd name="T97" fmla="*/ 0 h 40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926" h="4045">
                <a:moveTo>
                  <a:pt x="963" y="3636"/>
                </a:moveTo>
                <a:lnTo>
                  <a:pt x="937" y="3639"/>
                </a:lnTo>
                <a:lnTo>
                  <a:pt x="914" y="3649"/>
                </a:lnTo>
                <a:lnTo>
                  <a:pt x="893" y="3665"/>
                </a:lnTo>
                <a:lnTo>
                  <a:pt x="876" y="3686"/>
                </a:lnTo>
                <a:lnTo>
                  <a:pt x="863" y="3712"/>
                </a:lnTo>
                <a:lnTo>
                  <a:pt x="854" y="3741"/>
                </a:lnTo>
                <a:lnTo>
                  <a:pt x="851" y="3772"/>
                </a:lnTo>
                <a:lnTo>
                  <a:pt x="854" y="3804"/>
                </a:lnTo>
                <a:lnTo>
                  <a:pt x="863" y="3832"/>
                </a:lnTo>
                <a:lnTo>
                  <a:pt x="876" y="3857"/>
                </a:lnTo>
                <a:lnTo>
                  <a:pt x="893" y="3878"/>
                </a:lnTo>
                <a:lnTo>
                  <a:pt x="914" y="3894"/>
                </a:lnTo>
                <a:lnTo>
                  <a:pt x="937" y="3905"/>
                </a:lnTo>
                <a:lnTo>
                  <a:pt x="963" y="3909"/>
                </a:lnTo>
                <a:lnTo>
                  <a:pt x="988" y="3905"/>
                </a:lnTo>
                <a:lnTo>
                  <a:pt x="1013" y="3894"/>
                </a:lnTo>
                <a:lnTo>
                  <a:pt x="1033" y="3878"/>
                </a:lnTo>
                <a:lnTo>
                  <a:pt x="1051" y="3857"/>
                </a:lnTo>
                <a:lnTo>
                  <a:pt x="1064" y="3832"/>
                </a:lnTo>
                <a:lnTo>
                  <a:pt x="1072" y="3804"/>
                </a:lnTo>
                <a:lnTo>
                  <a:pt x="1075" y="3772"/>
                </a:lnTo>
                <a:lnTo>
                  <a:pt x="1072" y="3741"/>
                </a:lnTo>
                <a:lnTo>
                  <a:pt x="1064" y="3712"/>
                </a:lnTo>
                <a:lnTo>
                  <a:pt x="1051" y="3686"/>
                </a:lnTo>
                <a:lnTo>
                  <a:pt x="1033" y="3665"/>
                </a:lnTo>
                <a:lnTo>
                  <a:pt x="1013" y="3649"/>
                </a:lnTo>
                <a:lnTo>
                  <a:pt x="988" y="3639"/>
                </a:lnTo>
                <a:lnTo>
                  <a:pt x="963" y="3636"/>
                </a:lnTo>
                <a:close/>
                <a:moveTo>
                  <a:pt x="156" y="434"/>
                </a:moveTo>
                <a:lnTo>
                  <a:pt x="156" y="3540"/>
                </a:lnTo>
                <a:lnTo>
                  <a:pt x="1770" y="3540"/>
                </a:lnTo>
                <a:lnTo>
                  <a:pt x="1770" y="434"/>
                </a:lnTo>
                <a:lnTo>
                  <a:pt x="156" y="434"/>
                </a:lnTo>
                <a:close/>
                <a:moveTo>
                  <a:pt x="727" y="197"/>
                </a:moveTo>
                <a:lnTo>
                  <a:pt x="716" y="200"/>
                </a:lnTo>
                <a:lnTo>
                  <a:pt x="707" y="207"/>
                </a:lnTo>
                <a:lnTo>
                  <a:pt x="701" y="217"/>
                </a:lnTo>
                <a:lnTo>
                  <a:pt x="699" y="230"/>
                </a:lnTo>
                <a:lnTo>
                  <a:pt x="701" y="243"/>
                </a:lnTo>
                <a:lnTo>
                  <a:pt x="707" y="254"/>
                </a:lnTo>
                <a:lnTo>
                  <a:pt x="716" y="260"/>
                </a:lnTo>
                <a:lnTo>
                  <a:pt x="727" y="262"/>
                </a:lnTo>
                <a:lnTo>
                  <a:pt x="1199" y="262"/>
                </a:lnTo>
                <a:lnTo>
                  <a:pt x="1210" y="260"/>
                </a:lnTo>
                <a:lnTo>
                  <a:pt x="1218" y="254"/>
                </a:lnTo>
                <a:lnTo>
                  <a:pt x="1224" y="243"/>
                </a:lnTo>
                <a:lnTo>
                  <a:pt x="1226" y="230"/>
                </a:lnTo>
                <a:lnTo>
                  <a:pt x="1224" y="217"/>
                </a:lnTo>
                <a:lnTo>
                  <a:pt x="1218" y="207"/>
                </a:lnTo>
                <a:lnTo>
                  <a:pt x="1210" y="200"/>
                </a:lnTo>
                <a:lnTo>
                  <a:pt x="1199" y="197"/>
                </a:lnTo>
                <a:lnTo>
                  <a:pt x="727" y="197"/>
                </a:lnTo>
                <a:close/>
                <a:moveTo>
                  <a:pt x="224" y="0"/>
                </a:moveTo>
                <a:lnTo>
                  <a:pt x="1702" y="0"/>
                </a:lnTo>
                <a:lnTo>
                  <a:pt x="1738" y="4"/>
                </a:lnTo>
                <a:lnTo>
                  <a:pt x="1773" y="13"/>
                </a:lnTo>
                <a:lnTo>
                  <a:pt x="1805" y="31"/>
                </a:lnTo>
                <a:lnTo>
                  <a:pt x="1834" y="53"/>
                </a:lnTo>
                <a:lnTo>
                  <a:pt x="1860" y="81"/>
                </a:lnTo>
                <a:lnTo>
                  <a:pt x="1882" y="113"/>
                </a:lnTo>
                <a:lnTo>
                  <a:pt x="1900" y="148"/>
                </a:lnTo>
                <a:lnTo>
                  <a:pt x="1915" y="188"/>
                </a:lnTo>
                <a:lnTo>
                  <a:pt x="1923" y="229"/>
                </a:lnTo>
                <a:lnTo>
                  <a:pt x="1926" y="273"/>
                </a:lnTo>
                <a:lnTo>
                  <a:pt x="1926" y="3772"/>
                </a:lnTo>
                <a:lnTo>
                  <a:pt x="1923" y="3816"/>
                </a:lnTo>
                <a:lnTo>
                  <a:pt x="1915" y="3857"/>
                </a:lnTo>
                <a:lnTo>
                  <a:pt x="1900" y="3897"/>
                </a:lnTo>
                <a:lnTo>
                  <a:pt x="1882" y="3932"/>
                </a:lnTo>
                <a:lnTo>
                  <a:pt x="1860" y="3964"/>
                </a:lnTo>
                <a:lnTo>
                  <a:pt x="1834" y="3992"/>
                </a:lnTo>
                <a:lnTo>
                  <a:pt x="1805" y="4014"/>
                </a:lnTo>
                <a:lnTo>
                  <a:pt x="1773" y="4032"/>
                </a:lnTo>
                <a:lnTo>
                  <a:pt x="1738" y="4041"/>
                </a:lnTo>
                <a:lnTo>
                  <a:pt x="1702" y="4045"/>
                </a:lnTo>
                <a:lnTo>
                  <a:pt x="224" y="4045"/>
                </a:lnTo>
                <a:lnTo>
                  <a:pt x="188" y="4041"/>
                </a:lnTo>
                <a:lnTo>
                  <a:pt x="154" y="4032"/>
                </a:lnTo>
                <a:lnTo>
                  <a:pt x="122" y="4014"/>
                </a:lnTo>
                <a:lnTo>
                  <a:pt x="92" y="3992"/>
                </a:lnTo>
                <a:lnTo>
                  <a:pt x="66" y="3964"/>
                </a:lnTo>
                <a:lnTo>
                  <a:pt x="43" y="3932"/>
                </a:lnTo>
                <a:lnTo>
                  <a:pt x="25" y="3897"/>
                </a:lnTo>
                <a:lnTo>
                  <a:pt x="12" y="3857"/>
                </a:lnTo>
                <a:lnTo>
                  <a:pt x="3" y="3816"/>
                </a:lnTo>
                <a:lnTo>
                  <a:pt x="0" y="3772"/>
                </a:lnTo>
                <a:lnTo>
                  <a:pt x="0" y="273"/>
                </a:lnTo>
                <a:lnTo>
                  <a:pt x="3" y="229"/>
                </a:lnTo>
                <a:lnTo>
                  <a:pt x="12" y="188"/>
                </a:lnTo>
                <a:lnTo>
                  <a:pt x="25" y="148"/>
                </a:lnTo>
                <a:lnTo>
                  <a:pt x="43" y="113"/>
                </a:lnTo>
                <a:lnTo>
                  <a:pt x="66" y="81"/>
                </a:lnTo>
                <a:lnTo>
                  <a:pt x="92" y="53"/>
                </a:lnTo>
                <a:lnTo>
                  <a:pt x="122" y="31"/>
                </a:lnTo>
                <a:lnTo>
                  <a:pt x="154" y="13"/>
                </a:lnTo>
                <a:lnTo>
                  <a:pt x="188" y="4"/>
                </a:lnTo>
                <a:lnTo>
                  <a:pt x="224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lvl="0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24" name="자유형 23"/>
          <p:cNvSpPr/>
          <p:nvPr/>
        </p:nvSpPr>
        <p:spPr>
          <a:xfrm>
            <a:off x="462778" y="3768685"/>
            <a:ext cx="170716" cy="149410"/>
          </a:xfrm>
          <a:custGeom>
            <a:avLst/>
            <a:gdLst>
              <a:gd name="connsiteX0" fmla="*/ 149021 w 448462"/>
              <a:gd name="connsiteY0" fmla="*/ 328125 h 392491"/>
              <a:gd name="connsiteX1" fmla="*/ 210588 w 448462"/>
              <a:gd name="connsiteY1" fmla="*/ 357224 h 392491"/>
              <a:gd name="connsiteX2" fmla="*/ 160375 w 448462"/>
              <a:gd name="connsiteY2" fmla="*/ 391211 h 392491"/>
              <a:gd name="connsiteX3" fmla="*/ 158502 w 448462"/>
              <a:gd name="connsiteY3" fmla="*/ 392025 h 392491"/>
              <a:gd name="connsiteX4" fmla="*/ 156629 w 448462"/>
              <a:gd name="connsiteY4" fmla="*/ 392491 h 392491"/>
              <a:gd name="connsiteX5" fmla="*/ 154757 w 448462"/>
              <a:gd name="connsiteY5" fmla="*/ 392375 h 392491"/>
              <a:gd name="connsiteX6" fmla="*/ 153001 w 448462"/>
              <a:gd name="connsiteY6" fmla="*/ 391676 h 392491"/>
              <a:gd name="connsiteX7" fmla="*/ 151362 w 448462"/>
              <a:gd name="connsiteY7" fmla="*/ 390396 h 392491"/>
              <a:gd name="connsiteX8" fmla="*/ 150075 w 448462"/>
              <a:gd name="connsiteY8" fmla="*/ 388883 h 392491"/>
              <a:gd name="connsiteX9" fmla="*/ 149255 w 448462"/>
              <a:gd name="connsiteY9" fmla="*/ 387137 h 392491"/>
              <a:gd name="connsiteX10" fmla="*/ 149021 w 448462"/>
              <a:gd name="connsiteY10" fmla="*/ 385158 h 392491"/>
              <a:gd name="connsiteX11" fmla="*/ 441235 w 448462"/>
              <a:gd name="connsiteY11" fmla="*/ 0 h 392491"/>
              <a:gd name="connsiteX12" fmla="*/ 442983 w 448462"/>
              <a:gd name="connsiteY12" fmla="*/ 233 h 392491"/>
              <a:gd name="connsiteX13" fmla="*/ 444615 w 448462"/>
              <a:gd name="connsiteY13" fmla="*/ 816 h 392491"/>
              <a:gd name="connsiteX14" fmla="*/ 446131 w 448462"/>
              <a:gd name="connsiteY14" fmla="*/ 1866 h 392491"/>
              <a:gd name="connsiteX15" fmla="*/ 447530 w 448462"/>
              <a:gd name="connsiteY15" fmla="*/ 3615 h 392491"/>
              <a:gd name="connsiteX16" fmla="*/ 448346 w 448462"/>
              <a:gd name="connsiteY16" fmla="*/ 5714 h 392491"/>
              <a:gd name="connsiteX17" fmla="*/ 448462 w 448462"/>
              <a:gd name="connsiteY17" fmla="*/ 7696 h 392491"/>
              <a:gd name="connsiteX18" fmla="*/ 447879 w 448462"/>
              <a:gd name="connsiteY18" fmla="*/ 9911 h 392491"/>
              <a:gd name="connsiteX19" fmla="*/ 307990 w 448462"/>
              <a:gd name="connsiteY19" fmla="*/ 362641 h 392491"/>
              <a:gd name="connsiteX20" fmla="*/ 306708 w 448462"/>
              <a:gd name="connsiteY20" fmla="*/ 364973 h 392491"/>
              <a:gd name="connsiteX21" fmla="*/ 305076 w 448462"/>
              <a:gd name="connsiteY21" fmla="*/ 366955 h 392491"/>
              <a:gd name="connsiteX22" fmla="*/ 303094 w 448462"/>
              <a:gd name="connsiteY22" fmla="*/ 368588 h 392491"/>
              <a:gd name="connsiteX23" fmla="*/ 300646 w 448462"/>
              <a:gd name="connsiteY23" fmla="*/ 369870 h 392491"/>
              <a:gd name="connsiteX24" fmla="*/ 298314 w 448462"/>
              <a:gd name="connsiteY24" fmla="*/ 370570 h 392491"/>
              <a:gd name="connsiteX25" fmla="*/ 295983 w 448462"/>
              <a:gd name="connsiteY25" fmla="*/ 370803 h 392491"/>
              <a:gd name="connsiteX26" fmla="*/ 293068 w 448462"/>
              <a:gd name="connsiteY26" fmla="*/ 370453 h 392491"/>
              <a:gd name="connsiteX27" fmla="*/ 290387 w 448462"/>
              <a:gd name="connsiteY27" fmla="*/ 369404 h 392491"/>
              <a:gd name="connsiteX28" fmla="*/ 148982 w 448462"/>
              <a:gd name="connsiteY28" fmla="*/ 302123 h 392491"/>
              <a:gd name="connsiteX29" fmla="*/ 347858 w 448462"/>
              <a:gd name="connsiteY29" fmla="*/ 102379 h 392491"/>
              <a:gd name="connsiteX30" fmla="*/ 120771 w 448462"/>
              <a:gd name="connsiteY30" fmla="*/ 288830 h 392491"/>
              <a:gd name="connsiteX31" fmla="*/ 7344 w 448462"/>
              <a:gd name="connsiteY31" fmla="*/ 234842 h 392491"/>
              <a:gd name="connsiteX32" fmla="*/ 4896 w 448462"/>
              <a:gd name="connsiteY32" fmla="*/ 233209 h 392491"/>
              <a:gd name="connsiteX33" fmla="*/ 2798 w 448462"/>
              <a:gd name="connsiteY33" fmla="*/ 231227 h 392491"/>
              <a:gd name="connsiteX34" fmla="*/ 1282 w 448462"/>
              <a:gd name="connsiteY34" fmla="*/ 228895 h 392491"/>
              <a:gd name="connsiteX35" fmla="*/ 349 w 448462"/>
              <a:gd name="connsiteY35" fmla="*/ 226213 h 392491"/>
              <a:gd name="connsiteX36" fmla="*/ 0 w 448462"/>
              <a:gd name="connsiteY36" fmla="*/ 223298 h 392491"/>
              <a:gd name="connsiteX37" fmla="*/ 233 w 448462"/>
              <a:gd name="connsiteY37" fmla="*/ 220499 h 392491"/>
              <a:gd name="connsiteX38" fmla="*/ 1165 w 448462"/>
              <a:gd name="connsiteY38" fmla="*/ 217701 h 392491"/>
              <a:gd name="connsiteX39" fmla="*/ 2681 w 448462"/>
              <a:gd name="connsiteY39" fmla="*/ 215252 h 392491"/>
              <a:gd name="connsiteX40" fmla="*/ 4779 w 448462"/>
              <a:gd name="connsiteY40" fmla="*/ 213270 h 392491"/>
              <a:gd name="connsiteX41" fmla="*/ 7227 w 448462"/>
              <a:gd name="connsiteY41" fmla="*/ 211754 h 392491"/>
              <a:gd name="connsiteX42" fmla="*/ 437971 w 448462"/>
              <a:gd name="connsiteY42" fmla="*/ 583 h 392491"/>
              <a:gd name="connsiteX43" fmla="*/ 439603 w 448462"/>
              <a:gd name="connsiteY43" fmla="*/ 117 h 392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448462" h="392491">
                <a:moveTo>
                  <a:pt x="149021" y="328125"/>
                </a:moveTo>
                <a:lnTo>
                  <a:pt x="210588" y="357224"/>
                </a:lnTo>
                <a:lnTo>
                  <a:pt x="160375" y="391211"/>
                </a:lnTo>
                <a:lnTo>
                  <a:pt x="158502" y="392025"/>
                </a:lnTo>
                <a:lnTo>
                  <a:pt x="156629" y="392491"/>
                </a:lnTo>
                <a:lnTo>
                  <a:pt x="154757" y="392375"/>
                </a:lnTo>
                <a:lnTo>
                  <a:pt x="153001" y="391676"/>
                </a:lnTo>
                <a:lnTo>
                  <a:pt x="151362" y="390396"/>
                </a:lnTo>
                <a:lnTo>
                  <a:pt x="150075" y="388883"/>
                </a:lnTo>
                <a:lnTo>
                  <a:pt x="149255" y="387137"/>
                </a:lnTo>
                <a:lnTo>
                  <a:pt x="149021" y="385158"/>
                </a:lnTo>
                <a:close/>
                <a:moveTo>
                  <a:pt x="441235" y="0"/>
                </a:moveTo>
                <a:lnTo>
                  <a:pt x="442983" y="233"/>
                </a:lnTo>
                <a:lnTo>
                  <a:pt x="444615" y="816"/>
                </a:lnTo>
                <a:lnTo>
                  <a:pt x="446131" y="1866"/>
                </a:lnTo>
                <a:lnTo>
                  <a:pt x="447530" y="3615"/>
                </a:lnTo>
                <a:lnTo>
                  <a:pt x="448346" y="5714"/>
                </a:lnTo>
                <a:lnTo>
                  <a:pt x="448462" y="7696"/>
                </a:lnTo>
                <a:lnTo>
                  <a:pt x="447879" y="9911"/>
                </a:lnTo>
                <a:lnTo>
                  <a:pt x="307990" y="362641"/>
                </a:lnTo>
                <a:lnTo>
                  <a:pt x="306708" y="364973"/>
                </a:lnTo>
                <a:lnTo>
                  <a:pt x="305076" y="366955"/>
                </a:lnTo>
                <a:lnTo>
                  <a:pt x="303094" y="368588"/>
                </a:lnTo>
                <a:lnTo>
                  <a:pt x="300646" y="369870"/>
                </a:lnTo>
                <a:lnTo>
                  <a:pt x="298314" y="370570"/>
                </a:lnTo>
                <a:lnTo>
                  <a:pt x="295983" y="370803"/>
                </a:lnTo>
                <a:lnTo>
                  <a:pt x="293068" y="370453"/>
                </a:lnTo>
                <a:lnTo>
                  <a:pt x="290387" y="369404"/>
                </a:lnTo>
                <a:lnTo>
                  <a:pt x="148982" y="302123"/>
                </a:lnTo>
                <a:lnTo>
                  <a:pt x="347858" y="102379"/>
                </a:lnTo>
                <a:lnTo>
                  <a:pt x="120771" y="288830"/>
                </a:lnTo>
                <a:lnTo>
                  <a:pt x="7344" y="234842"/>
                </a:lnTo>
                <a:lnTo>
                  <a:pt x="4896" y="233209"/>
                </a:lnTo>
                <a:lnTo>
                  <a:pt x="2798" y="231227"/>
                </a:lnTo>
                <a:lnTo>
                  <a:pt x="1282" y="228895"/>
                </a:lnTo>
                <a:lnTo>
                  <a:pt x="349" y="226213"/>
                </a:lnTo>
                <a:lnTo>
                  <a:pt x="0" y="223298"/>
                </a:lnTo>
                <a:lnTo>
                  <a:pt x="233" y="220499"/>
                </a:lnTo>
                <a:lnTo>
                  <a:pt x="1165" y="217701"/>
                </a:lnTo>
                <a:lnTo>
                  <a:pt x="2681" y="215252"/>
                </a:lnTo>
                <a:lnTo>
                  <a:pt x="4779" y="213270"/>
                </a:lnTo>
                <a:lnTo>
                  <a:pt x="7227" y="211754"/>
                </a:lnTo>
                <a:lnTo>
                  <a:pt x="437971" y="583"/>
                </a:lnTo>
                <a:lnTo>
                  <a:pt x="439603" y="117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noAutofit/>
          </a:bodyPr>
          <a:lstStyle/>
          <a:p>
            <a:pPr lvl="0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25" name="Freeform 6"/>
          <p:cNvSpPr/>
          <p:nvPr/>
        </p:nvSpPr>
        <p:spPr>
          <a:xfrm rot="10800000" flipH="1" flipV="1">
            <a:off x="461886" y="3136838"/>
            <a:ext cx="172500" cy="152938"/>
          </a:xfrm>
          <a:custGeom>
            <a:avLst/>
            <a:gdLst>
              <a:gd name="T0" fmla="*/ 2689 w 3491"/>
              <a:gd name="T1" fmla="*/ 15 h 3097"/>
              <a:gd name="T2" fmla="*/ 2963 w 3491"/>
              <a:gd name="T3" fmla="*/ 108 h 3097"/>
              <a:gd name="T4" fmla="*/ 3204 w 3491"/>
              <a:gd name="T5" fmla="*/ 281 h 3097"/>
              <a:gd name="T6" fmla="*/ 3382 w 3491"/>
              <a:gd name="T7" fmla="*/ 518 h 3097"/>
              <a:gd name="T8" fmla="*/ 3475 w 3491"/>
              <a:gd name="T9" fmla="*/ 786 h 3097"/>
              <a:gd name="T10" fmla="*/ 3486 w 3491"/>
              <a:gd name="T11" fmla="*/ 1066 h 3097"/>
              <a:gd name="T12" fmla="*/ 3413 w 3491"/>
              <a:gd name="T13" fmla="*/ 1339 h 3097"/>
              <a:gd name="T14" fmla="*/ 3256 w 3491"/>
              <a:gd name="T15" fmla="*/ 1586 h 3097"/>
              <a:gd name="T16" fmla="*/ 1965 w 3491"/>
              <a:gd name="T17" fmla="*/ 2838 h 3097"/>
              <a:gd name="T18" fmla="*/ 1873 w 3491"/>
              <a:gd name="T19" fmla="*/ 2828 h 3097"/>
              <a:gd name="T20" fmla="*/ 1821 w 3491"/>
              <a:gd name="T21" fmla="*/ 2749 h 3097"/>
              <a:gd name="T22" fmla="*/ 1853 w 3491"/>
              <a:gd name="T23" fmla="*/ 2662 h 3097"/>
              <a:gd name="T24" fmla="*/ 3153 w 3491"/>
              <a:gd name="T25" fmla="*/ 1355 h 3097"/>
              <a:gd name="T26" fmla="*/ 3242 w 3491"/>
              <a:gd name="T27" fmla="*/ 1126 h 3097"/>
              <a:gd name="T28" fmla="*/ 3253 w 3491"/>
              <a:gd name="T29" fmla="*/ 885 h 3097"/>
              <a:gd name="T30" fmla="*/ 3183 w 3491"/>
              <a:gd name="T31" fmla="*/ 653 h 3097"/>
              <a:gd name="T32" fmla="*/ 3035 w 3491"/>
              <a:gd name="T33" fmla="*/ 448 h 3097"/>
              <a:gd name="T34" fmla="*/ 2825 w 3491"/>
              <a:gd name="T35" fmla="*/ 301 h 3097"/>
              <a:gd name="T36" fmla="*/ 2586 w 3491"/>
              <a:gd name="T37" fmla="*/ 234 h 3097"/>
              <a:gd name="T38" fmla="*/ 2340 w 3491"/>
              <a:gd name="T39" fmla="*/ 243 h 3097"/>
              <a:gd name="T40" fmla="*/ 2108 w 3491"/>
              <a:gd name="T41" fmla="*/ 331 h 3097"/>
              <a:gd name="T42" fmla="*/ 378 w 3491"/>
              <a:gd name="T43" fmla="*/ 1972 h 3097"/>
              <a:gd name="T44" fmla="*/ 258 w 3491"/>
              <a:gd name="T45" fmla="*/ 2149 h 3097"/>
              <a:gd name="T46" fmla="*/ 218 w 3491"/>
              <a:gd name="T47" fmla="*/ 2350 h 3097"/>
              <a:gd name="T48" fmla="*/ 258 w 3491"/>
              <a:gd name="T49" fmla="*/ 2551 h 3097"/>
              <a:gd name="T50" fmla="*/ 378 w 3491"/>
              <a:gd name="T51" fmla="*/ 2728 h 3097"/>
              <a:gd name="T52" fmla="*/ 558 w 3491"/>
              <a:gd name="T53" fmla="*/ 2846 h 3097"/>
              <a:gd name="T54" fmla="*/ 763 w 3491"/>
              <a:gd name="T55" fmla="*/ 2885 h 3097"/>
              <a:gd name="T56" fmla="*/ 968 w 3491"/>
              <a:gd name="T57" fmla="*/ 2846 h 3097"/>
              <a:gd name="T58" fmla="*/ 1149 w 3491"/>
              <a:gd name="T59" fmla="*/ 2728 h 3097"/>
              <a:gd name="T60" fmla="*/ 2809 w 3491"/>
              <a:gd name="T61" fmla="*/ 1091 h 3097"/>
              <a:gd name="T62" fmla="*/ 2837 w 3491"/>
              <a:gd name="T63" fmla="*/ 942 h 3097"/>
              <a:gd name="T64" fmla="*/ 2791 w 3491"/>
              <a:gd name="T65" fmla="*/ 797 h 3097"/>
              <a:gd name="T66" fmla="*/ 2677 w 3491"/>
              <a:gd name="T67" fmla="*/ 685 h 3097"/>
              <a:gd name="T68" fmla="*/ 2528 w 3491"/>
              <a:gd name="T69" fmla="*/ 641 h 3097"/>
              <a:gd name="T70" fmla="*/ 2377 w 3491"/>
              <a:gd name="T71" fmla="*/ 668 h 3097"/>
              <a:gd name="T72" fmla="*/ 1082 w 3491"/>
              <a:gd name="T73" fmla="*/ 1906 h 3097"/>
              <a:gd name="T74" fmla="*/ 992 w 3491"/>
              <a:gd name="T75" fmla="*/ 1937 h 3097"/>
              <a:gd name="T76" fmla="*/ 911 w 3491"/>
              <a:gd name="T77" fmla="*/ 1887 h 3097"/>
              <a:gd name="T78" fmla="*/ 900 w 3491"/>
              <a:gd name="T79" fmla="*/ 1796 h 3097"/>
              <a:gd name="T80" fmla="*/ 2165 w 3491"/>
              <a:gd name="T81" fmla="*/ 546 h 3097"/>
              <a:gd name="T82" fmla="*/ 2354 w 3491"/>
              <a:gd name="T83" fmla="*/ 449 h 3097"/>
              <a:gd name="T84" fmla="*/ 2562 w 3491"/>
              <a:gd name="T85" fmla="*/ 429 h 3097"/>
              <a:gd name="T86" fmla="*/ 2763 w 3491"/>
              <a:gd name="T87" fmla="*/ 488 h 3097"/>
              <a:gd name="T88" fmla="*/ 2932 w 3491"/>
              <a:gd name="T89" fmla="*/ 623 h 3097"/>
              <a:gd name="T90" fmla="*/ 3032 w 3491"/>
              <a:gd name="T91" fmla="*/ 809 h 3097"/>
              <a:gd name="T92" fmla="*/ 3053 w 3491"/>
              <a:gd name="T93" fmla="*/ 1012 h 3097"/>
              <a:gd name="T94" fmla="*/ 2993 w 3491"/>
              <a:gd name="T95" fmla="*/ 1209 h 3097"/>
              <a:gd name="T96" fmla="*/ 1303 w 3491"/>
              <a:gd name="T97" fmla="*/ 2879 h 3097"/>
              <a:gd name="T98" fmla="*/ 1094 w 3491"/>
              <a:gd name="T99" fmla="*/ 3025 h 3097"/>
              <a:gd name="T100" fmla="*/ 855 w 3491"/>
              <a:gd name="T101" fmla="*/ 3092 h 3097"/>
              <a:gd name="T102" fmla="*/ 609 w 3491"/>
              <a:gd name="T103" fmla="*/ 3083 h 3097"/>
              <a:gd name="T104" fmla="*/ 377 w 3491"/>
              <a:gd name="T105" fmla="*/ 2995 h 3097"/>
              <a:gd name="T106" fmla="*/ 178 w 3491"/>
              <a:gd name="T107" fmla="*/ 2832 h 3097"/>
              <a:gd name="T108" fmla="*/ 51 w 3491"/>
              <a:gd name="T109" fmla="*/ 2617 h 3097"/>
              <a:gd name="T110" fmla="*/ 0 w 3491"/>
              <a:gd name="T111" fmla="*/ 2381 h 3097"/>
              <a:gd name="T112" fmla="*/ 30 w 3491"/>
              <a:gd name="T113" fmla="*/ 2141 h 3097"/>
              <a:gd name="T114" fmla="*/ 139 w 3491"/>
              <a:gd name="T115" fmla="*/ 1920 h 3097"/>
              <a:gd name="T116" fmla="*/ 1872 w 3491"/>
              <a:gd name="T117" fmla="*/ 230 h 3097"/>
              <a:gd name="T118" fmla="*/ 2123 w 3491"/>
              <a:gd name="T119" fmla="*/ 76 h 3097"/>
              <a:gd name="T120" fmla="*/ 2402 w 3491"/>
              <a:gd name="T121" fmla="*/ 5 h 30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3491" h="3097">
                <a:moveTo>
                  <a:pt x="2474" y="0"/>
                </a:moveTo>
                <a:lnTo>
                  <a:pt x="2546" y="0"/>
                </a:lnTo>
                <a:lnTo>
                  <a:pt x="2618" y="5"/>
                </a:lnTo>
                <a:lnTo>
                  <a:pt x="2689" y="15"/>
                </a:lnTo>
                <a:lnTo>
                  <a:pt x="2758" y="31"/>
                </a:lnTo>
                <a:lnTo>
                  <a:pt x="2828" y="51"/>
                </a:lnTo>
                <a:lnTo>
                  <a:pt x="2896" y="76"/>
                </a:lnTo>
                <a:lnTo>
                  <a:pt x="2963" y="108"/>
                </a:lnTo>
                <a:lnTo>
                  <a:pt x="3026" y="143"/>
                </a:lnTo>
                <a:lnTo>
                  <a:pt x="3088" y="183"/>
                </a:lnTo>
                <a:lnTo>
                  <a:pt x="3147" y="230"/>
                </a:lnTo>
                <a:lnTo>
                  <a:pt x="3204" y="281"/>
                </a:lnTo>
                <a:lnTo>
                  <a:pt x="3256" y="336"/>
                </a:lnTo>
                <a:lnTo>
                  <a:pt x="3303" y="394"/>
                </a:lnTo>
                <a:lnTo>
                  <a:pt x="3345" y="455"/>
                </a:lnTo>
                <a:lnTo>
                  <a:pt x="3382" y="518"/>
                </a:lnTo>
                <a:lnTo>
                  <a:pt x="3413" y="582"/>
                </a:lnTo>
                <a:lnTo>
                  <a:pt x="3439" y="650"/>
                </a:lnTo>
                <a:lnTo>
                  <a:pt x="3460" y="717"/>
                </a:lnTo>
                <a:lnTo>
                  <a:pt x="3475" y="786"/>
                </a:lnTo>
                <a:lnTo>
                  <a:pt x="3486" y="856"/>
                </a:lnTo>
                <a:lnTo>
                  <a:pt x="3491" y="926"/>
                </a:lnTo>
                <a:lnTo>
                  <a:pt x="3491" y="996"/>
                </a:lnTo>
                <a:lnTo>
                  <a:pt x="3486" y="1066"/>
                </a:lnTo>
                <a:lnTo>
                  <a:pt x="3475" y="1136"/>
                </a:lnTo>
                <a:lnTo>
                  <a:pt x="3460" y="1205"/>
                </a:lnTo>
                <a:lnTo>
                  <a:pt x="3439" y="1273"/>
                </a:lnTo>
                <a:lnTo>
                  <a:pt x="3413" y="1339"/>
                </a:lnTo>
                <a:lnTo>
                  <a:pt x="3382" y="1404"/>
                </a:lnTo>
                <a:lnTo>
                  <a:pt x="3345" y="1467"/>
                </a:lnTo>
                <a:lnTo>
                  <a:pt x="3303" y="1528"/>
                </a:lnTo>
                <a:lnTo>
                  <a:pt x="3256" y="1586"/>
                </a:lnTo>
                <a:lnTo>
                  <a:pt x="3204" y="1641"/>
                </a:lnTo>
                <a:lnTo>
                  <a:pt x="2007" y="2813"/>
                </a:lnTo>
                <a:lnTo>
                  <a:pt x="1988" y="2828"/>
                </a:lnTo>
                <a:lnTo>
                  <a:pt x="1965" y="2838"/>
                </a:lnTo>
                <a:lnTo>
                  <a:pt x="1942" y="2844"/>
                </a:lnTo>
                <a:lnTo>
                  <a:pt x="1918" y="2844"/>
                </a:lnTo>
                <a:lnTo>
                  <a:pt x="1894" y="2838"/>
                </a:lnTo>
                <a:lnTo>
                  <a:pt x="1873" y="2828"/>
                </a:lnTo>
                <a:lnTo>
                  <a:pt x="1853" y="2813"/>
                </a:lnTo>
                <a:lnTo>
                  <a:pt x="1837" y="2793"/>
                </a:lnTo>
                <a:lnTo>
                  <a:pt x="1827" y="2772"/>
                </a:lnTo>
                <a:lnTo>
                  <a:pt x="1821" y="2749"/>
                </a:lnTo>
                <a:lnTo>
                  <a:pt x="1821" y="2726"/>
                </a:lnTo>
                <a:lnTo>
                  <a:pt x="1827" y="2703"/>
                </a:lnTo>
                <a:lnTo>
                  <a:pt x="1837" y="2681"/>
                </a:lnTo>
                <a:lnTo>
                  <a:pt x="1853" y="2662"/>
                </a:lnTo>
                <a:lnTo>
                  <a:pt x="3035" y="1505"/>
                </a:lnTo>
                <a:lnTo>
                  <a:pt x="3079" y="1458"/>
                </a:lnTo>
                <a:lnTo>
                  <a:pt x="3118" y="1407"/>
                </a:lnTo>
                <a:lnTo>
                  <a:pt x="3153" y="1355"/>
                </a:lnTo>
                <a:lnTo>
                  <a:pt x="3183" y="1300"/>
                </a:lnTo>
                <a:lnTo>
                  <a:pt x="3208" y="1243"/>
                </a:lnTo>
                <a:lnTo>
                  <a:pt x="3228" y="1185"/>
                </a:lnTo>
                <a:lnTo>
                  <a:pt x="3242" y="1126"/>
                </a:lnTo>
                <a:lnTo>
                  <a:pt x="3253" y="1066"/>
                </a:lnTo>
                <a:lnTo>
                  <a:pt x="3257" y="1006"/>
                </a:lnTo>
                <a:lnTo>
                  <a:pt x="3257" y="946"/>
                </a:lnTo>
                <a:lnTo>
                  <a:pt x="3253" y="885"/>
                </a:lnTo>
                <a:lnTo>
                  <a:pt x="3242" y="826"/>
                </a:lnTo>
                <a:lnTo>
                  <a:pt x="3228" y="766"/>
                </a:lnTo>
                <a:lnTo>
                  <a:pt x="3208" y="709"/>
                </a:lnTo>
                <a:lnTo>
                  <a:pt x="3183" y="653"/>
                </a:lnTo>
                <a:lnTo>
                  <a:pt x="3153" y="598"/>
                </a:lnTo>
                <a:lnTo>
                  <a:pt x="3118" y="545"/>
                </a:lnTo>
                <a:lnTo>
                  <a:pt x="3079" y="495"/>
                </a:lnTo>
                <a:lnTo>
                  <a:pt x="3035" y="448"/>
                </a:lnTo>
                <a:lnTo>
                  <a:pt x="2985" y="403"/>
                </a:lnTo>
                <a:lnTo>
                  <a:pt x="2935" y="364"/>
                </a:lnTo>
                <a:lnTo>
                  <a:pt x="2881" y="331"/>
                </a:lnTo>
                <a:lnTo>
                  <a:pt x="2825" y="301"/>
                </a:lnTo>
                <a:lnTo>
                  <a:pt x="2767" y="277"/>
                </a:lnTo>
                <a:lnTo>
                  <a:pt x="2708" y="258"/>
                </a:lnTo>
                <a:lnTo>
                  <a:pt x="2648" y="243"/>
                </a:lnTo>
                <a:lnTo>
                  <a:pt x="2586" y="234"/>
                </a:lnTo>
                <a:lnTo>
                  <a:pt x="2525" y="229"/>
                </a:lnTo>
                <a:lnTo>
                  <a:pt x="2464" y="229"/>
                </a:lnTo>
                <a:lnTo>
                  <a:pt x="2402" y="234"/>
                </a:lnTo>
                <a:lnTo>
                  <a:pt x="2340" y="243"/>
                </a:lnTo>
                <a:lnTo>
                  <a:pt x="2280" y="258"/>
                </a:lnTo>
                <a:lnTo>
                  <a:pt x="2221" y="277"/>
                </a:lnTo>
                <a:lnTo>
                  <a:pt x="2164" y="301"/>
                </a:lnTo>
                <a:lnTo>
                  <a:pt x="2108" y="331"/>
                </a:lnTo>
                <a:lnTo>
                  <a:pt x="2055" y="364"/>
                </a:lnTo>
                <a:lnTo>
                  <a:pt x="2003" y="403"/>
                </a:lnTo>
                <a:lnTo>
                  <a:pt x="1955" y="448"/>
                </a:lnTo>
                <a:lnTo>
                  <a:pt x="378" y="1972"/>
                </a:lnTo>
                <a:lnTo>
                  <a:pt x="341" y="2013"/>
                </a:lnTo>
                <a:lnTo>
                  <a:pt x="307" y="2057"/>
                </a:lnTo>
                <a:lnTo>
                  <a:pt x="280" y="2102"/>
                </a:lnTo>
                <a:lnTo>
                  <a:pt x="258" y="2149"/>
                </a:lnTo>
                <a:lnTo>
                  <a:pt x="241" y="2199"/>
                </a:lnTo>
                <a:lnTo>
                  <a:pt x="228" y="2248"/>
                </a:lnTo>
                <a:lnTo>
                  <a:pt x="220" y="2299"/>
                </a:lnTo>
                <a:lnTo>
                  <a:pt x="218" y="2350"/>
                </a:lnTo>
                <a:lnTo>
                  <a:pt x="220" y="2402"/>
                </a:lnTo>
                <a:lnTo>
                  <a:pt x="228" y="2452"/>
                </a:lnTo>
                <a:lnTo>
                  <a:pt x="241" y="2503"/>
                </a:lnTo>
                <a:lnTo>
                  <a:pt x="258" y="2551"/>
                </a:lnTo>
                <a:lnTo>
                  <a:pt x="280" y="2599"/>
                </a:lnTo>
                <a:lnTo>
                  <a:pt x="307" y="2644"/>
                </a:lnTo>
                <a:lnTo>
                  <a:pt x="341" y="2687"/>
                </a:lnTo>
                <a:lnTo>
                  <a:pt x="378" y="2728"/>
                </a:lnTo>
                <a:lnTo>
                  <a:pt x="419" y="2765"/>
                </a:lnTo>
                <a:lnTo>
                  <a:pt x="463" y="2796"/>
                </a:lnTo>
                <a:lnTo>
                  <a:pt x="509" y="2824"/>
                </a:lnTo>
                <a:lnTo>
                  <a:pt x="558" y="2846"/>
                </a:lnTo>
                <a:lnTo>
                  <a:pt x="608" y="2863"/>
                </a:lnTo>
                <a:lnTo>
                  <a:pt x="660" y="2874"/>
                </a:lnTo>
                <a:lnTo>
                  <a:pt x="711" y="2882"/>
                </a:lnTo>
                <a:lnTo>
                  <a:pt x="763" y="2885"/>
                </a:lnTo>
                <a:lnTo>
                  <a:pt x="816" y="2882"/>
                </a:lnTo>
                <a:lnTo>
                  <a:pt x="867" y="2874"/>
                </a:lnTo>
                <a:lnTo>
                  <a:pt x="919" y="2863"/>
                </a:lnTo>
                <a:lnTo>
                  <a:pt x="968" y="2846"/>
                </a:lnTo>
                <a:lnTo>
                  <a:pt x="1018" y="2824"/>
                </a:lnTo>
                <a:lnTo>
                  <a:pt x="1064" y="2796"/>
                </a:lnTo>
                <a:lnTo>
                  <a:pt x="1108" y="2765"/>
                </a:lnTo>
                <a:lnTo>
                  <a:pt x="1149" y="2728"/>
                </a:lnTo>
                <a:lnTo>
                  <a:pt x="2741" y="1187"/>
                </a:lnTo>
                <a:lnTo>
                  <a:pt x="2768" y="1158"/>
                </a:lnTo>
                <a:lnTo>
                  <a:pt x="2791" y="1125"/>
                </a:lnTo>
                <a:lnTo>
                  <a:pt x="2809" y="1091"/>
                </a:lnTo>
                <a:lnTo>
                  <a:pt x="2823" y="1055"/>
                </a:lnTo>
                <a:lnTo>
                  <a:pt x="2831" y="1018"/>
                </a:lnTo>
                <a:lnTo>
                  <a:pt x="2837" y="980"/>
                </a:lnTo>
                <a:lnTo>
                  <a:pt x="2837" y="942"/>
                </a:lnTo>
                <a:lnTo>
                  <a:pt x="2831" y="904"/>
                </a:lnTo>
                <a:lnTo>
                  <a:pt x="2823" y="867"/>
                </a:lnTo>
                <a:lnTo>
                  <a:pt x="2809" y="832"/>
                </a:lnTo>
                <a:lnTo>
                  <a:pt x="2791" y="797"/>
                </a:lnTo>
                <a:lnTo>
                  <a:pt x="2768" y="764"/>
                </a:lnTo>
                <a:lnTo>
                  <a:pt x="2741" y="734"/>
                </a:lnTo>
                <a:lnTo>
                  <a:pt x="2710" y="707"/>
                </a:lnTo>
                <a:lnTo>
                  <a:pt x="2677" y="685"/>
                </a:lnTo>
                <a:lnTo>
                  <a:pt x="2642" y="668"/>
                </a:lnTo>
                <a:lnTo>
                  <a:pt x="2605" y="654"/>
                </a:lnTo>
                <a:lnTo>
                  <a:pt x="2567" y="645"/>
                </a:lnTo>
                <a:lnTo>
                  <a:pt x="2528" y="641"/>
                </a:lnTo>
                <a:lnTo>
                  <a:pt x="2490" y="641"/>
                </a:lnTo>
                <a:lnTo>
                  <a:pt x="2452" y="645"/>
                </a:lnTo>
                <a:lnTo>
                  <a:pt x="2415" y="654"/>
                </a:lnTo>
                <a:lnTo>
                  <a:pt x="2377" y="668"/>
                </a:lnTo>
                <a:lnTo>
                  <a:pt x="2343" y="685"/>
                </a:lnTo>
                <a:lnTo>
                  <a:pt x="2309" y="707"/>
                </a:lnTo>
                <a:lnTo>
                  <a:pt x="2278" y="734"/>
                </a:lnTo>
                <a:lnTo>
                  <a:pt x="1082" y="1906"/>
                </a:lnTo>
                <a:lnTo>
                  <a:pt x="1062" y="1922"/>
                </a:lnTo>
                <a:lnTo>
                  <a:pt x="1040" y="1931"/>
                </a:lnTo>
                <a:lnTo>
                  <a:pt x="1017" y="1937"/>
                </a:lnTo>
                <a:lnTo>
                  <a:pt x="992" y="1937"/>
                </a:lnTo>
                <a:lnTo>
                  <a:pt x="969" y="1931"/>
                </a:lnTo>
                <a:lnTo>
                  <a:pt x="947" y="1922"/>
                </a:lnTo>
                <a:lnTo>
                  <a:pt x="927" y="1906"/>
                </a:lnTo>
                <a:lnTo>
                  <a:pt x="911" y="1887"/>
                </a:lnTo>
                <a:lnTo>
                  <a:pt x="900" y="1865"/>
                </a:lnTo>
                <a:lnTo>
                  <a:pt x="896" y="1842"/>
                </a:lnTo>
                <a:lnTo>
                  <a:pt x="896" y="1819"/>
                </a:lnTo>
                <a:lnTo>
                  <a:pt x="900" y="1796"/>
                </a:lnTo>
                <a:lnTo>
                  <a:pt x="911" y="1775"/>
                </a:lnTo>
                <a:lnTo>
                  <a:pt x="927" y="1755"/>
                </a:lnTo>
                <a:lnTo>
                  <a:pt x="2123" y="583"/>
                </a:lnTo>
                <a:lnTo>
                  <a:pt x="2165" y="546"/>
                </a:lnTo>
                <a:lnTo>
                  <a:pt x="2209" y="515"/>
                </a:lnTo>
                <a:lnTo>
                  <a:pt x="2255" y="488"/>
                </a:lnTo>
                <a:lnTo>
                  <a:pt x="2304" y="465"/>
                </a:lnTo>
                <a:lnTo>
                  <a:pt x="2354" y="449"/>
                </a:lnTo>
                <a:lnTo>
                  <a:pt x="2405" y="436"/>
                </a:lnTo>
                <a:lnTo>
                  <a:pt x="2457" y="429"/>
                </a:lnTo>
                <a:lnTo>
                  <a:pt x="2509" y="427"/>
                </a:lnTo>
                <a:lnTo>
                  <a:pt x="2562" y="429"/>
                </a:lnTo>
                <a:lnTo>
                  <a:pt x="2613" y="436"/>
                </a:lnTo>
                <a:lnTo>
                  <a:pt x="2665" y="449"/>
                </a:lnTo>
                <a:lnTo>
                  <a:pt x="2714" y="465"/>
                </a:lnTo>
                <a:lnTo>
                  <a:pt x="2763" y="488"/>
                </a:lnTo>
                <a:lnTo>
                  <a:pt x="2810" y="515"/>
                </a:lnTo>
                <a:lnTo>
                  <a:pt x="2854" y="546"/>
                </a:lnTo>
                <a:lnTo>
                  <a:pt x="2895" y="583"/>
                </a:lnTo>
                <a:lnTo>
                  <a:pt x="2932" y="623"/>
                </a:lnTo>
                <a:lnTo>
                  <a:pt x="2965" y="666"/>
                </a:lnTo>
                <a:lnTo>
                  <a:pt x="2993" y="713"/>
                </a:lnTo>
                <a:lnTo>
                  <a:pt x="3015" y="760"/>
                </a:lnTo>
                <a:lnTo>
                  <a:pt x="3032" y="809"/>
                </a:lnTo>
                <a:lnTo>
                  <a:pt x="3045" y="859"/>
                </a:lnTo>
                <a:lnTo>
                  <a:pt x="3053" y="910"/>
                </a:lnTo>
                <a:lnTo>
                  <a:pt x="3055" y="961"/>
                </a:lnTo>
                <a:lnTo>
                  <a:pt x="3053" y="1012"/>
                </a:lnTo>
                <a:lnTo>
                  <a:pt x="3045" y="1063"/>
                </a:lnTo>
                <a:lnTo>
                  <a:pt x="3032" y="1113"/>
                </a:lnTo>
                <a:lnTo>
                  <a:pt x="3015" y="1162"/>
                </a:lnTo>
                <a:lnTo>
                  <a:pt x="2993" y="1209"/>
                </a:lnTo>
                <a:lnTo>
                  <a:pt x="2965" y="1255"/>
                </a:lnTo>
                <a:lnTo>
                  <a:pt x="2932" y="1298"/>
                </a:lnTo>
                <a:lnTo>
                  <a:pt x="2895" y="1339"/>
                </a:lnTo>
                <a:lnTo>
                  <a:pt x="1303" y="2879"/>
                </a:lnTo>
                <a:lnTo>
                  <a:pt x="1255" y="2923"/>
                </a:lnTo>
                <a:lnTo>
                  <a:pt x="1203" y="2962"/>
                </a:lnTo>
                <a:lnTo>
                  <a:pt x="1150" y="2995"/>
                </a:lnTo>
                <a:lnTo>
                  <a:pt x="1094" y="3025"/>
                </a:lnTo>
                <a:lnTo>
                  <a:pt x="1036" y="3049"/>
                </a:lnTo>
                <a:lnTo>
                  <a:pt x="977" y="3068"/>
                </a:lnTo>
                <a:lnTo>
                  <a:pt x="917" y="3083"/>
                </a:lnTo>
                <a:lnTo>
                  <a:pt x="855" y="3092"/>
                </a:lnTo>
                <a:lnTo>
                  <a:pt x="794" y="3097"/>
                </a:lnTo>
                <a:lnTo>
                  <a:pt x="733" y="3097"/>
                </a:lnTo>
                <a:lnTo>
                  <a:pt x="671" y="3092"/>
                </a:lnTo>
                <a:lnTo>
                  <a:pt x="609" y="3083"/>
                </a:lnTo>
                <a:lnTo>
                  <a:pt x="549" y="3068"/>
                </a:lnTo>
                <a:lnTo>
                  <a:pt x="490" y="3049"/>
                </a:lnTo>
                <a:lnTo>
                  <a:pt x="433" y="3025"/>
                </a:lnTo>
                <a:lnTo>
                  <a:pt x="377" y="2995"/>
                </a:lnTo>
                <a:lnTo>
                  <a:pt x="323" y="2962"/>
                </a:lnTo>
                <a:lnTo>
                  <a:pt x="272" y="2923"/>
                </a:lnTo>
                <a:lnTo>
                  <a:pt x="224" y="2879"/>
                </a:lnTo>
                <a:lnTo>
                  <a:pt x="178" y="2832"/>
                </a:lnTo>
                <a:lnTo>
                  <a:pt x="139" y="2782"/>
                </a:lnTo>
                <a:lnTo>
                  <a:pt x="104" y="2729"/>
                </a:lnTo>
                <a:lnTo>
                  <a:pt x="75" y="2674"/>
                </a:lnTo>
                <a:lnTo>
                  <a:pt x="51" y="2617"/>
                </a:lnTo>
                <a:lnTo>
                  <a:pt x="30" y="2560"/>
                </a:lnTo>
                <a:lnTo>
                  <a:pt x="15" y="2501"/>
                </a:lnTo>
                <a:lnTo>
                  <a:pt x="5" y="2441"/>
                </a:lnTo>
                <a:lnTo>
                  <a:pt x="0" y="2381"/>
                </a:lnTo>
                <a:lnTo>
                  <a:pt x="0" y="2321"/>
                </a:lnTo>
                <a:lnTo>
                  <a:pt x="5" y="2260"/>
                </a:lnTo>
                <a:lnTo>
                  <a:pt x="15" y="2200"/>
                </a:lnTo>
                <a:lnTo>
                  <a:pt x="30" y="2141"/>
                </a:lnTo>
                <a:lnTo>
                  <a:pt x="51" y="2083"/>
                </a:lnTo>
                <a:lnTo>
                  <a:pt x="75" y="2027"/>
                </a:lnTo>
                <a:lnTo>
                  <a:pt x="104" y="1972"/>
                </a:lnTo>
                <a:lnTo>
                  <a:pt x="139" y="1920"/>
                </a:lnTo>
                <a:lnTo>
                  <a:pt x="178" y="1869"/>
                </a:lnTo>
                <a:lnTo>
                  <a:pt x="224" y="1822"/>
                </a:lnTo>
                <a:lnTo>
                  <a:pt x="1815" y="281"/>
                </a:lnTo>
                <a:lnTo>
                  <a:pt x="1872" y="230"/>
                </a:lnTo>
                <a:lnTo>
                  <a:pt x="1931" y="183"/>
                </a:lnTo>
                <a:lnTo>
                  <a:pt x="1992" y="143"/>
                </a:lnTo>
                <a:lnTo>
                  <a:pt x="2057" y="108"/>
                </a:lnTo>
                <a:lnTo>
                  <a:pt x="2123" y="76"/>
                </a:lnTo>
                <a:lnTo>
                  <a:pt x="2191" y="51"/>
                </a:lnTo>
                <a:lnTo>
                  <a:pt x="2261" y="31"/>
                </a:lnTo>
                <a:lnTo>
                  <a:pt x="2331" y="15"/>
                </a:lnTo>
                <a:lnTo>
                  <a:pt x="2402" y="5"/>
                </a:lnTo>
                <a:lnTo>
                  <a:pt x="2474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lvl="0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27" name="그룹 26"/>
          <p:cNvGrpSpPr/>
          <p:nvPr/>
        </p:nvGrpSpPr>
        <p:grpSpPr>
          <a:xfrm>
            <a:off x="393568" y="656552"/>
            <a:ext cx="323769" cy="323769"/>
            <a:chOff x="1593332" y="2172798"/>
            <a:chExt cx="1083168" cy="1083168"/>
          </a:xfrm>
        </p:grpSpPr>
        <p:sp>
          <p:nvSpPr>
            <p:cNvPr id="28" name="타원 27"/>
            <p:cNvSpPr/>
            <p:nvPr/>
          </p:nvSpPr>
          <p:spPr>
            <a:xfrm>
              <a:off x="1593332" y="2172798"/>
              <a:ext cx="1083168" cy="1083168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b="1">
                <a:solidFill>
                  <a:prstClr val="white"/>
                </a:solidFill>
              </a:endParaRPr>
            </a:p>
          </p:txBody>
        </p:sp>
        <p:pic>
          <p:nvPicPr>
            <p:cNvPr id="29" name="그림 28"/>
            <p:cNvPicPr>
              <a:picLocks noChangeAspect="1"/>
            </p:cNvPicPr>
            <p:nvPr/>
          </p:nvPicPr>
          <p:blipFill rotWithShape="1">
            <a:blip r:embed="rId2"/>
            <a:stretch>
              <a:fillRect/>
            </a:stretch>
          </p:blipFill>
          <p:spPr>
            <a:xfrm>
              <a:off x="1741655" y="2321121"/>
              <a:ext cx="786521" cy="786521"/>
            </a:xfrm>
            <a:prstGeom prst="rect">
              <a:avLst/>
            </a:prstGeom>
          </p:spPr>
        </p:pic>
      </p:grpSp>
      <p:sp>
        <p:nvSpPr>
          <p:cNvPr id="32" name="모서리가 둥근 직사각형 31"/>
          <p:cNvSpPr/>
          <p:nvPr/>
        </p:nvSpPr>
        <p:spPr>
          <a:xfrm>
            <a:off x="350136" y="1719059"/>
            <a:ext cx="396000" cy="396000"/>
          </a:xfrm>
          <a:prstGeom prst="roundRect">
            <a:avLst>
              <a:gd name="adj" fmla="val 16667"/>
            </a:avLst>
          </a:prstGeom>
          <a:solidFill>
            <a:srgbClr val="00D6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" anchor="ctr"/>
          <a:lstStyle/>
          <a:p>
            <a:pPr lvl="0">
              <a:defRPr/>
            </a:pPr>
            <a:endParaRPr lang="en-US" altLang="ko-KR" sz="1050">
              <a:solidFill>
                <a:prstClr val="white"/>
              </a:solidFill>
            </a:endParaRPr>
          </a:p>
        </p:txBody>
      </p:sp>
      <p:grpSp>
        <p:nvGrpSpPr>
          <p:cNvPr id="20" name="Group 12"/>
          <p:cNvGrpSpPr>
            <a:grpSpLocks noChangeAspect="1"/>
          </p:cNvGrpSpPr>
          <p:nvPr/>
        </p:nvGrpSpPr>
        <p:grpSpPr>
          <a:xfrm>
            <a:off x="433464" y="1832474"/>
            <a:ext cx="229344" cy="182438"/>
            <a:chOff x="6124" y="305"/>
            <a:chExt cx="841" cy="669"/>
          </a:xfrm>
          <a:solidFill>
            <a:schemeClr val="bg1"/>
          </a:solidFill>
        </p:grpSpPr>
        <p:sp>
          <p:nvSpPr>
            <p:cNvPr id="21" name="Freeform 13"/>
            <p:cNvSpPr/>
            <p:nvPr/>
          </p:nvSpPr>
          <p:spPr>
            <a:xfrm>
              <a:off x="6244" y="440"/>
              <a:ext cx="601" cy="534"/>
            </a:xfrm>
            <a:custGeom>
              <a:avLst/>
              <a:gdLst>
                <a:gd name="T0" fmla="*/ 902 w 1802"/>
                <a:gd name="T1" fmla="*/ 0 h 1602"/>
                <a:gd name="T2" fmla="*/ 2 w 1802"/>
                <a:gd name="T3" fmla="*/ 742 h 1602"/>
                <a:gd name="T4" fmla="*/ 2 w 1802"/>
                <a:gd name="T5" fmla="*/ 743 h 1602"/>
                <a:gd name="T6" fmla="*/ 2 w 1802"/>
                <a:gd name="T7" fmla="*/ 746 h 1602"/>
                <a:gd name="T8" fmla="*/ 0 w 1802"/>
                <a:gd name="T9" fmla="*/ 749 h 1602"/>
                <a:gd name="T10" fmla="*/ 0 w 1802"/>
                <a:gd name="T11" fmla="*/ 751 h 1602"/>
                <a:gd name="T12" fmla="*/ 0 w 1802"/>
                <a:gd name="T13" fmla="*/ 1501 h 1602"/>
                <a:gd name="T14" fmla="*/ 2 w 1802"/>
                <a:gd name="T15" fmla="*/ 1521 h 1602"/>
                <a:gd name="T16" fmla="*/ 16 w 1802"/>
                <a:gd name="T17" fmla="*/ 1557 h 1602"/>
                <a:gd name="T18" fmla="*/ 30 w 1802"/>
                <a:gd name="T19" fmla="*/ 1572 h 1602"/>
                <a:gd name="T20" fmla="*/ 45 w 1802"/>
                <a:gd name="T21" fmla="*/ 1586 h 1602"/>
                <a:gd name="T22" fmla="*/ 81 w 1802"/>
                <a:gd name="T23" fmla="*/ 1601 h 1602"/>
                <a:gd name="T24" fmla="*/ 100 w 1802"/>
                <a:gd name="T25" fmla="*/ 1602 h 1602"/>
                <a:gd name="T26" fmla="*/ 702 w 1802"/>
                <a:gd name="T27" fmla="*/ 1602 h 1602"/>
                <a:gd name="T28" fmla="*/ 702 w 1802"/>
                <a:gd name="T29" fmla="*/ 1001 h 1602"/>
                <a:gd name="T30" fmla="*/ 1102 w 1802"/>
                <a:gd name="T31" fmla="*/ 1001 h 1602"/>
                <a:gd name="T32" fmla="*/ 1102 w 1802"/>
                <a:gd name="T33" fmla="*/ 1602 h 1602"/>
                <a:gd name="T34" fmla="*/ 1703 w 1802"/>
                <a:gd name="T35" fmla="*/ 1602 h 1602"/>
                <a:gd name="T36" fmla="*/ 1723 w 1802"/>
                <a:gd name="T37" fmla="*/ 1601 h 1602"/>
                <a:gd name="T38" fmla="*/ 1758 w 1802"/>
                <a:gd name="T39" fmla="*/ 1586 h 1602"/>
                <a:gd name="T40" fmla="*/ 1773 w 1802"/>
                <a:gd name="T41" fmla="*/ 1572 h 1602"/>
                <a:gd name="T42" fmla="*/ 1786 w 1802"/>
                <a:gd name="T43" fmla="*/ 1557 h 1602"/>
                <a:gd name="T44" fmla="*/ 1802 w 1802"/>
                <a:gd name="T45" fmla="*/ 1521 h 1602"/>
                <a:gd name="T46" fmla="*/ 1802 w 1802"/>
                <a:gd name="T47" fmla="*/ 1501 h 1602"/>
                <a:gd name="T48" fmla="*/ 1802 w 1802"/>
                <a:gd name="T49" fmla="*/ 751 h 1602"/>
                <a:gd name="T50" fmla="*/ 1802 w 1802"/>
                <a:gd name="T51" fmla="*/ 745 h 1602"/>
                <a:gd name="T52" fmla="*/ 1801 w 1802"/>
                <a:gd name="T53" fmla="*/ 742 h 1602"/>
                <a:gd name="T54" fmla="*/ 902 w 1802"/>
                <a:gd name="T55" fmla="*/ 0 h 1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802" h="1602">
                  <a:moveTo>
                    <a:pt x="902" y="0"/>
                  </a:moveTo>
                  <a:lnTo>
                    <a:pt x="2" y="742"/>
                  </a:lnTo>
                  <a:lnTo>
                    <a:pt x="2" y="743"/>
                  </a:lnTo>
                  <a:lnTo>
                    <a:pt x="2" y="746"/>
                  </a:lnTo>
                  <a:lnTo>
                    <a:pt x="0" y="749"/>
                  </a:lnTo>
                  <a:lnTo>
                    <a:pt x="0" y="751"/>
                  </a:lnTo>
                  <a:lnTo>
                    <a:pt x="0" y="1501"/>
                  </a:lnTo>
                  <a:lnTo>
                    <a:pt x="2" y="1521"/>
                  </a:lnTo>
                  <a:lnTo>
                    <a:pt x="16" y="1557"/>
                  </a:lnTo>
                  <a:lnTo>
                    <a:pt x="30" y="1572"/>
                  </a:lnTo>
                  <a:lnTo>
                    <a:pt x="45" y="1586"/>
                  </a:lnTo>
                  <a:lnTo>
                    <a:pt x="81" y="1601"/>
                  </a:lnTo>
                  <a:lnTo>
                    <a:pt x="100" y="1602"/>
                  </a:lnTo>
                  <a:lnTo>
                    <a:pt x="702" y="1602"/>
                  </a:lnTo>
                  <a:lnTo>
                    <a:pt x="702" y="1001"/>
                  </a:lnTo>
                  <a:lnTo>
                    <a:pt x="1102" y="1001"/>
                  </a:lnTo>
                  <a:lnTo>
                    <a:pt x="1102" y="1602"/>
                  </a:lnTo>
                  <a:lnTo>
                    <a:pt x="1703" y="1602"/>
                  </a:lnTo>
                  <a:lnTo>
                    <a:pt x="1723" y="1601"/>
                  </a:lnTo>
                  <a:lnTo>
                    <a:pt x="1758" y="1586"/>
                  </a:lnTo>
                  <a:lnTo>
                    <a:pt x="1773" y="1572"/>
                  </a:lnTo>
                  <a:lnTo>
                    <a:pt x="1786" y="1557"/>
                  </a:lnTo>
                  <a:lnTo>
                    <a:pt x="1802" y="1521"/>
                  </a:lnTo>
                  <a:lnTo>
                    <a:pt x="1802" y="1501"/>
                  </a:lnTo>
                  <a:lnTo>
                    <a:pt x="1802" y="751"/>
                  </a:lnTo>
                  <a:lnTo>
                    <a:pt x="1802" y="745"/>
                  </a:lnTo>
                  <a:lnTo>
                    <a:pt x="1801" y="742"/>
                  </a:lnTo>
                  <a:lnTo>
                    <a:pt x="90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anchor="t" anchorCtr="0">
              <a:prstTxWarp prst="textNoShape">
                <a:avLst/>
              </a:prstTxWarp>
            </a:bodyPr>
            <a:lstStyle/>
            <a:p>
              <a:pPr lvl="0"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22" name="Freeform 14"/>
            <p:cNvSpPr/>
            <p:nvPr/>
          </p:nvSpPr>
          <p:spPr>
            <a:xfrm>
              <a:off x="6124" y="305"/>
              <a:ext cx="841" cy="394"/>
            </a:xfrm>
            <a:custGeom>
              <a:avLst/>
              <a:gdLst>
                <a:gd name="T0" fmla="*/ 2505 w 2522"/>
                <a:gd name="T1" fmla="*/ 978 h 1181"/>
                <a:gd name="T2" fmla="*/ 2162 w 2522"/>
                <a:gd name="T3" fmla="*/ 694 h 1181"/>
                <a:gd name="T4" fmla="*/ 2162 w 2522"/>
                <a:gd name="T5" fmla="*/ 54 h 1181"/>
                <a:gd name="T6" fmla="*/ 2162 w 2522"/>
                <a:gd name="T7" fmla="*/ 44 h 1181"/>
                <a:gd name="T8" fmla="*/ 2155 w 2522"/>
                <a:gd name="T9" fmla="*/ 26 h 1181"/>
                <a:gd name="T10" fmla="*/ 2149 w 2522"/>
                <a:gd name="T11" fmla="*/ 18 h 1181"/>
                <a:gd name="T12" fmla="*/ 2141 w 2522"/>
                <a:gd name="T13" fmla="*/ 13 h 1181"/>
                <a:gd name="T14" fmla="*/ 2123 w 2522"/>
                <a:gd name="T15" fmla="*/ 5 h 1181"/>
                <a:gd name="T16" fmla="*/ 2113 w 2522"/>
                <a:gd name="T17" fmla="*/ 5 h 1181"/>
                <a:gd name="T18" fmla="*/ 1812 w 2522"/>
                <a:gd name="T19" fmla="*/ 5 h 1181"/>
                <a:gd name="T20" fmla="*/ 1802 w 2522"/>
                <a:gd name="T21" fmla="*/ 5 h 1181"/>
                <a:gd name="T22" fmla="*/ 1783 w 2522"/>
                <a:gd name="T23" fmla="*/ 13 h 1181"/>
                <a:gd name="T24" fmla="*/ 1776 w 2522"/>
                <a:gd name="T25" fmla="*/ 18 h 1181"/>
                <a:gd name="T26" fmla="*/ 1770 w 2522"/>
                <a:gd name="T27" fmla="*/ 26 h 1181"/>
                <a:gd name="T28" fmla="*/ 1763 w 2522"/>
                <a:gd name="T29" fmla="*/ 44 h 1181"/>
                <a:gd name="T30" fmla="*/ 1762 w 2522"/>
                <a:gd name="T31" fmla="*/ 54 h 1181"/>
                <a:gd name="T32" fmla="*/ 1762 w 2522"/>
                <a:gd name="T33" fmla="*/ 360 h 1181"/>
                <a:gd name="T34" fmla="*/ 1380 w 2522"/>
                <a:gd name="T35" fmla="*/ 41 h 1181"/>
                <a:gd name="T36" fmla="*/ 1354 w 2522"/>
                <a:gd name="T37" fmla="*/ 23 h 1181"/>
                <a:gd name="T38" fmla="*/ 1295 w 2522"/>
                <a:gd name="T39" fmla="*/ 1 h 1181"/>
                <a:gd name="T40" fmla="*/ 1262 w 2522"/>
                <a:gd name="T41" fmla="*/ 0 h 1181"/>
                <a:gd name="T42" fmla="*/ 1227 w 2522"/>
                <a:gd name="T43" fmla="*/ 1 h 1181"/>
                <a:gd name="T44" fmla="*/ 1168 w 2522"/>
                <a:gd name="T45" fmla="*/ 23 h 1181"/>
                <a:gd name="T46" fmla="*/ 1142 w 2522"/>
                <a:gd name="T47" fmla="*/ 41 h 1181"/>
                <a:gd name="T48" fmla="*/ 17 w 2522"/>
                <a:gd name="T49" fmla="*/ 978 h 1181"/>
                <a:gd name="T50" fmla="*/ 10 w 2522"/>
                <a:gd name="T51" fmla="*/ 985 h 1181"/>
                <a:gd name="T52" fmla="*/ 1 w 2522"/>
                <a:gd name="T53" fmla="*/ 1001 h 1181"/>
                <a:gd name="T54" fmla="*/ 0 w 2522"/>
                <a:gd name="T55" fmla="*/ 1012 h 1181"/>
                <a:gd name="T56" fmla="*/ 0 w 2522"/>
                <a:gd name="T57" fmla="*/ 1023 h 1181"/>
                <a:gd name="T58" fmla="*/ 6 w 2522"/>
                <a:gd name="T59" fmla="*/ 1040 h 1181"/>
                <a:gd name="T60" fmla="*/ 12 w 2522"/>
                <a:gd name="T61" fmla="*/ 1048 h 1181"/>
                <a:gd name="T62" fmla="*/ 108 w 2522"/>
                <a:gd name="T63" fmla="*/ 1164 h 1181"/>
                <a:gd name="T64" fmla="*/ 122 w 2522"/>
                <a:gd name="T65" fmla="*/ 1177 h 1181"/>
                <a:gd name="T66" fmla="*/ 141 w 2522"/>
                <a:gd name="T67" fmla="*/ 1181 h 1181"/>
                <a:gd name="T68" fmla="*/ 160 w 2522"/>
                <a:gd name="T69" fmla="*/ 1181 h 1181"/>
                <a:gd name="T70" fmla="*/ 179 w 2522"/>
                <a:gd name="T71" fmla="*/ 1171 h 1181"/>
                <a:gd name="T72" fmla="*/ 1262 w 2522"/>
                <a:gd name="T73" fmla="*/ 268 h 1181"/>
                <a:gd name="T74" fmla="*/ 2344 w 2522"/>
                <a:gd name="T75" fmla="*/ 1171 h 1181"/>
                <a:gd name="T76" fmla="*/ 2358 w 2522"/>
                <a:gd name="T77" fmla="*/ 1180 h 1181"/>
                <a:gd name="T78" fmla="*/ 2377 w 2522"/>
                <a:gd name="T79" fmla="*/ 1181 h 1181"/>
                <a:gd name="T80" fmla="*/ 2383 w 2522"/>
                <a:gd name="T81" fmla="*/ 1181 h 1181"/>
                <a:gd name="T82" fmla="*/ 2401 w 2522"/>
                <a:gd name="T83" fmla="*/ 1177 h 1181"/>
                <a:gd name="T84" fmla="*/ 2414 w 2522"/>
                <a:gd name="T85" fmla="*/ 1164 h 1181"/>
                <a:gd name="T86" fmla="*/ 2512 w 2522"/>
                <a:gd name="T87" fmla="*/ 1048 h 1181"/>
                <a:gd name="T88" fmla="*/ 2518 w 2522"/>
                <a:gd name="T89" fmla="*/ 1040 h 1181"/>
                <a:gd name="T90" fmla="*/ 2522 w 2522"/>
                <a:gd name="T91" fmla="*/ 1023 h 1181"/>
                <a:gd name="T92" fmla="*/ 2522 w 2522"/>
                <a:gd name="T93" fmla="*/ 1012 h 1181"/>
                <a:gd name="T94" fmla="*/ 2521 w 2522"/>
                <a:gd name="T95" fmla="*/ 1001 h 1181"/>
                <a:gd name="T96" fmla="*/ 2512 w 2522"/>
                <a:gd name="T97" fmla="*/ 985 h 1181"/>
                <a:gd name="T98" fmla="*/ 2505 w 2522"/>
                <a:gd name="T99" fmla="*/ 978 h 1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22" h="1181">
                  <a:moveTo>
                    <a:pt x="2505" y="978"/>
                  </a:moveTo>
                  <a:lnTo>
                    <a:pt x="2162" y="694"/>
                  </a:lnTo>
                  <a:lnTo>
                    <a:pt x="2162" y="54"/>
                  </a:lnTo>
                  <a:lnTo>
                    <a:pt x="2162" y="44"/>
                  </a:lnTo>
                  <a:lnTo>
                    <a:pt x="2155" y="26"/>
                  </a:lnTo>
                  <a:lnTo>
                    <a:pt x="2149" y="18"/>
                  </a:lnTo>
                  <a:lnTo>
                    <a:pt x="2141" y="13"/>
                  </a:lnTo>
                  <a:lnTo>
                    <a:pt x="2123" y="5"/>
                  </a:lnTo>
                  <a:lnTo>
                    <a:pt x="2113" y="5"/>
                  </a:lnTo>
                  <a:lnTo>
                    <a:pt x="1812" y="5"/>
                  </a:lnTo>
                  <a:lnTo>
                    <a:pt x="1802" y="5"/>
                  </a:lnTo>
                  <a:lnTo>
                    <a:pt x="1783" y="13"/>
                  </a:lnTo>
                  <a:lnTo>
                    <a:pt x="1776" y="18"/>
                  </a:lnTo>
                  <a:lnTo>
                    <a:pt x="1770" y="26"/>
                  </a:lnTo>
                  <a:lnTo>
                    <a:pt x="1763" y="44"/>
                  </a:lnTo>
                  <a:lnTo>
                    <a:pt x="1762" y="54"/>
                  </a:lnTo>
                  <a:lnTo>
                    <a:pt x="1762" y="360"/>
                  </a:lnTo>
                  <a:lnTo>
                    <a:pt x="1380" y="41"/>
                  </a:lnTo>
                  <a:lnTo>
                    <a:pt x="1354" y="23"/>
                  </a:lnTo>
                  <a:lnTo>
                    <a:pt x="1295" y="1"/>
                  </a:lnTo>
                  <a:lnTo>
                    <a:pt x="1262" y="0"/>
                  </a:lnTo>
                  <a:lnTo>
                    <a:pt x="1227" y="1"/>
                  </a:lnTo>
                  <a:lnTo>
                    <a:pt x="1168" y="23"/>
                  </a:lnTo>
                  <a:lnTo>
                    <a:pt x="1142" y="41"/>
                  </a:lnTo>
                  <a:lnTo>
                    <a:pt x="17" y="978"/>
                  </a:lnTo>
                  <a:lnTo>
                    <a:pt x="10" y="985"/>
                  </a:lnTo>
                  <a:lnTo>
                    <a:pt x="1" y="1001"/>
                  </a:lnTo>
                  <a:lnTo>
                    <a:pt x="0" y="1012"/>
                  </a:lnTo>
                  <a:lnTo>
                    <a:pt x="0" y="1023"/>
                  </a:lnTo>
                  <a:lnTo>
                    <a:pt x="6" y="1040"/>
                  </a:lnTo>
                  <a:lnTo>
                    <a:pt x="12" y="1048"/>
                  </a:lnTo>
                  <a:lnTo>
                    <a:pt x="108" y="1164"/>
                  </a:lnTo>
                  <a:lnTo>
                    <a:pt x="122" y="1177"/>
                  </a:lnTo>
                  <a:lnTo>
                    <a:pt x="141" y="1181"/>
                  </a:lnTo>
                  <a:lnTo>
                    <a:pt x="160" y="1181"/>
                  </a:lnTo>
                  <a:lnTo>
                    <a:pt x="179" y="1171"/>
                  </a:lnTo>
                  <a:lnTo>
                    <a:pt x="1262" y="268"/>
                  </a:lnTo>
                  <a:lnTo>
                    <a:pt x="2344" y="1171"/>
                  </a:lnTo>
                  <a:lnTo>
                    <a:pt x="2358" y="1180"/>
                  </a:lnTo>
                  <a:lnTo>
                    <a:pt x="2377" y="1181"/>
                  </a:lnTo>
                  <a:lnTo>
                    <a:pt x="2383" y="1181"/>
                  </a:lnTo>
                  <a:lnTo>
                    <a:pt x="2401" y="1177"/>
                  </a:lnTo>
                  <a:lnTo>
                    <a:pt x="2414" y="1164"/>
                  </a:lnTo>
                  <a:lnTo>
                    <a:pt x="2512" y="1048"/>
                  </a:lnTo>
                  <a:lnTo>
                    <a:pt x="2518" y="1040"/>
                  </a:lnTo>
                  <a:lnTo>
                    <a:pt x="2522" y="1023"/>
                  </a:lnTo>
                  <a:lnTo>
                    <a:pt x="2522" y="1012"/>
                  </a:lnTo>
                  <a:lnTo>
                    <a:pt x="2521" y="1001"/>
                  </a:lnTo>
                  <a:lnTo>
                    <a:pt x="2512" y="985"/>
                  </a:lnTo>
                  <a:lnTo>
                    <a:pt x="2505" y="97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anchor="t" anchorCtr="0">
              <a:prstTxWarp prst="textNoShape">
                <a:avLst/>
              </a:prstTxWarp>
            </a:bodyPr>
            <a:lstStyle/>
            <a:p>
              <a:pPr lvl="0"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35" name="타원 34"/>
          <p:cNvSpPr/>
          <p:nvPr/>
        </p:nvSpPr>
        <p:spPr>
          <a:xfrm>
            <a:off x="578088" y="2370814"/>
            <a:ext cx="177525" cy="17752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anchor="ctr"/>
          <a:lstStyle/>
          <a:p>
            <a:pPr algn="ctr">
              <a:defRPr/>
            </a:pPr>
            <a:r>
              <a:rPr lang="en-US" altLang="ko-KR" sz="1000">
                <a:solidFill>
                  <a:prstClr val="white"/>
                </a:solidFill>
              </a:rPr>
              <a:t>10</a:t>
            </a:r>
          </a:p>
        </p:txBody>
      </p:sp>
      <p:sp>
        <p:nvSpPr>
          <p:cNvPr id="38" name="직사각형 37"/>
          <p:cNvSpPr/>
          <p:nvPr/>
        </p:nvSpPr>
        <p:spPr>
          <a:xfrm>
            <a:off x="1420813" y="537998"/>
            <a:ext cx="6096000" cy="907897"/>
          </a:xfrm>
          <a:prstGeom prst="rect">
            <a:avLst/>
          </a:prstGeom>
        </p:spPr>
        <p:txBody>
          <a:bodyPr>
            <a:spAutoFit/>
          </a:bodyPr>
          <a:lstStyle/>
          <a:p>
            <a:pPr latinLnBrk="0">
              <a:lnSpc>
                <a:spcPct val="150000"/>
              </a:lnSpc>
              <a:defRPr/>
            </a:pPr>
            <a:r>
              <a:rPr lang="en-US" altLang="ko-KR" sz="2600" b="1" i="1" kern="0">
                <a:solidFill>
                  <a:prstClr val="black">
                    <a:lumMod val="65000"/>
                    <a:lumOff val="35000"/>
                  </a:prstClr>
                </a:solidFill>
              </a:rPr>
              <a:t>DESIGN</a:t>
            </a:r>
            <a:endParaRPr lang="ko-KR" altLang="en-US" sz="2600" b="1" i="1" kern="0">
              <a:solidFill>
                <a:prstClr val="black">
                  <a:lumMod val="65000"/>
                  <a:lumOff val="35000"/>
                </a:prstClr>
              </a:solidFill>
            </a:endParaRPr>
          </a:p>
          <a:p>
            <a:pPr latinLnBrk="0">
              <a:lnSpc>
                <a:spcPct val="150000"/>
              </a:lnSpc>
              <a:defRPr/>
            </a:pPr>
            <a:r>
              <a:rPr lang="en-US" altLang="ko-KR" sz="1000" b="1" kern="0">
                <a:solidFill>
                  <a:schemeClr val="accent6"/>
                </a:solidFill>
              </a:rPr>
              <a:t>LOGIN</a:t>
            </a:r>
            <a:r>
              <a:rPr lang="en-US" altLang="ko-KR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&gt;SIGN UP&gt;MAIN&gt;SURVEY&gt;CHALLENGE&gt;CHAT</a:t>
            </a:r>
            <a:endParaRPr lang="ko-KR" altLang="en-US" sz="1000" kern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40" name="모서리가 둥근 직사각형 39"/>
          <p:cNvSpPr/>
          <p:nvPr/>
        </p:nvSpPr>
        <p:spPr>
          <a:xfrm>
            <a:off x="3838799" y="1646917"/>
            <a:ext cx="7540401" cy="4279543"/>
          </a:xfrm>
          <a:prstGeom prst="roundRect">
            <a:avLst>
              <a:gd name="adj" fmla="val 3424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" anchor="ctr"/>
          <a:lstStyle/>
          <a:p>
            <a:pPr lvl="0">
              <a:defRPr/>
            </a:pPr>
            <a:endParaRPr lang="en-US" altLang="ko-KR" sz="1050">
              <a:solidFill>
                <a:srgbClr val="264259"/>
              </a:solidFill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017637" y="1875915"/>
            <a:ext cx="4706625" cy="34466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sz="1600" b="1">
                <a:solidFill>
                  <a:srgbClr val="00D65E"/>
                </a:solidFill>
              </a:rPr>
              <a:t>LOGIN SCREEN</a:t>
            </a:r>
            <a:endParaRPr lang="ko-KR" altLang="en-US" sz="1600" b="1">
              <a:solidFill>
                <a:srgbClr val="00D65E"/>
              </a:solidFill>
            </a:endParaRPr>
          </a:p>
          <a:p>
            <a:pPr>
              <a:lnSpc>
                <a:spcPct val="150000"/>
              </a:lnSpc>
              <a:defRPr/>
            </a:pPr>
            <a:endParaRPr lang="ko-KR" altLang="en-US" sz="1600" b="1">
              <a:solidFill>
                <a:srgbClr val="00D65E"/>
              </a:solidFill>
            </a:endParaRPr>
          </a:p>
          <a:p>
            <a:pPr algn="ctr">
              <a:lnSpc>
                <a:spcPct val="150000"/>
              </a:lnSpc>
              <a:defRPr/>
            </a:pPr>
            <a:r>
              <a:rPr lang="en-US" altLang="ko-KR" sz="2300">
                <a:solidFill>
                  <a:prstClr val="white">
                    <a:lumMod val="50000"/>
                  </a:prstClr>
                </a:solidFill>
              </a:rPr>
              <a:t>ID, PW INPUT</a:t>
            </a:r>
            <a:endParaRPr lang="ko-KR" altLang="en-US" sz="2300">
              <a:solidFill>
                <a:prstClr val="white">
                  <a:lumMod val="50000"/>
                </a:prstClr>
              </a:solidFill>
            </a:endParaRPr>
          </a:p>
          <a:p>
            <a:pPr algn="ctr">
              <a:lnSpc>
                <a:spcPct val="150000"/>
              </a:lnSpc>
              <a:defRPr/>
            </a:pPr>
            <a:endParaRPr lang="ko-KR" altLang="en-US" sz="2300">
              <a:solidFill>
                <a:prstClr val="white">
                  <a:lumMod val="50000"/>
                </a:prstClr>
              </a:solidFill>
            </a:endParaRPr>
          </a:p>
          <a:p>
            <a:pPr algn="ctr">
              <a:lnSpc>
                <a:spcPct val="150000"/>
              </a:lnSpc>
              <a:defRPr/>
            </a:pPr>
            <a:r>
              <a:rPr lang="en-US" altLang="ko-KR" sz="2300">
                <a:solidFill>
                  <a:prstClr val="white">
                    <a:lumMod val="50000"/>
                  </a:prstClr>
                </a:solidFill>
              </a:rPr>
              <a:t>LOGIN BUTTON</a:t>
            </a:r>
            <a:endParaRPr lang="ko-KR" altLang="en-US" sz="2300">
              <a:solidFill>
                <a:prstClr val="white">
                  <a:lumMod val="50000"/>
                </a:prstClr>
              </a:solidFill>
            </a:endParaRPr>
          </a:p>
          <a:p>
            <a:pPr algn="ctr">
              <a:lnSpc>
                <a:spcPct val="150000"/>
              </a:lnSpc>
              <a:defRPr/>
            </a:pPr>
            <a:endParaRPr lang="ko-KR" altLang="en-US" sz="2300">
              <a:solidFill>
                <a:prstClr val="white">
                  <a:lumMod val="50000"/>
                </a:prstClr>
              </a:solidFill>
            </a:endParaRPr>
          </a:p>
          <a:p>
            <a:pPr algn="ctr">
              <a:lnSpc>
                <a:spcPct val="150000"/>
              </a:lnSpc>
              <a:defRPr/>
            </a:pPr>
            <a:r>
              <a:rPr lang="en-US" altLang="ko-KR" sz="2300">
                <a:solidFill>
                  <a:prstClr val="white">
                    <a:lumMod val="50000"/>
                  </a:prstClr>
                </a:solidFill>
              </a:rPr>
              <a:t>SIGN UP BUTTON</a:t>
            </a:r>
            <a:endParaRPr lang="ko-KR" altLang="en-US" sz="230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51" name="타원 50"/>
          <p:cNvSpPr/>
          <p:nvPr/>
        </p:nvSpPr>
        <p:spPr>
          <a:xfrm>
            <a:off x="555404" y="4304681"/>
            <a:ext cx="177525" cy="17752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anchor="ctr"/>
          <a:lstStyle/>
          <a:p>
            <a:pPr algn="ctr">
              <a:defRPr/>
            </a:pPr>
            <a:r>
              <a:rPr lang="en-US" altLang="ko-KR" sz="600">
                <a:solidFill>
                  <a:prstClr val="white"/>
                </a:solidFill>
              </a:rPr>
              <a:t>off</a:t>
            </a:r>
            <a:endParaRPr lang="ko-KR" altLang="en-US" sz="600">
              <a:solidFill>
                <a:prstClr val="white"/>
              </a:solidFill>
            </a:endParaRPr>
          </a:p>
        </p:txBody>
      </p:sp>
      <p:pic>
        <p:nvPicPr>
          <p:cNvPr id="56" name="그림 55"/>
          <p:cNvPicPr/>
          <p:nvPr/>
        </p:nvPicPr>
        <p:blipFill rotWithShape="1">
          <a:blip r:embed="rId3">
            <a:lum/>
          </a:blip>
          <a:srcRect/>
          <a:stretch>
            <a:fillRect/>
          </a:stretch>
        </p:blipFill>
        <p:spPr>
          <a:xfrm>
            <a:off x="1302384" y="1629092"/>
            <a:ext cx="2436495" cy="43529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한쪽 모서리가 둥근 사각형 35"/>
          <p:cNvSpPr/>
          <p:nvPr/>
        </p:nvSpPr>
        <p:spPr>
          <a:xfrm>
            <a:off x="0" y="0"/>
            <a:ext cx="3848100" cy="5549900"/>
          </a:xfrm>
          <a:prstGeom prst="round1Rect">
            <a:avLst>
              <a:gd name="adj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5" name="모서리가 둥근 직사각형 4"/>
          <p:cNvSpPr/>
          <p:nvPr/>
        </p:nvSpPr>
        <p:spPr>
          <a:xfrm>
            <a:off x="236537" y="304800"/>
            <a:ext cx="11669713" cy="6265862"/>
          </a:xfrm>
          <a:prstGeom prst="roundRect">
            <a:avLst>
              <a:gd name="adj" fmla="val 4810"/>
            </a:avLst>
          </a:prstGeom>
          <a:solidFill>
            <a:srgbClr val="264259"/>
          </a:solidFill>
          <a:ln w="63500">
            <a:solidFill>
              <a:schemeClr val="tx2">
                <a:lumMod val="50000"/>
              </a:schemeClr>
            </a:solidFill>
          </a:ln>
          <a:effectLst>
            <a:outerShdw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6" name="양쪽 모서리가 둥근 사각형 5"/>
          <p:cNvSpPr/>
          <p:nvPr/>
        </p:nvSpPr>
        <p:spPr>
          <a:xfrm rot="5400000">
            <a:off x="3271463" y="-2062957"/>
            <a:ext cx="6192000" cy="11001376"/>
          </a:xfrm>
          <a:prstGeom prst="round2SameRect">
            <a:avLst>
              <a:gd name="adj1" fmla="val 4506"/>
              <a:gd name="adj2" fmla="val 0"/>
            </a:avLst>
          </a:prstGeom>
          <a:solidFill>
            <a:schemeClr val="bg1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5" name="자유형 14"/>
          <p:cNvSpPr/>
          <p:nvPr/>
        </p:nvSpPr>
        <p:spPr>
          <a:xfrm>
            <a:off x="1574800" y="1863725"/>
            <a:ext cx="73025" cy="85725"/>
          </a:xfrm>
          <a:custGeom>
            <a:avLst/>
            <a:gdLst>
              <a:gd name="connsiteX0" fmla="*/ 0 w 73025"/>
              <a:gd name="connsiteY0" fmla="*/ 31750 h 85725"/>
              <a:gd name="connsiteX1" fmla="*/ 31750 w 73025"/>
              <a:gd name="connsiteY1" fmla="*/ 85725 h 85725"/>
              <a:gd name="connsiteX2" fmla="*/ 73025 w 73025"/>
              <a:gd name="connsiteY2" fmla="*/ 0 h 85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3025" h="85725">
                <a:moveTo>
                  <a:pt x="0" y="31750"/>
                </a:moveTo>
                <a:lnTo>
                  <a:pt x="31750" y="85725"/>
                </a:lnTo>
                <a:lnTo>
                  <a:pt x="73025" y="0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9" name="Freeform 9"/>
          <p:cNvSpPr/>
          <p:nvPr/>
        </p:nvSpPr>
        <p:spPr>
          <a:xfrm>
            <a:off x="477298" y="2470961"/>
            <a:ext cx="141676" cy="186968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lvl="0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23" name="Freeform 36"/>
          <p:cNvSpPr>
            <a:spLocks noEditPoints="1"/>
          </p:cNvSpPr>
          <p:nvPr/>
        </p:nvSpPr>
        <p:spPr>
          <a:xfrm>
            <a:off x="491434" y="4397002"/>
            <a:ext cx="113404" cy="190736"/>
          </a:xfrm>
          <a:custGeom>
            <a:avLst/>
            <a:gdLst>
              <a:gd name="T0" fmla="*/ 937 w 1926"/>
              <a:gd name="T1" fmla="*/ 3639 h 4045"/>
              <a:gd name="T2" fmla="*/ 893 w 1926"/>
              <a:gd name="T3" fmla="*/ 3665 h 4045"/>
              <a:gd name="T4" fmla="*/ 863 w 1926"/>
              <a:gd name="T5" fmla="*/ 3712 h 4045"/>
              <a:gd name="T6" fmla="*/ 851 w 1926"/>
              <a:gd name="T7" fmla="*/ 3772 h 4045"/>
              <a:gd name="T8" fmla="*/ 863 w 1926"/>
              <a:gd name="T9" fmla="*/ 3832 h 4045"/>
              <a:gd name="T10" fmla="*/ 893 w 1926"/>
              <a:gd name="T11" fmla="*/ 3878 h 4045"/>
              <a:gd name="T12" fmla="*/ 937 w 1926"/>
              <a:gd name="T13" fmla="*/ 3905 h 4045"/>
              <a:gd name="T14" fmla="*/ 988 w 1926"/>
              <a:gd name="T15" fmla="*/ 3905 h 4045"/>
              <a:gd name="T16" fmla="*/ 1033 w 1926"/>
              <a:gd name="T17" fmla="*/ 3878 h 4045"/>
              <a:gd name="T18" fmla="*/ 1064 w 1926"/>
              <a:gd name="T19" fmla="*/ 3832 h 4045"/>
              <a:gd name="T20" fmla="*/ 1075 w 1926"/>
              <a:gd name="T21" fmla="*/ 3772 h 4045"/>
              <a:gd name="T22" fmla="*/ 1064 w 1926"/>
              <a:gd name="T23" fmla="*/ 3712 h 4045"/>
              <a:gd name="T24" fmla="*/ 1033 w 1926"/>
              <a:gd name="T25" fmla="*/ 3665 h 4045"/>
              <a:gd name="T26" fmla="*/ 988 w 1926"/>
              <a:gd name="T27" fmla="*/ 3639 h 4045"/>
              <a:gd name="T28" fmla="*/ 156 w 1926"/>
              <a:gd name="T29" fmla="*/ 434 h 4045"/>
              <a:gd name="T30" fmla="*/ 1770 w 1926"/>
              <a:gd name="T31" fmla="*/ 3540 h 4045"/>
              <a:gd name="T32" fmla="*/ 156 w 1926"/>
              <a:gd name="T33" fmla="*/ 434 h 4045"/>
              <a:gd name="T34" fmla="*/ 716 w 1926"/>
              <a:gd name="T35" fmla="*/ 200 h 4045"/>
              <a:gd name="T36" fmla="*/ 701 w 1926"/>
              <a:gd name="T37" fmla="*/ 217 h 4045"/>
              <a:gd name="T38" fmla="*/ 701 w 1926"/>
              <a:gd name="T39" fmla="*/ 243 h 4045"/>
              <a:gd name="T40" fmla="*/ 716 w 1926"/>
              <a:gd name="T41" fmla="*/ 260 h 4045"/>
              <a:gd name="T42" fmla="*/ 1199 w 1926"/>
              <a:gd name="T43" fmla="*/ 262 h 4045"/>
              <a:gd name="T44" fmla="*/ 1218 w 1926"/>
              <a:gd name="T45" fmla="*/ 254 h 4045"/>
              <a:gd name="T46" fmla="*/ 1226 w 1926"/>
              <a:gd name="T47" fmla="*/ 230 h 4045"/>
              <a:gd name="T48" fmla="*/ 1218 w 1926"/>
              <a:gd name="T49" fmla="*/ 207 h 4045"/>
              <a:gd name="T50" fmla="*/ 1199 w 1926"/>
              <a:gd name="T51" fmla="*/ 197 h 4045"/>
              <a:gd name="T52" fmla="*/ 224 w 1926"/>
              <a:gd name="T53" fmla="*/ 0 h 4045"/>
              <a:gd name="T54" fmla="*/ 1738 w 1926"/>
              <a:gd name="T55" fmla="*/ 4 h 4045"/>
              <a:gd name="T56" fmla="*/ 1805 w 1926"/>
              <a:gd name="T57" fmla="*/ 31 h 4045"/>
              <a:gd name="T58" fmla="*/ 1860 w 1926"/>
              <a:gd name="T59" fmla="*/ 81 h 4045"/>
              <a:gd name="T60" fmla="*/ 1900 w 1926"/>
              <a:gd name="T61" fmla="*/ 148 h 4045"/>
              <a:gd name="T62" fmla="*/ 1923 w 1926"/>
              <a:gd name="T63" fmla="*/ 229 h 4045"/>
              <a:gd name="T64" fmla="*/ 1926 w 1926"/>
              <a:gd name="T65" fmla="*/ 3772 h 4045"/>
              <a:gd name="T66" fmla="*/ 1915 w 1926"/>
              <a:gd name="T67" fmla="*/ 3857 h 4045"/>
              <a:gd name="T68" fmla="*/ 1882 w 1926"/>
              <a:gd name="T69" fmla="*/ 3932 h 4045"/>
              <a:gd name="T70" fmla="*/ 1834 w 1926"/>
              <a:gd name="T71" fmla="*/ 3992 h 4045"/>
              <a:gd name="T72" fmla="*/ 1773 w 1926"/>
              <a:gd name="T73" fmla="*/ 4032 h 4045"/>
              <a:gd name="T74" fmla="*/ 1702 w 1926"/>
              <a:gd name="T75" fmla="*/ 4045 h 4045"/>
              <a:gd name="T76" fmla="*/ 188 w 1926"/>
              <a:gd name="T77" fmla="*/ 4041 h 4045"/>
              <a:gd name="T78" fmla="*/ 122 w 1926"/>
              <a:gd name="T79" fmla="*/ 4014 h 4045"/>
              <a:gd name="T80" fmla="*/ 66 w 1926"/>
              <a:gd name="T81" fmla="*/ 3964 h 4045"/>
              <a:gd name="T82" fmla="*/ 25 w 1926"/>
              <a:gd name="T83" fmla="*/ 3897 h 4045"/>
              <a:gd name="T84" fmla="*/ 3 w 1926"/>
              <a:gd name="T85" fmla="*/ 3816 h 4045"/>
              <a:gd name="T86" fmla="*/ 0 w 1926"/>
              <a:gd name="T87" fmla="*/ 273 h 4045"/>
              <a:gd name="T88" fmla="*/ 12 w 1926"/>
              <a:gd name="T89" fmla="*/ 188 h 4045"/>
              <a:gd name="T90" fmla="*/ 43 w 1926"/>
              <a:gd name="T91" fmla="*/ 113 h 4045"/>
              <a:gd name="T92" fmla="*/ 92 w 1926"/>
              <a:gd name="T93" fmla="*/ 53 h 4045"/>
              <a:gd name="T94" fmla="*/ 154 w 1926"/>
              <a:gd name="T95" fmla="*/ 13 h 4045"/>
              <a:gd name="T96" fmla="*/ 224 w 1926"/>
              <a:gd name="T97" fmla="*/ 0 h 40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926" h="4045">
                <a:moveTo>
                  <a:pt x="963" y="3636"/>
                </a:moveTo>
                <a:lnTo>
                  <a:pt x="937" y="3639"/>
                </a:lnTo>
                <a:lnTo>
                  <a:pt x="914" y="3649"/>
                </a:lnTo>
                <a:lnTo>
                  <a:pt x="893" y="3665"/>
                </a:lnTo>
                <a:lnTo>
                  <a:pt x="876" y="3686"/>
                </a:lnTo>
                <a:lnTo>
                  <a:pt x="863" y="3712"/>
                </a:lnTo>
                <a:lnTo>
                  <a:pt x="854" y="3741"/>
                </a:lnTo>
                <a:lnTo>
                  <a:pt x="851" y="3772"/>
                </a:lnTo>
                <a:lnTo>
                  <a:pt x="854" y="3804"/>
                </a:lnTo>
                <a:lnTo>
                  <a:pt x="863" y="3832"/>
                </a:lnTo>
                <a:lnTo>
                  <a:pt x="876" y="3857"/>
                </a:lnTo>
                <a:lnTo>
                  <a:pt x="893" y="3878"/>
                </a:lnTo>
                <a:lnTo>
                  <a:pt x="914" y="3894"/>
                </a:lnTo>
                <a:lnTo>
                  <a:pt x="937" y="3905"/>
                </a:lnTo>
                <a:lnTo>
                  <a:pt x="963" y="3909"/>
                </a:lnTo>
                <a:lnTo>
                  <a:pt x="988" y="3905"/>
                </a:lnTo>
                <a:lnTo>
                  <a:pt x="1013" y="3894"/>
                </a:lnTo>
                <a:lnTo>
                  <a:pt x="1033" y="3878"/>
                </a:lnTo>
                <a:lnTo>
                  <a:pt x="1051" y="3857"/>
                </a:lnTo>
                <a:lnTo>
                  <a:pt x="1064" y="3832"/>
                </a:lnTo>
                <a:lnTo>
                  <a:pt x="1072" y="3804"/>
                </a:lnTo>
                <a:lnTo>
                  <a:pt x="1075" y="3772"/>
                </a:lnTo>
                <a:lnTo>
                  <a:pt x="1072" y="3741"/>
                </a:lnTo>
                <a:lnTo>
                  <a:pt x="1064" y="3712"/>
                </a:lnTo>
                <a:lnTo>
                  <a:pt x="1051" y="3686"/>
                </a:lnTo>
                <a:lnTo>
                  <a:pt x="1033" y="3665"/>
                </a:lnTo>
                <a:lnTo>
                  <a:pt x="1013" y="3649"/>
                </a:lnTo>
                <a:lnTo>
                  <a:pt x="988" y="3639"/>
                </a:lnTo>
                <a:lnTo>
                  <a:pt x="963" y="3636"/>
                </a:lnTo>
                <a:close/>
                <a:moveTo>
                  <a:pt x="156" y="434"/>
                </a:moveTo>
                <a:lnTo>
                  <a:pt x="156" y="3540"/>
                </a:lnTo>
                <a:lnTo>
                  <a:pt x="1770" y="3540"/>
                </a:lnTo>
                <a:lnTo>
                  <a:pt x="1770" y="434"/>
                </a:lnTo>
                <a:lnTo>
                  <a:pt x="156" y="434"/>
                </a:lnTo>
                <a:close/>
                <a:moveTo>
                  <a:pt x="727" y="197"/>
                </a:moveTo>
                <a:lnTo>
                  <a:pt x="716" y="200"/>
                </a:lnTo>
                <a:lnTo>
                  <a:pt x="707" y="207"/>
                </a:lnTo>
                <a:lnTo>
                  <a:pt x="701" y="217"/>
                </a:lnTo>
                <a:lnTo>
                  <a:pt x="699" y="230"/>
                </a:lnTo>
                <a:lnTo>
                  <a:pt x="701" y="243"/>
                </a:lnTo>
                <a:lnTo>
                  <a:pt x="707" y="254"/>
                </a:lnTo>
                <a:lnTo>
                  <a:pt x="716" y="260"/>
                </a:lnTo>
                <a:lnTo>
                  <a:pt x="727" y="262"/>
                </a:lnTo>
                <a:lnTo>
                  <a:pt x="1199" y="262"/>
                </a:lnTo>
                <a:lnTo>
                  <a:pt x="1210" y="260"/>
                </a:lnTo>
                <a:lnTo>
                  <a:pt x="1218" y="254"/>
                </a:lnTo>
                <a:lnTo>
                  <a:pt x="1224" y="243"/>
                </a:lnTo>
                <a:lnTo>
                  <a:pt x="1226" y="230"/>
                </a:lnTo>
                <a:lnTo>
                  <a:pt x="1224" y="217"/>
                </a:lnTo>
                <a:lnTo>
                  <a:pt x="1218" y="207"/>
                </a:lnTo>
                <a:lnTo>
                  <a:pt x="1210" y="200"/>
                </a:lnTo>
                <a:lnTo>
                  <a:pt x="1199" y="197"/>
                </a:lnTo>
                <a:lnTo>
                  <a:pt x="727" y="197"/>
                </a:lnTo>
                <a:close/>
                <a:moveTo>
                  <a:pt x="224" y="0"/>
                </a:moveTo>
                <a:lnTo>
                  <a:pt x="1702" y="0"/>
                </a:lnTo>
                <a:lnTo>
                  <a:pt x="1738" y="4"/>
                </a:lnTo>
                <a:lnTo>
                  <a:pt x="1773" y="13"/>
                </a:lnTo>
                <a:lnTo>
                  <a:pt x="1805" y="31"/>
                </a:lnTo>
                <a:lnTo>
                  <a:pt x="1834" y="53"/>
                </a:lnTo>
                <a:lnTo>
                  <a:pt x="1860" y="81"/>
                </a:lnTo>
                <a:lnTo>
                  <a:pt x="1882" y="113"/>
                </a:lnTo>
                <a:lnTo>
                  <a:pt x="1900" y="148"/>
                </a:lnTo>
                <a:lnTo>
                  <a:pt x="1915" y="188"/>
                </a:lnTo>
                <a:lnTo>
                  <a:pt x="1923" y="229"/>
                </a:lnTo>
                <a:lnTo>
                  <a:pt x="1926" y="273"/>
                </a:lnTo>
                <a:lnTo>
                  <a:pt x="1926" y="3772"/>
                </a:lnTo>
                <a:lnTo>
                  <a:pt x="1923" y="3816"/>
                </a:lnTo>
                <a:lnTo>
                  <a:pt x="1915" y="3857"/>
                </a:lnTo>
                <a:lnTo>
                  <a:pt x="1900" y="3897"/>
                </a:lnTo>
                <a:lnTo>
                  <a:pt x="1882" y="3932"/>
                </a:lnTo>
                <a:lnTo>
                  <a:pt x="1860" y="3964"/>
                </a:lnTo>
                <a:lnTo>
                  <a:pt x="1834" y="3992"/>
                </a:lnTo>
                <a:lnTo>
                  <a:pt x="1805" y="4014"/>
                </a:lnTo>
                <a:lnTo>
                  <a:pt x="1773" y="4032"/>
                </a:lnTo>
                <a:lnTo>
                  <a:pt x="1738" y="4041"/>
                </a:lnTo>
                <a:lnTo>
                  <a:pt x="1702" y="4045"/>
                </a:lnTo>
                <a:lnTo>
                  <a:pt x="224" y="4045"/>
                </a:lnTo>
                <a:lnTo>
                  <a:pt x="188" y="4041"/>
                </a:lnTo>
                <a:lnTo>
                  <a:pt x="154" y="4032"/>
                </a:lnTo>
                <a:lnTo>
                  <a:pt x="122" y="4014"/>
                </a:lnTo>
                <a:lnTo>
                  <a:pt x="92" y="3992"/>
                </a:lnTo>
                <a:lnTo>
                  <a:pt x="66" y="3964"/>
                </a:lnTo>
                <a:lnTo>
                  <a:pt x="43" y="3932"/>
                </a:lnTo>
                <a:lnTo>
                  <a:pt x="25" y="3897"/>
                </a:lnTo>
                <a:lnTo>
                  <a:pt x="12" y="3857"/>
                </a:lnTo>
                <a:lnTo>
                  <a:pt x="3" y="3816"/>
                </a:lnTo>
                <a:lnTo>
                  <a:pt x="0" y="3772"/>
                </a:lnTo>
                <a:lnTo>
                  <a:pt x="0" y="273"/>
                </a:lnTo>
                <a:lnTo>
                  <a:pt x="3" y="229"/>
                </a:lnTo>
                <a:lnTo>
                  <a:pt x="12" y="188"/>
                </a:lnTo>
                <a:lnTo>
                  <a:pt x="25" y="148"/>
                </a:lnTo>
                <a:lnTo>
                  <a:pt x="43" y="113"/>
                </a:lnTo>
                <a:lnTo>
                  <a:pt x="66" y="81"/>
                </a:lnTo>
                <a:lnTo>
                  <a:pt x="92" y="53"/>
                </a:lnTo>
                <a:lnTo>
                  <a:pt x="122" y="31"/>
                </a:lnTo>
                <a:lnTo>
                  <a:pt x="154" y="13"/>
                </a:lnTo>
                <a:lnTo>
                  <a:pt x="188" y="4"/>
                </a:lnTo>
                <a:lnTo>
                  <a:pt x="224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lvl="0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24" name="자유형 23"/>
          <p:cNvSpPr/>
          <p:nvPr/>
        </p:nvSpPr>
        <p:spPr>
          <a:xfrm>
            <a:off x="462778" y="3768685"/>
            <a:ext cx="170716" cy="149410"/>
          </a:xfrm>
          <a:custGeom>
            <a:avLst/>
            <a:gdLst>
              <a:gd name="connsiteX0" fmla="*/ 149021 w 448462"/>
              <a:gd name="connsiteY0" fmla="*/ 328125 h 392491"/>
              <a:gd name="connsiteX1" fmla="*/ 210588 w 448462"/>
              <a:gd name="connsiteY1" fmla="*/ 357224 h 392491"/>
              <a:gd name="connsiteX2" fmla="*/ 160375 w 448462"/>
              <a:gd name="connsiteY2" fmla="*/ 391211 h 392491"/>
              <a:gd name="connsiteX3" fmla="*/ 158502 w 448462"/>
              <a:gd name="connsiteY3" fmla="*/ 392025 h 392491"/>
              <a:gd name="connsiteX4" fmla="*/ 156629 w 448462"/>
              <a:gd name="connsiteY4" fmla="*/ 392491 h 392491"/>
              <a:gd name="connsiteX5" fmla="*/ 154757 w 448462"/>
              <a:gd name="connsiteY5" fmla="*/ 392375 h 392491"/>
              <a:gd name="connsiteX6" fmla="*/ 153001 w 448462"/>
              <a:gd name="connsiteY6" fmla="*/ 391676 h 392491"/>
              <a:gd name="connsiteX7" fmla="*/ 151362 w 448462"/>
              <a:gd name="connsiteY7" fmla="*/ 390396 h 392491"/>
              <a:gd name="connsiteX8" fmla="*/ 150075 w 448462"/>
              <a:gd name="connsiteY8" fmla="*/ 388883 h 392491"/>
              <a:gd name="connsiteX9" fmla="*/ 149255 w 448462"/>
              <a:gd name="connsiteY9" fmla="*/ 387137 h 392491"/>
              <a:gd name="connsiteX10" fmla="*/ 149021 w 448462"/>
              <a:gd name="connsiteY10" fmla="*/ 385158 h 392491"/>
              <a:gd name="connsiteX11" fmla="*/ 441235 w 448462"/>
              <a:gd name="connsiteY11" fmla="*/ 0 h 392491"/>
              <a:gd name="connsiteX12" fmla="*/ 442983 w 448462"/>
              <a:gd name="connsiteY12" fmla="*/ 233 h 392491"/>
              <a:gd name="connsiteX13" fmla="*/ 444615 w 448462"/>
              <a:gd name="connsiteY13" fmla="*/ 816 h 392491"/>
              <a:gd name="connsiteX14" fmla="*/ 446131 w 448462"/>
              <a:gd name="connsiteY14" fmla="*/ 1866 h 392491"/>
              <a:gd name="connsiteX15" fmla="*/ 447530 w 448462"/>
              <a:gd name="connsiteY15" fmla="*/ 3615 h 392491"/>
              <a:gd name="connsiteX16" fmla="*/ 448346 w 448462"/>
              <a:gd name="connsiteY16" fmla="*/ 5714 h 392491"/>
              <a:gd name="connsiteX17" fmla="*/ 448462 w 448462"/>
              <a:gd name="connsiteY17" fmla="*/ 7696 h 392491"/>
              <a:gd name="connsiteX18" fmla="*/ 447879 w 448462"/>
              <a:gd name="connsiteY18" fmla="*/ 9911 h 392491"/>
              <a:gd name="connsiteX19" fmla="*/ 307990 w 448462"/>
              <a:gd name="connsiteY19" fmla="*/ 362641 h 392491"/>
              <a:gd name="connsiteX20" fmla="*/ 306708 w 448462"/>
              <a:gd name="connsiteY20" fmla="*/ 364973 h 392491"/>
              <a:gd name="connsiteX21" fmla="*/ 305076 w 448462"/>
              <a:gd name="connsiteY21" fmla="*/ 366955 h 392491"/>
              <a:gd name="connsiteX22" fmla="*/ 303094 w 448462"/>
              <a:gd name="connsiteY22" fmla="*/ 368588 h 392491"/>
              <a:gd name="connsiteX23" fmla="*/ 300646 w 448462"/>
              <a:gd name="connsiteY23" fmla="*/ 369870 h 392491"/>
              <a:gd name="connsiteX24" fmla="*/ 298314 w 448462"/>
              <a:gd name="connsiteY24" fmla="*/ 370570 h 392491"/>
              <a:gd name="connsiteX25" fmla="*/ 295983 w 448462"/>
              <a:gd name="connsiteY25" fmla="*/ 370803 h 392491"/>
              <a:gd name="connsiteX26" fmla="*/ 293068 w 448462"/>
              <a:gd name="connsiteY26" fmla="*/ 370453 h 392491"/>
              <a:gd name="connsiteX27" fmla="*/ 290387 w 448462"/>
              <a:gd name="connsiteY27" fmla="*/ 369404 h 392491"/>
              <a:gd name="connsiteX28" fmla="*/ 148982 w 448462"/>
              <a:gd name="connsiteY28" fmla="*/ 302123 h 392491"/>
              <a:gd name="connsiteX29" fmla="*/ 347858 w 448462"/>
              <a:gd name="connsiteY29" fmla="*/ 102379 h 392491"/>
              <a:gd name="connsiteX30" fmla="*/ 120771 w 448462"/>
              <a:gd name="connsiteY30" fmla="*/ 288830 h 392491"/>
              <a:gd name="connsiteX31" fmla="*/ 7344 w 448462"/>
              <a:gd name="connsiteY31" fmla="*/ 234842 h 392491"/>
              <a:gd name="connsiteX32" fmla="*/ 4896 w 448462"/>
              <a:gd name="connsiteY32" fmla="*/ 233209 h 392491"/>
              <a:gd name="connsiteX33" fmla="*/ 2798 w 448462"/>
              <a:gd name="connsiteY33" fmla="*/ 231227 h 392491"/>
              <a:gd name="connsiteX34" fmla="*/ 1282 w 448462"/>
              <a:gd name="connsiteY34" fmla="*/ 228895 h 392491"/>
              <a:gd name="connsiteX35" fmla="*/ 349 w 448462"/>
              <a:gd name="connsiteY35" fmla="*/ 226213 h 392491"/>
              <a:gd name="connsiteX36" fmla="*/ 0 w 448462"/>
              <a:gd name="connsiteY36" fmla="*/ 223298 h 392491"/>
              <a:gd name="connsiteX37" fmla="*/ 233 w 448462"/>
              <a:gd name="connsiteY37" fmla="*/ 220499 h 392491"/>
              <a:gd name="connsiteX38" fmla="*/ 1165 w 448462"/>
              <a:gd name="connsiteY38" fmla="*/ 217701 h 392491"/>
              <a:gd name="connsiteX39" fmla="*/ 2681 w 448462"/>
              <a:gd name="connsiteY39" fmla="*/ 215252 h 392491"/>
              <a:gd name="connsiteX40" fmla="*/ 4779 w 448462"/>
              <a:gd name="connsiteY40" fmla="*/ 213270 h 392491"/>
              <a:gd name="connsiteX41" fmla="*/ 7227 w 448462"/>
              <a:gd name="connsiteY41" fmla="*/ 211754 h 392491"/>
              <a:gd name="connsiteX42" fmla="*/ 437971 w 448462"/>
              <a:gd name="connsiteY42" fmla="*/ 583 h 392491"/>
              <a:gd name="connsiteX43" fmla="*/ 439603 w 448462"/>
              <a:gd name="connsiteY43" fmla="*/ 117 h 392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448462" h="392491">
                <a:moveTo>
                  <a:pt x="149021" y="328125"/>
                </a:moveTo>
                <a:lnTo>
                  <a:pt x="210588" y="357224"/>
                </a:lnTo>
                <a:lnTo>
                  <a:pt x="160375" y="391211"/>
                </a:lnTo>
                <a:lnTo>
                  <a:pt x="158502" y="392025"/>
                </a:lnTo>
                <a:lnTo>
                  <a:pt x="156629" y="392491"/>
                </a:lnTo>
                <a:lnTo>
                  <a:pt x="154757" y="392375"/>
                </a:lnTo>
                <a:lnTo>
                  <a:pt x="153001" y="391676"/>
                </a:lnTo>
                <a:lnTo>
                  <a:pt x="151362" y="390396"/>
                </a:lnTo>
                <a:lnTo>
                  <a:pt x="150075" y="388883"/>
                </a:lnTo>
                <a:lnTo>
                  <a:pt x="149255" y="387137"/>
                </a:lnTo>
                <a:lnTo>
                  <a:pt x="149021" y="385158"/>
                </a:lnTo>
                <a:close/>
                <a:moveTo>
                  <a:pt x="441235" y="0"/>
                </a:moveTo>
                <a:lnTo>
                  <a:pt x="442983" y="233"/>
                </a:lnTo>
                <a:lnTo>
                  <a:pt x="444615" y="816"/>
                </a:lnTo>
                <a:lnTo>
                  <a:pt x="446131" y="1866"/>
                </a:lnTo>
                <a:lnTo>
                  <a:pt x="447530" y="3615"/>
                </a:lnTo>
                <a:lnTo>
                  <a:pt x="448346" y="5714"/>
                </a:lnTo>
                <a:lnTo>
                  <a:pt x="448462" y="7696"/>
                </a:lnTo>
                <a:lnTo>
                  <a:pt x="447879" y="9911"/>
                </a:lnTo>
                <a:lnTo>
                  <a:pt x="307990" y="362641"/>
                </a:lnTo>
                <a:lnTo>
                  <a:pt x="306708" y="364973"/>
                </a:lnTo>
                <a:lnTo>
                  <a:pt x="305076" y="366955"/>
                </a:lnTo>
                <a:lnTo>
                  <a:pt x="303094" y="368588"/>
                </a:lnTo>
                <a:lnTo>
                  <a:pt x="300646" y="369870"/>
                </a:lnTo>
                <a:lnTo>
                  <a:pt x="298314" y="370570"/>
                </a:lnTo>
                <a:lnTo>
                  <a:pt x="295983" y="370803"/>
                </a:lnTo>
                <a:lnTo>
                  <a:pt x="293068" y="370453"/>
                </a:lnTo>
                <a:lnTo>
                  <a:pt x="290387" y="369404"/>
                </a:lnTo>
                <a:lnTo>
                  <a:pt x="148982" y="302123"/>
                </a:lnTo>
                <a:lnTo>
                  <a:pt x="347858" y="102379"/>
                </a:lnTo>
                <a:lnTo>
                  <a:pt x="120771" y="288830"/>
                </a:lnTo>
                <a:lnTo>
                  <a:pt x="7344" y="234842"/>
                </a:lnTo>
                <a:lnTo>
                  <a:pt x="4896" y="233209"/>
                </a:lnTo>
                <a:lnTo>
                  <a:pt x="2798" y="231227"/>
                </a:lnTo>
                <a:lnTo>
                  <a:pt x="1282" y="228895"/>
                </a:lnTo>
                <a:lnTo>
                  <a:pt x="349" y="226213"/>
                </a:lnTo>
                <a:lnTo>
                  <a:pt x="0" y="223298"/>
                </a:lnTo>
                <a:lnTo>
                  <a:pt x="233" y="220499"/>
                </a:lnTo>
                <a:lnTo>
                  <a:pt x="1165" y="217701"/>
                </a:lnTo>
                <a:lnTo>
                  <a:pt x="2681" y="215252"/>
                </a:lnTo>
                <a:lnTo>
                  <a:pt x="4779" y="213270"/>
                </a:lnTo>
                <a:lnTo>
                  <a:pt x="7227" y="211754"/>
                </a:lnTo>
                <a:lnTo>
                  <a:pt x="437971" y="583"/>
                </a:lnTo>
                <a:lnTo>
                  <a:pt x="439603" y="117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noAutofit/>
          </a:bodyPr>
          <a:lstStyle/>
          <a:p>
            <a:pPr lvl="0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25" name="Freeform 6"/>
          <p:cNvSpPr/>
          <p:nvPr/>
        </p:nvSpPr>
        <p:spPr>
          <a:xfrm rot="10800000" flipH="1" flipV="1">
            <a:off x="461886" y="3136838"/>
            <a:ext cx="172500" cy="152938"/>
          </a:xfrm>
          <a:custGeom>
            <a:avLst/>
            <a:gdLst>
              <a:gd name="T0" fmla="*/ 2689 w 3491"/>
              <a:gd name="T1" fmla="*/ 15 h 3097"/>
              <a:gd name="T2" fmla="*/ 2963 w 3491"/>
              <a:gd name="T3" fmla="*/ 108 h 3097"/>
              <a:gd name="T4" fmla="*/ 3204 w 3491"/>
              <a:gd name="T5" fmla="*/ 281 h 3097"/>
              <a:gd name="T6" fmla="*/ 3382 w 3491"/>
              <a:gd name="T7" fmla="*/ 518 h 3097"/>
              <a:gd name="T8" fmla="*/ 3475 w 3491"/>
              <a:gd name="T9" fmla="*/ 786 h 3097"/>
              <a:gd name="T10" fmla="*/ 3486 w 3491"/>
              <a:gd name="T11" fmla="*/ 1066 h 3097"/>
              <a:gd name="T12" fmla="*/ 3413 w 3491"/>
              <a:gd name="T13" fmla="*/ 1339 h 3097"/>
              <a:gd name="T14" fmla="*/ 3256 w 3491"/>
              <a:gd name="T15" fmla="*/ 1586 h 3097"/>
              <a:gd name="T16" fmla="*/ 1965 w 3491"/>
              <a:gd name="T17" fmla="*/ 2838 h 3097"/>
              <a:gd name="T18" fmla="*/ 1873 w 3491"/>
              <a:gd name="T19" fmla="*/ 2828 h 3097"/>
              <a:gd name="T20" fmla="*/ 1821 w 3491"/>
              <a:gd name="T21" fmla="*/ 2749 h 3097"/>
              <a:gd name="T22" fmla="*/ 1853 w 3491"/>
              <a:gd name="T23" fmla="*/ 2662 h 3097"/>
              <a:gd name="T24" fmla="*/ 3153 w 3491"/>
              <a:gd name="T25" fmla="*/ 1355 h 3097"/>
              <a:gd name="T26" fmla="*/ 3242 w 3491"/>
              <a:gd name="T27" fmla="*/ 1126 h 3097"/>
              <a:gd name="T28" fmla="*/ 3253 w 3491"/>
              <a:gd name="T29" fmla="*/ 885 h 3097"/>
              <a:gd name="T30" fmla="*/ 3183 w 3491"/>
              <a:gd name="T31" fmla="*/ 653 h 3097"/>
              <a:gd name="T32" fmla="*/ 3035 w 3491"/>
              <a:gd name="T33" fmla="*/ 448 h 3097"/>
              <a:gd name="T34" fmla="*/ 2825 w 3491"/>
              <a:gd name="T35" fmla="*/ 301 h 3097"/>
              <a:gd name="T36" fmla="*/ 2586 w 3491"/>
              <a:gd name="T37" fmla="*/ 234 h 3097"/>
              <a:gd name="T38" fmla="*/ 2340 w 3491"/>
              <a:gd name="T39" fmla="*/ 243 h 3097"/>
              <a:gd name="T40" fmla="*/ 2108 w 3491"/>
              <a:gd name="T41" fmla="*/ 331 h 3097"/>
              <a:gd name="T42" fmla="*/ 378 w 3491"/>
              <a:gd name="T43" fmla="*/ 1972 h 3097"/>
              <a:gd name="T44" fmla="*/ 258 w 3491"/>
              <a:gd name="T45" fmla="*/ 2149 h 3097"/>
              <a:gd name="T46" fmla="*/ 218 w 3491"/>
              <a:gd name="T47" fmla="*/ 2350 h 3097"/>
              <a:gd name="T48" fmla="*/ 258 w 3491"/>
              <a:gd name="T49" fmla="*/ 2551 h 3097"/>
              <a:gd name="T50" fmla="*/ 378 w 3491"/>
              <a:gd name="T51" fmla="*/ 2728 h 3097"/>
              <a:gd name="T52" fmla="*/ 558 w 3491"/>
              <a:gd name="T53" fmla="*/ 2846 h 3097"/>
              <a:gd name="T54" fmla="*/ 763 w 3491"/>
              <a:gd name="T55" fmla="*/ 2885 h 3097"/>
              <a:gd name="T56" fmla="*/ 968 w 3491"/>
              <a:gd name="T57" fmla="*/ 2846 h 3097"/>
              <a:gd name="T58" fmla="*/ 1149 w 3491"/>
              <a:gd name="T59" fmla="*/ 2728 h 3097"/>
              <a:gd name="T60" fmla="*/ 2809 w 3491"/>
              <a:gd name="T61" fmla="*/ 1091 h 3097"/>
              <a:gd name="T62" fmla="*/ 2837 w 3491"/>
              <a:gd name="T63" fmla="*/ 942 h 3097"/>
              <a:gd name="T64" fmla="*/ 2791 w 3491"/>
              <a:gd name="T65" fmla="*/ 797 h 3097"/>
              <a:gd name="T66" fmla="*/ 2677 w 3491"/>
              <a:gd name="T67" fmla="*/ 685 h 3097"/>
              <a:gd name="T68" fmla="*/ 2528 w 3491"/>
              <a:gd name="T69" fmla="*/ 641 h 3097"/>
              <a:gd name="T70" fmla="*/ 2377 w 3491"/>
              <a:gd name="T71" fmla="*/ 668 h 3097"/>
              <a:gd name="T72" fmla="*/ 1082 w 3491"/>
              <a:gd name="T73" fmla="*/ 1906 h 3097"/>
              <a:gd name="T74" fmla="*/ 992 w 3491"/>
              <a:gd name="T75" fmla="*/ 1937 h 3097"/>
              <a:gd name="T76" fmla="*/ 911 w 3491"/>
              <a:gd name="T77" fmla="*/ 1887 h 3097"/>
              <a:gd name="T78" fmla="*/ 900 w 3491"/>
              <a:gd name="T79" fmla="*/ 1796 h 3097"/>
              <a:gd name="T80" fmla="*/ 2165 w 3491"/>
              <a:gd name="T81" fmla="*/ 546 h 3097"/>
              <a:gd name="T82" fmla="*/ 2354 w 3491"/>
              <a:gd name="T83" fmla="*/ 449 h 3097"/>
              <a:gd name="T84" fmla="*/ 2562 w 3491"/>
              <a:gd name="T85" fmla="*/ 429 h 3097"/>
              <a:gd name="T86" fmla="*/ 2763 w 3491"/>
              <a:gd name="T87" fmla="*/ 488 h 3097"/>
              <a:gd name="T88" fmla="*/ 2932 w 3491"/>
              <a:gd name="T89" fmla="*/ 623 h 3097"/>
              <a:gd name="T90" fmla="*/ 3032 w 3491"/>
              <a:gd name="T91" fmla="*/ 809 h 3097"/>
              <a:gd name="T92" fmla="*/ 3053 w 3491"/>
              <a:gd name="T93" fmla="*/ 1012 h 3097"/>
              <a:gd name="T94" fmla="*/ 2993 w 3491"/>
              <a:gd name="T95" fmla="*/ 1209 h 3097"/>
              <a:gd name="T96" fmla="*/ 1303 w 3491"/>
              <a:gd name="T97" fmla="*/ 2879 h 3097"/>
              <a:gd name="T98" fmla="*/ 1094 w 3491"/>
              <a:gd name="T99" fmla="*/ 3025 h 3097"/>
              <a:gd name="T100" fmla="*/ 855 w 3491"/>
              <a:gd name="T101" fmla="*/ 3092 h 3097"/>
              <a:gd name="T102" fmla="*/ 609 w 3491"/>
              <a:gd name="T103" fmla="*/ 3083 h 3097"/>
              <a:gd name="T104" fmla="*/ 377 w 3491"/>
              <a:gd name="T105" fmla="*/ 2995 h 3097"/>
              <a:gd name="T106" fmla="*/ 178 w 3491"/>
              <a:gd name="T107" fmla="*/ 2832 h 3097"/>
              <a:gd name="T108" fmla="*/ 51 w 3491"/>
              <a:gd name="T109" fmla="*/ 2617 h 3097"/>
              <a:gd name="T110" fmla="*/ 0 w 3491"/>
              <a:gd name="T111" fmla="*/ 2381 h 3097"/>
              <a:gd name="T112" fmla="*/ 30 w 3491"/>
              <a:gd name="T113" fmla="*/ 2141 h 3097"/>
              <a:gd name="T114" fmla="*/ 139 w 3491"/>
              <a:gd name="T115" fmla="*/ 1920 h 3097"/>
              <a:gd name="T116" fmla="*/ 1872 w 3491"/>
              <a:gd name="T117" fmla="*/ 230 h 3097"/>
              <a:gd name="T118" fmla="*/ 2123 w 3491"/>
              <a:gd name="T119" fmla="*/ 76 h 3097"/>
              <a:gd name="T120" fmla="*/ 2402 w 3491"/>
              <a:gd name="T121" fmla="*/ 5 h 30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3491" h="3097">
                <a:moveTo>
                  <a:pt x="2474" y="0"/>
                </a:moveTo>
                <a:lnTo>
                  <a:pt x="2546" y="0"/>
                </a:lnTo>
                <a:lnTo>
                  <a:pt x="2618" y="5"/>
                </a:lnTo>
                <a:lnTo>
                  <a:pt x="2689" y="15"/>
                </a:lnTo>
                <a:lnTo>
                  <a:pt x="2758" y="31"/>
                </a:lnTo>
                <a:lnTo>
                  <a:pt x="2828" y="51"/>
                </a:lnTo>
                <a:lnTo>
                  <a:pt x="2896" y="76"/>
                </a:lnTo>
                <a:lnTo>
                  <a:pt x="2963" y="108"/>
                </a:lnTo>
                <a:lnTo>
                  <a:pt x="3026" y="143"/>
                </a:lnTo>
                <a:lnTo>
                  <a:pt x="3088" y="183"/>
                </a:lnTo>
                <a:lnTo>
                  <a:pt x="3147" y="230"/>
                </a:lnTo>
                <a:lnTo>
                  <a:pt x="3204" y="281"/>
                </a:lnTo>
                <a:lnTo>
                  <a:pt x="3256" y="336"/>
                </a:lnTo>
                <a:lnTo>
                  <a:pt x="3303" y="394"/>
                </a:lnTo>
                <a:lnTo>
                  <a:pt x="3345" y="455"/>
                </a:lnTo>
                <a:lnTo>
                  <a:pt x="3382" y="518"/>
                </a:lnTo>
                <a:lnTo>
                  <a:pt x="3413" y="582"/>
                </a:lnTo>
                <a:lnTo>
                  <a:pt x="3439" y="650"/>
                </a:lnTo>
                <a:lnTo>
                  <a:pt x="3460" y="717"/>
                </a:lnTo>
                <a:lnTo>
                  <a:pt x="3475" y="786"/>
                </a:lnTo>
                <a:lnTo>
                  <a:pt x="3486" y="856"/>
                </a:lnTo>
                <a:lnTo>
                  <a:pt x="3491" y="926"/>
                </a:lnTo>
                <a:lnTo>
                  <a:pt x="3491" y="996"/>
                </a:lnTo>
                <a:lnTo>
                  <a:pt x="3486" y="1066"/>
                </a:lnTo>
                <a:lnTo>
                  <a:pt x="3475" y="1136"/>
                </a:lnTo>
                <a:lnTo>
                  <a:pt x="3460" y="1205"/>
                </a:lnTo>
                <a:lnTo>
                  <a:pt x="3439" y="1273"/>
                </a:lnTo>
                <a:lnTo>
                  <a:pt x="3413" y="1339"/>
                </a:lnTo>
                <a:lnTo>
                  <a:pt x="3382" y="1404"/>
                </a:lnTo>
                <a:lnTo>
                  <a:pt x="3345" y="1467"/>
                </a:lnTo>
                <a:lnTo>
                  <a:pt x="3303" y="1528"/>
                </a:lnTo>
                <a:lnTo>
                  <a:pt x="3256" y="1586"/>
                </a:lnTo>
                <a:lnTo>
                  <a:pt x="3204" y="1641"/>
                </a:lnTo>
                <a:lnTo>
                  <a:pt x="2007" y="2813"/>
                </a:lnTo>
                <a:lnTo>
                  <a:pt x="1988" y="2828"/>
                </a:lnTo>
                <a:lnTo>
                  <a:pt x="1965" y="2838"/>
                </a:lnTo>
                <a:lnTo>
                  <a:pt x="1942" y="2844"/>
                </a:lnTo>
                <a:lnTo>
                  <a:pt x="1918" y="2844"/>
                </a:lnTo>
                <a:lnTo>
                  <a:pt x="1894" y="2838"/>
                </a:lnTo>
                <a:lnTo>
                  <a:pt x="1873" y="2828"/>
                </a:lnTo>
                <a:lnTo>
                  <a:pt x="1853" y="2813"/>
                </a:lnTo>
                <a:lnTo>
                  <a:pt x="1837" y="2793"/>
                </a:lnTo>
                <a:lnTo>
                  <a:pt x="1827" y="2772"/>
                </a:lnTo>
                <a:lnTo>
                  <a:pt x="1821" y="2749"/>
                </a:lnTo>
                <a:lnTo>
                  <a:pt x="1821" y="2726"/>
                </a:lnTo>
                <a:lnTo>
                  <a:pt x="1827" y="2703"/>
                </a:lnTo>
                <a:lnTo>
                  <a:pt x="1837" y="2681"/>
                </a:lnTo>
                <a:lnTo>
                  <a:pt x="1853" y="2662"/>
                </a:lnTo>
                <a:lnTo>
                  <a:pt x="3035" y="1505"/>
                </a:lnTo>
                <a:lnTo>
                  <a:pt x="3079" y="1458"/>
                </a:lnTo>
                <a:lnTo>
                  <a:pt x="3118" y="1407"/>
                </a:lnTo>
                <a:lnTo>
                  <a:pt x="3153" y="1355"/>
                </a:lnTo>
                <a:lnTo>
                  <a:pt x="3183" y="1300"/>
                </a:lnTo>
                <a:lnTo>
                  <a:pt x="3208" y="1243"/>
                </a:lnTo>
                <a:lnTo>
                  <a:pt x="3228" y="1185"/>
                </a:lnTo>
                <a:lnTo>
                  <a:pt x="3242" y="1126"/>
                </a:lnTo>
                <a:lnTo>
                  <a:pt x="3253" y="1066"/>
                </a:lnTo>
                <a:lnTo>
                  <a:pt x="3257" y="1006"/>
                </a:lnTo>
                <a:lnTo>
                  <a:pt x="3257" y="946"/>
                </a:lnTo>
                <a:lnTo>
                  <a:pt x="3253" y="885"/>
                </a:lnTo>
                <a:lnTo>
                  <a:pt x="3242" y="826"/>
                </a:lnTo>
                <a:lnTo>
                  <a:pt x="3228" y="766"/>
                </a:lnTo>
                <a:lnTo>
                  <a:pt x="3208" y="709"/>
                </a:lnTo>
                <a:lnTo>
                  <a:pt x="3183" y="653"/>
                </a:lnTo>
                <a:lnTo>
                  <a:pt x="3153" y="598"/>
                </a:lnTo>
                <a:lnTo>
                  <a:pt x="3118" y="545"/>
                </a:lnTo>
                <a:lnTo>
                  <a:pt x="3079" y="495"/>
                </a:lnTo>
                <a:lnTo>
                  <a:pt x="3035" y="448"/>
                </a:lnTo>
                <a:lnTo>
                  <a:pt x="2985" y="403"/>
                </a:lnTo>
                <a:lnTo>
                  <a:pt x="2935" y="364"/>
                </a:lnTo>
                <a:lnTo>
                  <a:pt x="2881" y="331"/>
                </a:lnTo>
                <a:lnTo>
                  <a:pt x="2825" y="301"/>
                </a:lnTo>
                <a:lnTo>
                  <a:pt x="2767" y="277"/>
                </a:lnTo>
                <a:lnTo>
                  <a:pt x="2708" y="258"/>
                </a:lnTo>
                <a:lnTo>
                  <a:pt x="2648" y="243"/>
                </a:lnTo>
                <a:lnTo>
                  <a:pt x="2586" y="234"/>
                </a:lnTo>
                <a:lnTo>
                  <a:pt x="2525" y="229"/>
                </a:lnTo>
                <a:lnTo>
                  <a:pt x="2464" y="229"/>
                </a:lnTo>
                <a:lnTo>
                  <a:pt x="2402" y="234"/>
                </a:lnTo>
                <a:lnTo>
                  <a:pt x="2340" y="243"/>
                </a:lnTo>
                <a:lnTo>
                  <a:pt x="2280" y="258"/>
                </a:lnTo>
                <a:lnTo>
                  <a:pt x="2221" y="277"/>
                </a:lnTo>
                <a:lnTo>
                  <a:pt x="2164" y="301"/>
                </a:lnTo>
                <a:lnTo>
                  <a:pt x="2108" y="331"/>
                </a:lnTo>
                <a:lnTo>
                  <a:pt x="2055" y="364"/>
                </a:lnTo>
                <a:lnTo>
                  <a:pt x="2003" y="403"/>
                </a:lnTo>
                <a:lnTo>
                  <a:pt x="1955" y="448"/>
                </a:lnTo>
                <a:lnTo>
                  <a:pt x="378" y="1972"/>
                </a:lnTo>
                <a:lnTo>
                  <a:pt x="341" y="2013"/>
                </a:lnTo>
                <a:lnTo>
                  <a:pt x="307" y="2057"/>
                </a:lnTo>
                <a:lnTo>
                  <a:pt x="280" y="2102"/>
                </a:lnTo>
                <a:lnTo>
                  <a:pt x="258" y="2149"/>
                </a:lnTo>
                <a:lnTo>
                  <a:pt x="241" y="2199"/>
                </a:lnTo>
                <a:lnTo>
                  <a:pt x="228" y="2248"/>
                </a:lnTo>
                <a:lnTo>
                  <a:pt x="220" y="2299"/>
                </a:lnTo>
                <a:lnTo>
                  <a:pt x="218" y="2350"/>
                </a:lnTo>
                <a:lnTo>
                  <a:pt x="220" y="2402"/>
                </a:lnTo>
                <a:lnTo>
                  <a:pt x="228" y="2452"/>
                </a:lnTo>
                <a:lnTo>
                  <a:pt x="241" y="2503"/>
                </a:lnTo>
                <a:lnTo>
                  <a:pt x="258" y="2551"/>
                </a:lnTo>
                <a:lnTo>
                  <a:pt x="280" y="2599"/>
                </a:lnTo>
                <a:lnTo>
                  <a:pt x="307" y="2644"/>
                </a:lnTo>
                <a:lnTo>
                  <a:pt x="341" y="2687"/>
                </a:lnTo>
                <a:lnTo>
                  <a:pt x="378" y="2728"/>
                </a:lnTo>
                <a:lnTo>
                  <a:pt x="419" y="2765"/>
                </a:lnTo>
                <a:lnTo>
                  <a:pt x="463" y="2796"/>
                </a:lnTo>
                <a:lnTo>
                  <a:pt x="509" y="2824"/>
                </a:lnTo>
                <a:lnTo>
                  <a:pt x="558" y="2846"/>
                </a:lnTo>
                <a:lnTo>
                  <a:pt x="608" y="2863"/>
                </a:lnTo>
                <a:lnTo>
                  <a:pt x="660" y="2874"/>
                </a:lnTo>
                <a:lnTo>
                  <a:pt x="711" y="2882"/>
                </a:lnTo>
                <a:lnTo>
                  <a:pt x="763" y="2885"/>
                </a:lnTo>
                <a:lnTo>
                  <a:pt x="816" y="2882"/>
                </a:lnTo>
                <a:lnTo>
                  <a:pt x="867" y="2874"/>
                </a:lnTo>
                <a:lnTo>
                  <a:pt x="919" y="2863"/>
                </a:lnTo>
                <a:lnTo>
                  <a:pt x="968" y="2846"/>
                </a:lnTo>
                <a:lnTo>
                  <a:pt x="1018" y="2824"/>
                </a:lnTo>
                <a:lnTo>
                  <a:pt x="1064" y="2796"/>
                </a:lnTo>
                <a:lnTo>
                  <a:pt x="1108" y="2765"/>
                </a:lnTo>
                <a:lnTo>
                  <a:pt x="1149" y="2728"/>
                </a:lnTo>
                <a:lnTo>
                  <a:pt x="2741" y="1187"/>
                </a:lnTo>
                <a:lnTo>
                  <a:pt x="2768" y="1158"/>
                </a:lnTo>
                <a:lnTo>
                  <a:pt x="2791" y="1125"/>
                </a:lnTo>
                <a:lnTo>
                  <a:pt x="2809" y="1091"/>
                </a:lnTo>
                <a:lnTo>
                  <a:pt x="2823" y="1055"/>
                </a:lnTo>
                <a:lnTo>
                  <a:pt x="2831" y="1018"/>
                </a:lnTo>
                <a:lnTo>
                  <a:pt x="2837" y="980"/>
                </a:lnTo>
                <a:lnTo>
                  <a:pt x="2837" y="942"/>
                </a:lnTo>
                <a:lnTo>
                  <a:pt x="2831" y="904"/>
                </a:lnTo>
                <a:lnTo>
                  <a:pt x="2823" y="867"/>
                </a:lnTo>
                <a:lnTo>
                  <a:pt x="2809" y="832"/>
                </a:lnTo>
                <a:lnTo>
                  <a:pt x="2791" y="797"/>
                </a:lnTo>
                <a:lnTo>
                  <a:pt x="2768" y="764"/>
                </a:lnTo>
                <a:lnTo>
                  <a:pt x="2741" y="734"/>
                </a:lnTo>
                <a:lnTo>
                  <a:pt x="2710" y="707"/>
                </a:lnTo>
                <a:lnTo>
                  <a:pt x="2677" y="685"/>
                </a:lnTo>
                <a:lnTo>
                  <a:pt x="2642" y="668"/>
                </a:lnTo>
                <a:lnTo>
                  <a:pt x="2605" y="654"/>
                </a:lnTo>
                <a:lnTo>
                  <a:pt x="2567" y="645"/>
                </a:lnTo>
                <a:lnTo>
                  <a:pt x="2528" y="641"/>
                </a:lnTo>
                <a:lnTo>
                  <a:pt x="2490" y="641"/>
                </a:lnTo>
                <a:lnTo>
                  <a:pt x="2452" y="645"/>
                </a:lnTo>
                <a:lnTo>
                  <a:pt x="2415" y="654"/>
                </a:lnTo>
                <a:lnTo>
                  <a:pt x="2377" y="668"/>
                </a:lnTo>
                <a:lnTo>
                  <a:pt x="2343" y="685"/>
                </a:lnTo>
                <a:lnTo>
                  <a:pt x="2309" y="707"/>
                </a:lnTo>
                <a:lnTo>
                  <a:pt x="2278" y="734"/>
                </a:lnTo>
                <a:lnTo>
                  <a:pt x="1082" y="1906"/>
                </a:lnTo>
                <a:lnTo>
                  <a:pt x="1062" y="1922"/>
                </a:lnTo>
                <a:lnTo>
                  <a:pt x="1040" y="1931"/>
                </a:lnTo>
                <a:lnTo>
                  <a:pt x="1017" y="1937"/>
                </a:lnTo>
                <a:lnTo>
                  <a:pt x="992" y="1937"/>
                </a:lnTo>
                <a:lnTo>
                  <a:pt x="969" y="1931"/>
                </a:lnTo>
                <a:lnTo>
                  <a:pt x="947" y="1922"/>
                </a:lnTo>
                <a:lnTo>
                  <a:pt x="927" y="1906"/>
                </a:lnTo>
                <a:lnTo>
                  <a:pt x="911" y="1887"/>
                </a:lnTo>
                <a:lnTo>
                  <a:pt x="900" y="1865"/>
                </a:lnTo>
                <a:lnTo>
                  <a:pt x="896" y="1842"/>
                </a:lnTo>
                <a:lnTo>
                  <a:pt x="896" y="1819"/>
                </a:lnTo>
                <a:lnTo>
                  <a:pt x="900" y="1796"/>
                </a:lnTo>
                <a:lnTo>
                  <a:pt x="911" y="1775"/>
                </a:lnTo>
                <a:lnTo>
                  <a:pt x="927" y="1755"/>
                </a:lnTo>
                <a:lnTo>
                  <a:pt x="2123" y="583"/>
                </a:lnTo>
                <a:lnTo>
                  <a:pt x="2165" y="546"/>
                </a:lnTo>
                <a:lnTo>
                  <a:pt x="2209" y="515"/>
                </a:lnTo>
                <a:lnTo>
                  <a:pt x="2255" y="488"/>
                </a:lnTo>
                <a:lnTo>
                  <a:pt x="2304" y="465"/>
                </a:lnTo>
                <a:lnTo>
                  <a:pt x="2354" y="449"/>
                </a:lnTo>
                <a:lnTo>
                  <a:pt x="2405" y="436"/>
                </a:lnTo>
                <a:lnTo>
                  <a:pt x="2457" y="429"/>
                </a:lnTo>
                <a:lnTo>
                  <a:pt x="2509" y="427"/>
                </a:lnTo>
                <a:lnTo>
                  <a:pt x="2562" y="429"/>
                </a:lnTo>
                <a:lnTo>
                  <a:pt x="2613" y="436"/>
                </a:lnTo>
                <a:lnTo>
                  <a:pt x="2665" y="449"/>
                </a:lnTo>
                <a:lnTo>
                  <a:pt x="2714" y="465"/>
                </a:lnTo>
                <a:lnTo>
                  <a:pt x="2763" y="488"/>
                </a:lnTo>
                <a:lnTo>
                  <a:pt x="2810" y="515"/>
                </a:lnTo>
                <a:lnTo>
                  <a:pt x="2854" y="546"/>
                </a:lnTo>
                <a:lnTo>
                  <a:pt x="2895" y="583"/>
                </a:lnTo>
                <a:lnTo>
                  <a:pt x="2932" y="623"/>
                </a:lnTo>
                <a:lnTo>
                  <a:pt x="2965" y="666"/>
                </a:lnTo>
                <a:lnTo>
                  <a:pt x="2993" y="713"/>
                </a:lnTo>
                <a:lnTo>
                  <a:pt x="3015" y="760"/>
                </a:lnTo>
                <a:lnTo>
                  <a:pt x="3032" y="809"/>
                </a:lnTo>
                <a:lnTo>
                  <a:pt x="3045" y="859"/>
                </a:lnTo>
                <a:lnTo>
                  <a:pt x="3053" y="910"/>
                </a:lnTo>
                <a:lnTo>
                  <a:pt x="3055" y="961"/>
                </a:lnTo>
                <a:lnTo>
                  <a:pt x="3053" y="1012"/>
                </a:lnTo>
                <a:lnTo>
                  <a:pt x="3045" y="1063"/>
                </a:lnTo>
                <a:lnTo>
                  <a:pt x="3032" y="1113"/>
                </a:lnTo>
                <a:lnTo>
                  <a:pt x="3015" y="1162"/>
                </a:lnTo>
                <a:lnTo>
                  <a:pt x="2993" y="1209"/>
                </a:lnTo>
                <a:lnTo>
                  <a:pt x="2965" y="1255"/>
                </a:lnTo>
                <a:lnTo>
                  <a:pt x="2932" y="1298"/>
                </a:lnTo>
                <a:lnTo>
                  <a:pt x="2895" y="1339"/>
                </a:lnTo>
                <a:lnTo>
                  <a:pt x="1303" y="2879"/>
                </a:lnTo>
                <a:lnTo>
                  <a:pt x="1255" y="2923"/>
                </a:lnTo>
                <a:lnTo>
                  <a:pt x="1203" y="2962"/>
                </a:lnTo>
                <a:lnTo>
                  <a:pt x="1150" y="2995"/>
                </a:lnTo>
                <a:lnTo>
                  <a:pt x="1094" y="3025"/>
                </a:lnTo>
                <a:lnTo>
                  <a:pt x="1036" y="3049"/>
                </a:lnTo>
                <a:lnTo>
                  <a:pt x="977" y="3068"/>
                </a:lnTo>
                <a:lnTo>
                  <a:pt x="917" y="3083"/>
                </a:lnTo>
                <a:lnTo>
                  <a:pt x="855" y="3092"/>
                </a:lnTo>
                <a:lnTo>
                  <a:pt x="794" y="3097"/>
                </a:lnTo>
                <a:lnTo>
                  <a:pt x="733" y="3097"/>
                </a:lnTo>
                <a:lnTo>
                  <a:pt x="671" y="3092"/>
                </a:lnTo>
                <a:lnTo>
                  <a:pt x="609" y="3083"/>
                </a:lnTo>
                <a:lnTo>
                  <a:pt x="549" y="3068"/>
                </a:lnTo>
                <a:lnTo>
                  <a:pt x="490" y="3049"/>
                </a:lnTo>
                <a:lnTo>
                  <a:pt x="433" y="3025"/>
                </a:lnTo>
                <a:lnTo>
                  <a:pt x="377" y="2995"/>
                </a:lnTo>
                <a:lnTo>
                  <a:pt x="323" y="2962"/>
                </a:lnTo>
                <a:lnTo>
                  <a:pt x="272" y="2923"/>
                </a:lnTo>
                <a:lnTo>
                  <a:pt x="224" y="2879"/>
                </a:lnTo>
                <a:lnTo>
                  <a:pt x="178" y="2832"/>
                </a:lnTo>
                <a:lnTo>
                  <a:pt x="139" y="2782"/>
                </a:lnTo>
                <a:lnTo>
                  <a:pt x="104" y="2729"/>
                </a:lnTo>
                <a:lnTo>
                  <a:pt x="75" y="2674"/>
                </a:lnTo>
                <a:lnTo>
                  <a:pt x="51" y="2617"/>
                </a:lnTo>
                <a:lnTo>
                  <a:pt x="30" y="2560"/>
                </a:lnTo>
                <a:lnTo>
                  <a:pt x="15" y="2501"/>
                </a:lnTo>
                <a:lnTo>
                  <a:pt x="5" y="2441"/>
                </a:lnTo>
                <a:lnTo>
                  <a:pt x="0" y="2381"/>
                </a:lnTo>
                <a:lnTo>
                  <a:pt x="0" y="2321"/>
                </a:lnTo>
                <a:lnTo>
                  <a:pt x="5" y="2260"/>
                </a:lnTo>
                <a:lnTo>
                  <a:pt x="15" y="2200"/>
                </a:lnTo>
                <a:lnTo>
                  <a:pt x="30" y="2141"/>
                </a:lnTo>
                <a:lnTo>
                  <a:pt x="51" y="2083"/>
                </a:lnTo>
                <a:lnTo>
                  <a:pt x="75" y="2027"/>
                </a:lnTo>
                <a:lnTo>
                  <a:pt x="104" y="1972"/>
                </a:lnTo>
                <a:lnTo>
                  <a:pt x="139" y="1920"/>
                </a:lnTo>
                <a:lnTo>
                  <a:pt x="178" y="1869"/>
                </a:lnTo>
                <a:lnTo>
                  <a:pt x="224" y="1822"/>
                </a:lnTo>
                <a:lnTo>
                  <a:pt x="1815" y="281"/>
                </a:lnTo>
                <a:lnTo>
                  <a:pt x="1872" y="230"/>
                </a:lnTo>
                <a:lnTo>
                  <a:pt x="1931" y="183"/>
                </a:lnTo>
                <a:lnTo>
                  <a:pt x="1992" y="143"/>
                </a:lnTo>
                <a:lnTo>
                  <a:pt x="2057" y="108"/>
                </a:lnTo>
                <a:lnTo>
                  <a:pt x="2123" y="76"/>
                </a:lnTo>
                <a:lnTo>
                  <a:pt x="2191" y="51"/>
                </a:lnTo>
                <a:lnTo>
                  <a:pt x="2261" y="31"/>
                </a:lnTo>
                <a:lnTo>
                  <a:pt x="2331" y="15"/>
                </a:lnTo>
                <a:lnTo>
                  <a:pt x="2402" y="5"/>
                </a:lnTo>
                <a:lnTo>
                  <a:pt x="2474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lvl="0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27" name="그룹 26"/>
          <p:cNvGrpSpPr/>
          <p:nvPr/>
        </p:nvGrpSpPr>
        <p:grpSpPr>
          <a:xfrm>
            <a:off x="393568" y="656552"/>
            <a:ext cx="323769" cy="323769"/>
            <a:chOff x="1593332" y="2172798"/>
            <a:chExt cx="1083168" cy="1083168"/>
          </a:xfrm>
        </p:grpSpPr>
        <p:sp>
          <p:nvSpPr>
            <p:cNvPr id="28" name="타원 27"/>
            <p:cNvSpPr/>
            <p:nvPr/>
          </p:nvSpPr>
          <p:spPr>
            <a:xfrm>
              <a:off x="1593332" y="2172798"/>
              <a:ext cx="1083168" cy="1083168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b="1">
                <a:solidFill>
                  <a:prstClr val="white"/>
                </a:solidFill>
              </a:endParaRPr>
            </a:p>
          </p:txBody>
        </p:sp>
        <p:pic>
          <p:nvPicPr>
            <p:cNvPr id="29" name="그림 28"/>
            <p:cNvPicPr>
              <a:picLocks noChangeAspect="1"/>
            </p:cNvPicPr>
            <p:nvPr/>
          </p:nvPicPr>
          <p:blipFill rotWithShape="1">
            <a:blip r:embed="rId2"/>
            <a:stretch>
              <a:fillRect/>
            </a:stretch>
          </p:blipFill>
          <p:spPr>
            <a:xfrm>
              <a:off x="1741655" y="2321121"/>
              <a:ext cx="786521" cy="786521"/>
            </a:xfrm>
            <a:prstGeom prst="rect">
              <a:avLst/>
            </a:prstGeom>
          </p:spPr>
        </p:pic>
      </p:grpSp>
      <p:sp>
        <p:nvSpPr>
          <p:cNvPr id="32" name="모서리가 둥근 직사각형 31"/>
          <p:cNvSpPr/>
          <p:nvPr/>
        </p:nvSpPr>
        <p:spPr>
          <a:xfrm>
            <a:off x="350136" y="1719059"/>
            <a:ext cx="396000" cy="396000"/>
          </a:xfrm>
          <a:prstGeom prst="roundRect">
            <a:avLst>
              <a:gd name="adj" fmla="val 16667"/>
            </a:avLst>
          </a:prstGeom>
          <a:solidFill>
            <a:srgbClr val="00D6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" anchor="ctr"/>
          <a:lstStyle/>
          <a:p>
            <a:pPr lvl="0">
              <a:defRPr/>
            </a:pPr>
            <a:endParaRPr lang="en-US" altLang="ko-KR" sz="1050">
              <a:solidFill>
                <a:prstClr val="white"/>
              </a:solidFill>
            </a:endParaRPr>
          </a:p>
        </p:txBody>
      </p:sp>
      <p:grpSp>
        <p:nvGrpSpPr>
          <p:cNvPr id="20" name="Group 12"/>
          <p:cNvGrpSpPr>
            <a:grpSpLocks noChangeAspect="1"/>
          </p:cNvGrpSpPr>
          <p:nvPr/>
        </p:nvGrpSpPr>
        <p:grpSpPr>
          <a:xfrm>
            <a:off x="433464" y="1832474"/>
            <a:ext cx="229344" cy="182438"/>
            <a:chOff x="6124" y="305"/>
            <a:chExt cx="841" cy="669"/>
          </a:xfrm>
          <a:solidFill>
            <a:schemeClr val="bg1"/>
          </a:solidFill>
        </p:grpSpPr>
        <p:sp>
          <p:nvSpPr>
            <p:cNvPr id="21" name="Freeform 13"/>
            <p:cNvSpPr/>
            <p:nvPr/>
          </p:nvSpPr>
          <p:spPr>
            <a:xfrm>
              <a:off x="6244" y="440"/>
              <a:ext cx="601" cy="534"/>
            </a:xfrm>
            <a:custGeom>
              <a:avLst/>
              <a:gdLst>
                <a:gd name="T0" fmla="*/ 902 w 1802"/>
                <a:gd name="T1" fmla="*/ 0 h 1602"/>
                <a:gd name="T2" fmla="*/ 2 w 1802"/>
                <a:gd name="T3" fmla="*/ 742 h 1602"/>
                <a:gd name="T4" fmla="*/ 2 w 1802"/>
                <a:gd name="T5" fmla="*/ 743 h 1602"/>
                <a:gd name="T6" fmla="*/ 2 w 1802"/>
                <a:gd name="T7" fmla="*/ 746 h 1602"/>
                <a:gd name="T8" fmla="*/ 0 w 1802"/>
                <a:gd name="T9" fmla="*/ 749 h 1602"/>
                <a:gd name="T10" fmla="*/ 0 w 1802"/>
                <a:gd name="T11" fmla="*/ 751 h 1602"/>
                <a:gd name="T12" fmla="*/ 0 w 1802"/>
                <a:gd name="T13" fmla="*/ 1501 h 1602"/>
                <a:gd name="T14" fmla="*/ 2 w 1802"/>
                <a:gd name="T15" fmla="*/ 1521 h 1602"/>
                <a:gd name="T16" fmla="*/ 16 w 1802"/>
                <a:gd name="T17" fmla="*/ 1557 h 1602"/>
                <a:gd name="T18" fmla="*/ 30 w 1802"/>
                <a:gd name="T19" fmla="*/ 1572 h 1602"/>
                <a:gd name="T20" fmla="*/ 45 w 1802"/>
                <a:gd name="T21" fmla="*/ 1586 h 1602"/>
                <a:gd name="T22" fmla="*/ 81 w 1802"/>
                <a:gd name="T23" fmla="*/ 1601 h 1602"/>
                <a:gd name="T24" fmla="*/ 100 w 1802"/>
                <a:gd name="T25" fmla="*/ 1602 h 1602"/>
                <a:gd name="T26" fmla="*/ 702 w 1802"/>
                <a:gd name="T27" fmla="*/ 1602 h 1602"/>
                <a:gd name="T28" fmla="*/ 702 w 1802"/>
                <a:gd name="T29" fmla="*/ 1001 h 1602"/>
                <a:gd name="T30" fmla="*/ 1102 w 1802"/>
                <a:gd name="T31" fmla="*/ 1001 h 1602"/>
                <a:gd name="T32" fmla="*/ 1102 w 1802"/>
                <a:gd name="T33" fmla="*/ 1602 h 1602"/>
                <a:gd name="T34" fmla="*/ 1703 w 1802"/>
                <a:gd name="T35" fmla="*/ 1602 h 1602"/>
                <a:gd name="T36" fmla="*/ 1723 w 1802"/>
                <a:gd name="T37" fmla="*/ 1601 h 1602"/>
                <a:gd name="T38" fmla="*/ 1758 w 1802"/>
                <a:gd name="T39" fmla="*/ 1586 h 1602"/>
                <a:gd name="T40" fmla="*/ 1773 w 1802"/>
                <a:gd name="T41" fmla="*/ 1572 h 1602"/>
                <a:gd name="T42" fmla="*/ 1786 w 1802"/>
                <a:gd name="T43" fmla="*/ 1557 h 1602"/>
                <a:gd name="T44" fmla="*/ 1802 w 1802"/>
                <a:gd name="T45" fmla="*/ 1521 h 1602"/>
                <a:gd name="T46" fmla="*/ 1802 w 1802"/>
                <a:gd name="T47" fmla="*/ 1501 h 1602"/>
                <a:gd name="T48" fmla="*/ 1802 w 1802"/>
                <a:gd name="T49" fmla="*/ 751 h 1602"/>
                <a:gd name="T50" fmla="*/ 1802 w 1802"/>
                <a:gd name="T51" fmla="*/ 745 h 1602"/>
                <a:gd name="T52" fmla="*/ 1801 w 1802"/>
                <a:gd name="T53" fmla="*/ 742 h 1602"/>
                <a:gd name="T54" fmla="*/ 902 w 1802"/>
                <a:gd name="T55" fmla="*/ 0 h 1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802" h="1602">
                  <a:moveTo>
                    <a:pt x="902" y="0"/>
                  </a:moveTo>
                  <a:lnTo>
                    <a:pt x="2" y="742"/>
                  </a:lnTo>
                  <a:lnTo>
                    <a:pt x="2" y="743"/>
                  </a:lnTo>
                  <a:lnTo>
                    <a:pt x="2" y="746"/>
                  </a:lnTo>
                  <a:lnTo>
                    <a:pt x="0" y="749"/>
                  </a:lnTo>
                  <a:lnTo>
                    <a:pt x="0" y="751"/>
                  </a:lnTo>
                  <a:lnTo>
                    <a:pt x="0" y="1501"/>
                  </a:lnTo>
                  <a:lnTo>
                    <a:pt x="2" y="1521"/>
                  </a:lnTo>
                  <a:lnTo>
                    <a:pt x="16" y="1557"/>
                  </a:lnTo>
                  <a:lnTo>
                    <a:pt x="30" y="1572"/>
                  </a:lnTo>
                  <a:lnTo>
                    <a:pt x="45" y="1586"/>
                  </a:lnTo>
                  <a:lnTo>
                    <a:pt x="81" y="1601"/>
                  </a:lnTo>
                  <a:lnTo>
                    <a:pt x="100" y="1602"/>
                  </a:lnTo>
                  <a:lnTo>
                    <a:pt x="702" y="1602"/>
                  </a:lnTo>
                  <a:lnTo>
                    <a:pt x="702" y="1001"/>
                  </a:lnTo>
                  <a:lnTo>
                    <a:pt x="1102" y="1001"/>
                  </a:lnTo>
                  <a:lnTo>
                    <a:pt x="1102" y="1602"/>
                  </a:lnTo>
                  <a:lnTo>
                    <a:pt x="1703" y="1602"/>
                  </a:lnTo>
                  <a:lnTo>
                    <a:pt x="1723" y="1601"/>
                  </a:lnTo>
                  <a:lnTo>
                    <a:pt x="1758" y="1586"/>
                  </a:lnTo>
                  <a:lnTo>
                    <a:pt x="1773" y="1572"/>
                  </a:lnTo>
                  <a:lnTo>
                    <a:pt x="1786" y="1557"/>
                  </a:lnTo>
                  <a:lnTo>
                    <a:pt x="1802" y="1521"/>
                  </a:lnTo>
                  <a:lnTo>
                    <a:pt x="1802" y="1501"/>
                  </a:lnTo>
                  <a:lnTo>
                    <a:pt x="1802" y="751"/>
                  </a:lnTo>
                  <a:lnTo>
                    <a:pt x="1802" y="745"/>
                  </a:lnTo>
                  <a:lnTo>
                    <a:pt x="1801" y="742"/>
                  </a:lnTo>
                  <a:lnTo>
                    <a:pt x="90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anchor="t" anchorCtr="0">
              <a:prstTxWarp prst="textNoShape">
                <a:avLst/>
              </a:prstTxWarp>
            </a:bodyPr>
            <a:lstStyle/>
            <a:p>
              <a:pPr lvl="0"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22" name="Freeform 14"/>
            <p:cNvSpPr/>
            <p:nvPr/>
          </p:nvSpPr>
          <p:spPr>
            <a:xfrm>
              <a:off x="6124" y="305"/>
              <a:ext cx="841" cy="394"/>
            </a:xfrm>
            <a:custGeom>
              <a:avLst/>
              <a:gdLst>
                <a:gd name="T0" fmla="*/ 2505 w 2522"/>
                <a:gd name="T1" fmla="*/ 978 h 1181"/>
                <a:gd name="T2" fmla="*/ 2162 w 2522"/>
                <a:gd name="T3" fmla="*/ 694 h 1181"/>
                <a:gd name="T4" fmla="*/ 2162 w 2522"/>
                <a:gd name="T5" fmla="*/ 54 h 1181"/>
                <a:gd name="T6" fmla="*/ 2162 w 2522"/>
                <a:gd name="T7" fmla="*/ 44 h 1181"/>
                <a:gd name="T8" fmla="*/ 2155 w 2522"/>
                <a:gd name="T9" fmla="*/ 26 h 1181"/>
                <a:gd name="T10" fmla="*/ 2149 w 2522"/>
                <a:gd name="T11" fmla="*/ 18 h 1181"/>
                <a:gd name="T12" fmla="*/ 2141 w 2522"/>
                <a:gd name="T13" fmla="*/ 13 h 1181"/>
                <a:gd name="T14" fmla="*/ 2123 w 2522"/>
                <a:gd name="T15" fmla="*/ 5 h 1181"/>
                <a:gd name="T16" fmla="*/ 2113 w 2522"/>
                <a:gd name="T17" fmla="*/ 5 h 1181"/>
                <a:gd name="T18" fmla="*/ 1812 w 2522"/>
                <a:gd name="T19" fmla="*/ 5 h 1181"/>
                <a:gd name="T20" fmla="*/ 1802 w 2522"/>
                <a:gd name="T21" fmla="*/ 5 h 1181"/>
                <a:gd name="T22" fmla="*/ 1783 w 2522"/>
                <a:gd name="T23" fmla="*/ 13 h 1181"/>
                <a:gd name="T24" fmla="*/ 1776 w 2522"/>
                <a:gd name="T25" fmla="*/ 18 h 1181"/>
                <a:gd name="T26" fmla="*/ 1770 w 2522"/>
                <a:gd name="T27" fmla="*/ 26 h 1181"/>
                <a:gd name="T28" fmla="*/ 1763 w 2522"/>
                <a:gd name="T29" fmla="*/ 44 h 1181"/>
                <a:gd name="T30" fmla="*/ 1762 w 2522"/>
                <a:gd name="T31" fmla="*/ 54 h 1181"/>
                <a:gd name="T32" fmla="*/ 1762 w 2522"/>
                <a:gd name="T33" fmla="*/ 360 h 1181"/>
                <a:gd name="T34" fmla="*/ 1380 w 2522"/>
                <a:gd name="T35" fmla="*/ 41 h 1181"/>
                <a:gd name="T36" fmla="*/ 1354 w 2522"/>
                <a:gd name="T37" fmla="*/ 23 h 1181"/>
                <a:gd name="T38" fmla="*/ 1295 w 2522"/>
                <a:gd name="T39" fmla="*/ 1 h 1181"/>
                <a:gd name="T40" fmla="*/ 1262 w 2522"/>
                <a:gd name="T41" fmla="*/ 0 h 1181"/>
                <a:gd name="T42" fmla="*/ 1227 w 2522"/>
                <a:gd name="T43" fmla="*/ 1 h 1181"/>
                <a:gd name="T44" fmla="*/ 1168 w 2522"/>
                <a:gd name="T45" fmla="*/ 23 h 1181"/>
                <a:gd name="T46" fmla="*/ 1142 w 2522"/>
                <a:gd name="T47" fmla="*/ 41 h 1181"/>
                <a:gd name="T48" fmla="*/ 17 w 2522"/>
                <a:gd name="T49" fmla="*/ 978 h 1181"/>
                <a:gd name="T50" fmla="*/ 10 w 2522"/>
                <a:gd name="T51" fmla="*/ 985 h 1181"/>
                <a:gd name="T52" fmla="*/ 1 w 2522"/>
                <a:gd name="T53" fmla="*/ 1001 h 1181"/>
                <a:gd name="T54" fmla="*/ 0 w 2522"/>
                <a:gd name="T55" fmla="*/ 1012 h 1181"/>
                <a:gd name="T56" fmla="*/ 0 w 2522"/>
                <a:gd name="T57" fmla="*/ 1023 h 1181"/>
                <a:gd name="T58" fmla="*/ 6 w 2522"/>
                <a:gd name="T59" fmla="*/ 1040 h 1181"/>
                <a:gd name="T60" fmla="*/ 12 w 2522"/>
                <a:gd name="T61" fmla="*/ 1048 h 1181"/>
                <a:gd name="T62" fmla="*/ 108 w 2522"/>
                <a:gd name="T63" fmla="*/ 1164 h 1181"/>
                <a:gd name="T64" fmla="*/ 122 w 2522"/>
                <a:gd name="T65" fmla="*/ 1177 h 1181"/>
                <a:gd name="T66" fmla="*/ 141 w 2522"/>
                <a:gd name="T67" fmla="*/ 1181 h 1181"/>
                <a:gd name="T68" fmla="*/ 160 w 2522"/>
                <a:gd name="T69" fmla="*/ 1181 h 1181"/>
                <a:gd name="T70" fmla="*/ 179 w 2522"/>
                <a:gd name="T71" fmla="*/ 1171 h 1181"/>
                <a:gd name="T72" fmla="*/ 1262 w 2522"/>
                <a:gd name="T73" fmla="*/ 268 h 1181"/>
                <a:gd name="T74" fmla="*/ 2344 w 2522"/>
                <a:gd name="T75" fmla="*/ 1171 h 1181"/>
                <a:gd name="T76" fmla="*/ 2358 w 2522"/>
                <a:gd name="T77" fmla="*/ 1180 h 1181"/>
                <a:gd name="T78" fmla="*/ 2377 w 2522"/>
                <a:gd name="T79" fmla="*/ 1181 h 1181"/>
                <a:gd name="T80" fmla="*/ 2383 w 2522"/>
                <a:gd name="T81" fmla="*/ 1181 h 1181"/>
                <a:gd name="T82" fmla="*/ 2401 w 2522"/>
                <a:gd name="T83" fmla="*/ 1177 h 1181"/>
                <a:gd name="T84" fmla="*/ 2414 w 2522"/>
                <a:gd name="T85" fmla="*/ 1164 h 1181"/>
                <a:gd name="T86" fmla="*/ 2512 w 2522"/>
                <a:gd name="T87" fmla="*/ 1048 h 1181"/>
                <a:gd name="T88" fmla="*/ 2518 w 2522"/>
                <a:gd name="T89" fmla="*/ 1040 h 1181"/>
                <a:gd name="T90" fmla="*/ 2522 w 2522"/>
                <a:gd name="T91" fmla="*/ 1023 h 1181"/>
                <a:gd name="T92" fmla="*/ 2522 w 2522"/>
                <a:gd name="T93" fmla="*/ 1012 h 1181"/>
                <a:gd name="T94" fmla="*/ 2521 w 2522"/>
                <a:gd name="T95" fmla="*/ 1001 h 1181"/>
                <a:gd name="T96" fmla="*/ 2512 w 2522"/>
                <a:gd name="T97" fmla="*/ 985 h 1181"/>
                <a:gd name="T98" fmla="*/ 2505 w 2522"/>
                <a:gd name="T99" fmla="*/ 978 h 1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22" h="1181">
                  <a:moveTo>
                    <a:pt x="2505" y="978"/>
                  </a:moveTo>
                  <a:lnTo>
                    <a:pt x="2162" y="694"/>
                  </a:lnTo>
                  <a:lnTo>
                    <a:pt x="2162" y="54"/>
                  </a:lnTo>
                  <a:lnTo>
                    <a:pt x="2162" y="44"/>
                  </a:lnTo>
                  <a:lnTo>
                    <a:pt x="2155" y="26"/>
                  </a:lnTo>
                  <a:lnTo>
                    <a:pt x="2149" y="18"/>
                  </a:lnTo>
                  <a:lnTo>
                    <a:pt x="2141" y="13"/>
                  </a:lnTo>
                  <a:lnTo>
                    <a:pt x="2123" y="5"/>
                  </a:lnTo>
                  <a:lnTo>
                    <a:pt x="2113" y="5"/>
                  </a:lnTo>
                  <a:lnTo>
                    <a:pt x="1812" y="5"/>
                  </a:lnTo>
                  <a:lnTo>
                    <a:pt x="1802" y="5"/>
                  </a:lnTo>
                  <a:lnTo>
                    <a:pt x="1783" y="13"/>
                  </a:lnTo>
                  <a:lnTo>
                    <a:pt x="1776" y="18"/>
                  </a:lnTo>
                  <a:lnTo>
                    <a:pt x="1770" y="26"/>
                  </a:lnTo>
                  <a:lnTo>
                    <a:pt x="1763" y="44"/>
                  </a:lnTo>
                  <a:lnTo>
                    <a:pt x="1762" y="54"/>
                  </a:lnTo>
                  <a:lnTo>
                    <a:pt x="1762" y="360"/>
                  </a:lnTo>
                  <a:lnTo>
                    <a:pt x="1380" y="41"/>
                  </a:lnTo>
                  <a:lnTo>
                    <a:pt x="1354" y="23"/>
                  </a:lnTo>
                  <a:lnTo>
                    <a:pt x="1295" y="1"/>
                  </a:lnTo>
                  <a:lnTo>
                    <a:pt x="1262" y="0"/>
                  </a:lnTo>
                  <a:lnTo>
                    <a:pt x="1227" y="1"/>
                  </a:lnTo>
                  <a:lnTo>
                    <a:pt x="1168" y="23"/>
                  </a:lnTo>
                  <a:lnTo>
                    <a:pt x="1142" y="41"/>
                  </a:lnTo>
                  <a:lnTo>
                    <a:pt x="17" y="978"/>
                  </a:lnTo>
                  <a:lnTo>
                    <a:pt x="10" y="985"/>
                  </a:lnTo>
                  <a:lnTo>
                    <a:pt x="1" y="1001"/>
                  </a:lnTo>
                  <a:lnTo>
                    <a:pt x="0" y="1012"/>
                  </a:lnTo>
                  <a:lnTo>
                    <a:pt x="0" y="1023"/>
                  </a:lnTo>
                  <a:lnTo>
                    <a:pt x="6" y="1040"/>
                  </a:lnTo>
                  <a:lnTo>
                    <a:pt x="12" y="1048"/>
                  </a:lnTo>
                  <a:lnTo>
                    <a:pt x="108" y="1164"/>
                  </a:lnTo>
                  <a:lnTo>
                    <a:pt x="122" y="1177"/>
                  </a:lnTo>
                  <a:lnTo>
                    <a:pt x="141" y="1181"/>
                  </a:lnTo>
                  <a:lnTo>
                    <a:pt x="160" y="1181"/>
                  </a:lnTo>
                  <a:lnTo>
                    <a:pt x="179" y="1171"/>
                  </a:lnTo>
                  <a:lnTo>
                    <a:pt x="1262" y="268"/>
                  </a:lnTo>
                  <a:lnTo>
                    <a:pt x="2344" y="1171"/>
                  </a:lnTo>
                  <a:lnTo>
                    <a:pt x="2358" y="1180"/>
                  </a:lnTo>
                  <a:lnTo>
                    <a:pt x="2377" y="1181"/>
                  </a:lnTo>
                  <a:lnTo>
                    <a:pt x="2383" y="1181"/>
                  </a:lnTo>
                  <a:lnTo>
                    <a:pt x="2401" y="1177"/>
                  </a:lnTo>
                  <a:lnTo>
                    <a:pt x="2414" y="1164"/>
                  </a:lnTo>
                  <a:lnTo>
                    <a:pt x="2512" y="1048"/>
                  </a:lnTo>
                  <a:lnTo>
                    <a:pt x="2518" y="1040"/>
                  </a:lnTo>
                  <a:lnTo>
                    <a:pt x="2522" y="1023"/>
                  </a:lnTo>
                  <a:lnTo>
                    <a:pt x="2522" y="1012"/>
                  </a:lnTo>
                  <a:lnTo>
                    <a:pt x="2521" y="1001"/>
                  </a:lnTo>
                  <a:lnTo>
                    <a:pt x="2512" y="985"/>
                  </a:lnTo>
                  <a:lnTo>
                    <a:pt x="2505" y="97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anchor="t" anchorCtr="0">
              <a:prstTxWarp prst="textNoShape">
                <a:avLst/>
              </a:prstTxWarp>
            </a:bodyPr>
            <a:lstStyle/>
            <a:p>
              <a:pPr lvl="0"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35" name="타원 34"/>
          <p:cNvSpPr/>
          <p:nvPr/>
        </p:nvSpPr>
        <p:spPr>
          <a:xfrm>
            <a:off x="578088" y="2370814"/>
            <a:ext cx="177525" cy="17752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anchor="ctr"/>
          <a:lstStyle/>
          <a:p>
            <a:pPr algn="ctr">
              <a:defRPr/>
            </a:pPr>
            <a:r>
              <a:rPr lang="en-US" altLang="ko-KR" sz="1000">
                <a:solidFill>
                  <a:prstClr val="white"/>
                </a:solidFill>
              </a:rPr>
              <a:t>11</a:t>
            </a:r>
          </a:p>
        </p:txBody>
      </p:sp>
      <p:sp>
        <p:nvSpPr>
          <p:cNvPr id="38" name="직사각형 37"/>
          <p:cNvSpPr/>
          <p:nvPr/>
        </p:nvSpPr>
        <p:spPr>
          <a:xfrm>
            <a:off x="1420813" y="537998"/>
            <a:ext cx="6096000" cy="907897"/>
          </a:xfrm>
          <a:prstGeom prst="rect">
            <a:avLst/>
          </a:prstGeom>
        </p:spPr>
        <p:txBody>
          <a:bodyPr>
            <a:spAutoFit/>
          </a:bodyPr>
          <a:lstStyle/>
          <a:p>
            <a:pPr latinLnBrk="0">
              <a:lnSpc>
                <a:spcPct val="150000"/>
              </a:lnSpc>
              <a:defRPr/>
            </a:pPr>
            <a:r>
              <a:rPr lang="en-US" altLang="ko-KR" sz="2600" b="1" i="1" kern="0">
                <a:solidFill>
                  <a:prstClr val="black">
                    <a:lumMod val="65000"/>
                    <a:lumOff val="35000"/>
                  </a:prstClr>
                </a:solidFill>
              </a:rPr>
              <a:t>DESIGN</a:t>
            </a:r>
            <a:endParaRPr lang="ko-KR" altLang="en-US" sz="2600" b="1" i="1" kern="0">
              <a:solidFill>
                <a:prstClr val="black">
                  <a:lumMod val="65000"/>
                  <a:lumOff val="35000"/>
                </a:prstClr>
              </a:solidFill>
            </a:endParaRPr>
          </a:p>
          <a:p>
            <a:pPr latinLnBrk="0">
              <a:lnSpc>
                <a:spcPct val="150000"/>
              </a:lnSpc>
              <a:defRPr/>
            </a:pPr>
            <a:r>
              <a:rPr lang="en-US" altLang="ko-KR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LOGIN&gt;</a:t>
            </a:r>
            <a:r>
              <a:rPr lang="en-US" altLang="ko-KR" sz="1000" b="1" kern="0">
                <a:solidFill>
                  <a:schemeClr val="accent6"/>
                </a:solidFill>
              </a:rPr>
              <a:t>SIGN UP</a:t>
            </a:r>
            <a:r>
              <a:rPr lang="en-US" altLang="ko-KR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&gt;MAIN&gt;SURVEY&gt;CHALLENGE&gt;CHAT</a:t>
            </a:r>
            <a:endParaRPr lang="ko-KR" altLang="en-US" sz="1000" kern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40" name="모서리가 둥근 직사각형 39"/>
          <p:cNvSpPr/>
          <p:nvPr/>
        </p:nvSpPr>
        <p:spPr>
          <a:xfrm>
            <a:off x="5562824" y="1646917"/>
            <a:ext cx="5816376" cy="4279543"/>
          </a:xfrm>
          <a:prstGeom prst="roundRect">
            <a:avLst>
              <a:gd name="adj" fmla="val 3424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" anchor="ctr"/>
          <a:lstStyle/>
          <a:p>
            <a:pPr lvl="0">
              <a:defRPr/>
            </a:pPr>
            <a:endParaRPr lang="en-US" altLang="ko-KR" sz="1050">
              <a:solidFill>
                <a:srgbClr val="264259"/>
              </a:solidFill>
            </a:endParaRPr>
          </a:p>
        </p:txBody>
      </p:sp>
      <p:sp>
        <p:nvSpPr>
          <p:cNvPr id="51" name="타원 50"/>
          <p:cNvSpPr/>
          <p:nvPr/>
        </p:nvSpPr>
        <p:spPr>
          <a:xfrm>
            <a:off x="555404" y="4304681"/>
            <a:ext cx="177525" cy="17752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anchor="ctr"/>
          <a:lstStyle/>
          <a:p>
            <a:pPr algn="ctr">
              <a:defRPr/>
            </a:pPr>
            <a:r>
              <a:rPr lang="en-US" altLang="ko-KR" sz="600">
                <a:solidFill>
                  <a:prstClr val="white"/>
                </a:solidFill>
              </a:rPr>
              <a:t>off</a:t>
            </a:r>
            <a:endParaRPr lang="ko-KR" altLang="en-US" sz="600">
              <a:solidFill>
                <a:prstClr val="white"/>
              </a:solidFill>
            </a:endParaRPr>
          </a:p>
        </p:txBody>
      </p:sp>
      <p:sp>
        <p:nvSpPr>
          <p:cNvPr id="58" name="직사각형 49"/>
          <p:cNvSpPr/>
          <p:nvPr/>
        </p:nvSpPr>
        <p:spPr>
          <a:xfrm>
            <a:off x="5836913" y="1875915"/>
            <a:ext cx="5087623" cy="34171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l" defTabSz="914400" rtl="0" eaLnBrk="1" latinLnBrk="1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600" b="1" i="0" u="none" strike="noStrike" kern="1200" cap="none" spc="0" normalizeH="0" baseline="0">
                <a:solidFill>
                  <a:srgbClr val="00D65E"/>
                </a:solidFill>
                <a:latin typeface="맑은 고딕"/>
                <a:ea typeface="맑은 고딕"/>
                <a:cs typeface="맑은 고딕"/>
              </a:rPr>
              <a:t>SIGN UP SCREEN</a:t>
            </a:r>
            <a:endParaRPr kumimoji="0" lang="ko-KR" altLang="en-US" sz="1600" b="1" i="0" u="none" strike="noStrike" kern="1200" cap="none" spc="0" normalizeH="0" baseline="0">
              <a:solidFill>
                <a:srgbClr val="00D65E"/>
              </a:solidFill>
              <a:latin typeface="맑은 고딕"/>
              <a:ea typeface="맑은 고딕"/>
              <a:cs typeface="맑은 고딕"/>
            </a:endParaRPr>
          </a:p>
          <a:p>
            <a:pPr marL="0" indent="0" algn="l" defTabSz="914400" rtl="0" eaLnBrk="1" latinLnBrk="1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600" b="1" i="0" u="none" strike="noStrike" kern="1200" cap="none" spc="0" normalizeH="0" baseline="0">
              <a:solidFill>
                <a:srgbClr val="00D65E"/>
              </a:solidFill>
              <a:latin typeface="맑은 고딕"/>
              <a:ea typeface="맑은 고딕"/>
              <a:cs typeface="맑은 고딕"/>
            </a:endParaRPr>
          </a:p>
          <a:p>
            <a:pPr marL="0" indent="0" algn="ctr" defTabSz="914400" rtl="0" eaLnBrk="1" latinLnBrk="1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2300" b="0" i="0" u="none" strike="noStrike" kern="1200" cap="none" spc="0" normalizeH="0" baseline="0">
                <a:solidFill>
                  <a:srgbClr val="808080"/>
                </a:solidFill>
                <a:latin typeface="맑은 고딕"/>
                <a:ea typeface="맑은 고딕"/>
                <a:cs typeface="맑은 고딕"/>
              </a:rPr>
              <a:t>Agree to use personal information</a:t>
            </a:r>
            <a:endParaRPr kumimoji="0" lang="ko-KR" altLang="en-US" sz="2300" b="0" i="0" u="none" strike="noStrike" kern="1200" cap="none" spc="0" normalizeH="0" baseline="0">
              <a:solidFill>
                <a:srgbClr val="808080"/>
              </a:solidFill>
              <a:latin typeface="맑은 고딕"/>
              <a:ea typeface="맑은 고딕"/>
              <a:cs typeface="맑은 고딕"/>
            </a:endParaRPr>
          </a:p>
          <a:p>
            <a:pPr marL="0" indent="0" algn="ctr" defTabSz="914400" rtl="0" eaLnBrk="1" latinLnBrk="1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2300" b="0" i="0" u="none" strike="noStrike" kern="1200" cap="none" spc="0" normalizeH="0" baseline="0">
              <a:solidFill>
                <a:srgbClr val="808080"/>
              </a:solidFill>
              <a:latin typeface="맑은 고딕"/>
              <a:ea typeface="맑은 고딕"/>
              <a:cs typeface="맑은 고딕"/>
            </a:endParaRPr>
          </a:p>
          <a:p>
            <a:pPr marL="0" indent="0" algn="ctr" defTabSz="914400" rtl="0" eaLnBrk="1" latinLnBrk="1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lang="en-US" altLang="ko-KR" sz="2300">
                <a:solidFill>
                  <a:srgbClr val="808080"/>
                </a:solidFill>
                <a:latin typeface="맑은 고딕"/>
                <a:ea typeface="맑은 고딕"/>
                <a:cs typeface="맑은 고딕"/>
              </a:rPr>
              <a:t>Input bar for create user account</a:t>
            </a:r>
            <a:endParaRPr kumimoji="0" lang="ko-KR" altLang="en-US" sz="2300" b="0" i="0" u="none" strike="noStrike" kern="1200" cap="none" spc="0" normalizeH="0" baseline="0">
              <a:solidFill>
                <a:srgbClr val="808080"/>
              </a:solidFill>
              <a:latin typeface="맑은 고딕"/>
              <a:ea typeface="맑은 고딕"/>
              <a:cs typeface="맑은 고딕"/>
            </a:endParaRPr>
          </a:p>
          <a:p>
            <a:pPr marL="0" indent="0" algn="ctr" defTabSz="914400" rtl="0" eaLnBrk="1" latinLnBrk="1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en-US" altLang="ko-KR" sz="2300" b="0" i="0" u="none" strike="noStrike" kern="1200" cap="none" spc="0" normalizeH="0" baseline="0">
              <a:solidFill>
                <a:srgbClr val="808080"/>
              </a:solidFill>
              <a:latin typeface="맑은 고딕"/>
              <a:ea typeface="맑은 고딕"/>
              <a:cs typeface="맑은 고딕"/>
            </a:endParaRPr>
          </a:p>
          <a:p>
            <a:pPr marL="0" indent="0" algn="ctr" defTabSz="914400" rtl="0" eaLnBrk="1" latinLnBrk="1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2300" b="0" i="0" u="none" strike="noStrike" kern="1200" cap="none" spc="0" normalizeH="0" baseline="0">
                <a:solidFill>
                  <a:srgbClr val="808080"/>
                </a:solidFill>
                <a:latin typeface="맑은 고딕"/>
                <a:ea typeface="맑은 고딕"/>
                <a:cs typeface="맑은 고딕"/>
              </a:rPr>
              <a:t>Accept / Cancel button</a:t>
            </a:r>
            <a:endParaRPr kumimoji="0" lang="ko-KR" altLang="en-US" sz="2300" b="0" i="0" u="none" strike="noStrike" kern="1200" cap="none" spc="0" normalizeH="0" baseline="0">
              <a:solidFill>
                <a:srgbClr val="808080"/>
              </a:solidFill>
              <a:latin typeface="맑은 고딕"/>
              <a:ea typeface="맑은 고딕"/>
              <a:cs typeface="맑은 고딕"/>
            </a:endParaRPr>
          </a:p>
        </p:txBody>
      </p:sp>
      <p:pic>
        <p:nvPicPr>
          <p:cNvPr id="59" name="그림 58"/>
          <p:cNvPicPr/>
          <p:nvPr/>
        </p:nvPicPr>
        <p:blipFill rotWithShape="1">
          <a:blip r:embed="rId3">
            <a:lum/>
          </a:blip>
          <a:srcRect/>
          <a:stretch>
            <a:fillRect/>
          </a:stretch>
        </p:blipFill>
        <p:spPr>
          <a:xfrm>
            <a:off x="1175131" y="1664589"/>
            <a:ext cx="4306697" cy="429717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한쪽 모서리가 둥근 사각형 35"/>
          <p:cNvSpPr/>
          <p:nvPr/>
        </p:nvSpPr>
        <p:spPr>
          <a:xfrm>
            <a:off x="0" y="0"/>
            <a:ext cx="3848100" cy="5549900"/>
          </a:xfrm>
          <a:prstGeom prst="round1Rect">
            <a:avLst>
              <a:gd name="adj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5" name="모서리가 둥근 직사각형 4"/>
          <p:cNvSpPr/>
          <p:nvPr/>
        </p:nvSpPr>
        <p:spPr>
          <a:xfrm>
            <a:off x="236537" y="304800"/>
            <a:ext cx="11669713" cy="6265862"/>
          </a:xfrm>
          <a:prstGeom prst="roundRect">
            <a:avLst>
              <a:gd name="adj" fmla="val 4810"/>
            </a:avLst>
          </a:prstGeom>
          <a:solidFill>
            <a:srgbClr val="264259"/>
          </a:solidFill>
          <a:ln w="63500">
            <a:solidFill>
              <a:schemeClr val="tx2">
                <a:lumMod val="50000"/>
              </a:schemeClr>
            </a:solidFill>
          </a:ln>
          <a:effectLst>
            <a:outerShdw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6" name="양쪽 모서리가 둥근 사각형 5"/>
          <p:cNvSpPr/>
          <p:nvPr/>
        </p:nvSpPr>
        <p:spPr>
          <a:xfrm rot="5400000">
            <a:off x="3271463" y="-2062957"/>
            <a:ext cx="6192000" cy="11001376"/>
          </a:xfrm>
          <a:prstGeom prst="round2SameRect">
            <a:avLst>
              <a:gd name="adj1" fmla="val 4506"/>
              <a:gd name="adj2" fmla="val 0"/>
            </a:avLst>
          </a:prstGeom>
          <a:solidFill>
            <a:schemeClr val="bg1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5" name="자유형 14"/>
          <p:cNvSpPr/>
          <p:nvPr/>
        </p:nvSpPr>
        <p:spPr>
          <a:xfrm>
            <a:off x="1574800" y="1863725"/>
            <a:ext cx="73025" cy="85725"/>
          </a:xfrm>
          <a:custGeom>
            <a:avLst/>
            <a:gdLst>
              <a:gd name="connsiteX0" fmla="*/ 0 w 73025"/>
              <a:gd name="connsiteY0" fmla="*/ 31750 h 85725"/>
              <a:gd name="connsiteX1" fmla="*/ 31750 w 73025"/>
              <a:gd name="connsiteY1" fmla="*/ 85725 h 85725"/>
              <a:gd name="connsiteX2" fmla="*/ 73025 w 73025"/>
              <a:gd name="connsiteY2" fmla="*/ 0 h 85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3025" h="85725">
                <a:moveTo>
                  <a:pt x="0" y="31750"/>
                </a:moveTo>
                <a:lnTo>
                  <a:pt x="31750" y="85725"/>
                </a:lnTo>
                <a:lnTo>
                  <a:pt x="73025" y="0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9" name="Freeform 9"/>
          <p:cNvSpPr/>
          <p:nvPr/>
        </p:nvSpPr>
        <p:spPr>
          <a:xfrm>
            <a:off x="477298" y="2470961"/>
            <a:ext cx="141676" cy="186968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lvl="0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23" name="Freeform 36"/>
          <p:cNvSpPr>
            <a:spLocks noEditPoints="1"/>
          </p:cNvSpPr>
          <p:nvPr/>
        </p:nvSpPr>
        <p:spPr>
          <a:xfrm>
            <a:off x="491434" y="4397002"/>
            <a:ext cx="113404" cy="190736"/>
          </a:xfrm>
          <a:custGeom>
            <a:avLst/>
            <a:gdLst>
              <a:gd name="T0" fmla="*/ 937 w 1926"/>
              <a:gd name="T1" fmla="*/ 3639 h 4045"/>
              <a:gd name="T2" fmla="*/ 893 w 1926"/>
              <a:gd name="T3" fmla="*/ 3665 h 4045"/>
              <a:gd name="T4" fmla="*/ 863 w 1926"/>
              <a:gd name="T5" fmla="*/ 3712 h 4045"/>
              <a:gd name="T6" fmla="*/ 851 w 1926"/>
              <a:gd name="T7" fmla="*/ 3772 h 4045"/>
              <a:gd name="T8" fmla="*/ 863 w 1926"/>
              <a:gd name="T9" fmla="*/ 3832 h 4045"/>
              <a:gd name="T10" fmla="*/ 893 w 1926"/>
              <a:gd name="T11" fmla="*/ 3878 h 4045"/>
              <a:gd name="T12" fmla="*/ 937 w 1926"/>
              <a:gd name="T13" fmla="*/ 3905 h 4045"/>
              <a:gd name="T14" fmla="*/ 988 w 1926"/>
              <a:gd name="T15" fmla="*/ 3905 h 4045"/>
              <a:gd name="T16" fmla="*/ 1033 w 1926"/>
              <a:gd name="T17" fmla="*/ 3878 h 4045"/>
              <a:gd name="T18" fmla="*/ 1064 w 1926"/>
              <a:gd name="T19" fmla="*/ 3832 h 4045"/>
              <a:gd name="T20" fmla="*/ 1075 w 1926"/>
              <a:gd name="T21" fmla="*/ 3772 h 4045"/>
              <a:gd name="T22" fmla="*/ 1064 w 1926"/>
              <a:gd name="T23" fmla="*/ 3712 h 4045"/>
              <a:gd name="T24" fmla="*/ 1033 w 1926"/>
              <a:gd name="T25" fmla="*/ 3665 h 4045"/>
              <a:gd name="T26" fmla="*/ 988 w 1926"/>
              <a:gd name="T27" fmla="*/ 3639 h 4045"/>
              <a:gd name="T28" fmla="*/ 156 w 1926"/>
              <a:gd name="T29" fmla="*/ 434 h 4045"/>
              <a:gd name="T30" fmla="*/ 1770 w 1926"/>
              <a:gd name="T31" fmla="*/ 3540 h 4045"/>
              <a:gd name="T32" fmla="*/ 156 w 1926"/>
              <a:gd name="T33" fmla="*/ 434 h 4045"/>
              <a:gd name="T34" fmla="*/ 716 w 1926"/>
              <a:gd name="T35" fmla="*/ 200 h 4045"/>
              <a:gd name="T36" fmla="*/ 701 w 1926"/>
              <a:gd name="T37" fmla="*/ 217 h 4045"/>
              <a:gd name="T38" fmla="*/ 701 w 1926"/>
              <a:gd name="T39" fmla="*/ 243 h 4045"/>
              <a:gd name="T40" fmla="*/ 716 w 1926"/>
              <a:gd name="T41" fmla="*/ 260 h 4045"/>
              <a:gd name="T42" fmla="*/ 1199 w 1926"/>
              <a:gd name="T43" fmla="*/ 262 h 4045"/>
              <a:gd name="T44" fmla="*/ 1218 w 1926"/>
              <a:gd name="T45" fmla="*/ 254 h 4045"/>
              <a:gd name="T46" fmla="*/ 1226 w 1926"/>
              <a:gd name="T47" fmla="*/ 230 h 4045"/>
              <a:gd name="T48" fmla="*/ 1218 w 1926"/>
              <a:gd name="T49" fmla="*/ 207 h 4045"/>
              <a:gd name="T50" fmla="*/ 1199 w 1926"/>
              <a:gd name="T51" fmla="*/ 197 h 4045"/>
              <a:gd name="T52" fmla="*/ 224 w 1926"/>
              <a:gd name="T53" fmla="*/ 0 h 4045"/>
              <a:gd name="T54" fmla="*/ 1738 w 1926"/>
              <a:gd name="T55" fmla="*/ 4 h 4045"/>
              <a:gd name="T56" fmla="*/ 1805 w 1926"/>
              <a:gd name="T57" fmla="*/ 31 h 4045"/>
              <a:gd name="T58" fmla="*/ 1860 w 1926"/>
              <a:gd name="T59" fmla="*/ 81 h 4045"/>
              <a:gd name="T60" fmla="*/ 1900 w 1926"/>
              <a:gd name="T61" fmla="*/ 148 h 4045"/>
              <a:gd name="T62" fmla="*/ 1923 w 1926"/>
              <a:gd name="T63" fmla="*/ 229 h 4045"/>
              <a:gd name="T64" fmla="*/ 1926 w 1926"/>
              <a:gd name="T65" fmla="*/ 3772 h 4045"/>
              <a:gd name="T66" fmla="*/ 1915 w 1926"/>
              <a:gd name="T67" fmla="*/ 3857 h 4045"/>
              <a:gd name="T68" fmla="*/ 1882 w 1926"/>
              <a:gd name="T69" fmla="*/ 3932 h 4045"/>
              <a:gd name="T70" fmla="*/ 1834 w 1926"/>
              <a:gd name="T71" fmla="*/ 3992 h 4045"/>
              <a:gd name="T72" fmla="*/ 1773 w 1926"/>
              <a:gd name="T73" fmla="*/ 4032 h 4045"/>
              <a:gd name="T74" fmla="*/ 1702 w 1926"/>
              <a:gd name="T75" fmla="*/ 4045 h 4045"/>
              <a:gd name="T76" fmla="*/ 188 w 1926"/>
              <a:gd name="T77" fmla="*/ 4041 h 4045"/>
              <a:gd name="T78" fmla="*/ 122 w 1926"/>
              <a:gd name="T79" fmla="*/ 4014 h 4045"/>
              <a:gd name="T80" fmla="*/ 66 w 1926"/>
              <a:gd name="T81" fmla="*/ 3964 h 4045"/>
              <a:gd name="T82" fmla="*/ 25 w 1926"/>
              <a:gd name="T83" fmla="*/ 3897 h 4045"/>
              <a:gd name="T84" fmla="*/ 3 w 1926"/>
              <a:gd name="T85" fmla="*/ 3816 h 4045"/>
              <a:gd name="T86" fmla="*/ 0 w 1926"/>
              <a:gd name="T87" fmla="*/ 273 h 4045"/>
              <a:gd name="T88" fmla="*/ 12 w 1926"/>
              <a:gd name="T89" fmla="*/ 188 h 4045"/>
              <a:gd name="T90" fmla="*/ 43 w 1926"/>
              <a:gd name="T91" fmla="*/ 113 h 4045"/>
              <a:gd name="T92" fmla="*/ 92 w 1926"/>
              <a:gd name="T93" fmla="*/ 53 h 4045"/>
              <a:gd name="T94" fmla="*/ 154 w 1926"/>
              <a:gd name="T95" fmla="*/ 13 h 4045"/>
              <a:gd name="T96" fmla="*/ 224 w 1926"/>
              <a:gd name="T97" fmla="*/ 0 h 40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926" h="4045">
                <a:moveTo>
                  <a:pt x="963" y="3636"/>
                </a:moveTo>
                <a:lnTo>
                  <a:pt x="937" y="3639"/>
                </a:lnTo>
                <a:lnTo>
                  <a:pt x="914" y="3649"/>
                </a:lnTo>
                <a:lnTo>
                  <a:pt x="893" y="3665"/>
                </a:lnTo>
                <a:lnTo>
                  <a:pt x="876" y="3686"/>
                </a:lnTo>
                <a:lnTo>
                  <a:pt x="863" y="3712"/>
                </a:lnTo>
                <a:lnTo>
                  <a:pt x="854" y="3741"/>
                </a:lnTo>
                <a:lnTo>
                  <a:pt x="851" y="3772"/>
                </a:lnTo>
                <a:lnTo>
                  <a:pt x="854" y="3804"/>
                </a:lnTo>
                <a:lnTo>
                  <a:pt x="863" y="3832"/>
                </a:lnTo>
                <a:lnTo>
                  <a:pt x="876" y="3857"/>
                </a:lnTo>
                <a:lnTo>
                  <a:pt x="893" y="3878"/>
                </a:lnTo>
                <a:lnTo>
                  <a:pt x="914" y="3894"/>
                </a:lnTo>
                <a:lnTo>
                  <a:pt x="937" y="3905"/>
                </a:lnTo>
                <a:lnTo>
                  <a:pt x="963" y="3909"/>
                </a:lnTo>
                <a:lnTo>
                  <a:pt x="988" y="3905"/>
                </a:lnTo>
                <a:lnTo>
                  <a:pt x="1013" y="3894"/>
                </a:lnTo>
                <a:lnTo>
                  <a:pt x="1033" y="3878"/>
                </a:lnTo>
                <a:lnTo>
                  <a:pt x="1051" y="3857"/>
                </a:lnTo>
                <a:lnTo>
                  <a:pt x="1064" y="3832"/>
                </a:lnTo>
                <a:lnTo>
                  <a:pt x="1072" y="3804"/>
                </a:lnTo>
                <a:lnTo>
                  <a:pt x="1075" y="3772"/>
                </a:lnTo>
                <a:lnTo>
                  <a:pt x="1072" y="3741"/>
                </a:lnTo>
                <a:lnTo>
                  <a:pt x="1064" y="3712"/>
                </a:lnTo>
                <a:lnTo>
                  <a:pt x="1051" y="3686"/>
                </a:lnTo>
                <a:lnTo>
                  <a:pt x="1033" y="3665"/>
                </a:lnTo>
                <a:lnTo>
                  <a:pt x="1013" y="3649"/>
                </a:lnTo>
                <a:lnTo>
                  <a:pt x="988" y="3639"/>
                </a:lnTo>
                <a:lnTo>
                  <a:pt x="963" y="3636"/>
                </a:lnTo>
                <a:close/>
                <a:moveTo>
                  <a:pt x="156" y="434"/>
                </a:moveTo>
                <a:lnTo>
                  <a:pt x="156" y="3540"/>
                </a:lnTo>
                <a:lnTo>
                  <a:pt x="1770" y="3540"/>
                </a:lnTo>
                <a:lnTo>
                  <a:pt x="1770" y="434"/>
                </a:lnTo>
                <a:lnTo>
                  <a:pt x="156" y="434"/>
                </a:lnTo>
                <a:close/>
                <a:moveTo>
                  <a:pt x="727" y="197"/>
                </a:moveTo>
                <a:lnTo>
                  <a:pt x="716" y="200"/>
                </a:lnTo>
                <a:lnTo>
                  <a:pt x="707" y="207"/>
                </a:lnTo>
                <a:lnTo>
                  <a:pt x="701" y="217"/>
                </a:lnTo>
                <a:lnTo>
                  <a:pt x="699" y="230"/>
                </a:lnTo>
                <a:lnTo>
                  <a:pt x="701" y="243"/>
                </a:lnTo>
                <a:lnTo>
                  <a:pt x="707" y="254"/>
                </a:lnTo>
                <a:lnTo>
                  <a:pt x="716" y="260"/>
                </a:lnTo>
                <a:lnTo>
                  <a:pt x="727" y="262"/>
                </a:lnTo>
                <a:lnTo>
                  <a:pt x="1199" y="262"/>
                </a:lnTo>
                <a:lnTo>
                  <a:pt x="1210" y="260"/>
                </a:lnTo>
                <a:lnTo>
                  <a:pt x="1218" y="254"/>
                </a:lnTo>
                <a:lnTo>
                  <a:pt x="1224" y="243"/>
                </a:lnTo>
                <a:lnTo>
                  <a:pt x="1226" y="230"/>
                </a:lnTo>
                <a:lnTo>
                  <a:pt x="1224" y="217"/>
                </a:lnTo>
                <a:lnTo>
                  <a:pt x="1218" y="207"/>
                </a:lnTo>
                <a:lnTo>
                  <a:pt x="1210" y="200"/>
                </a:lnTo>
                <a:lnTo>
                  <a:pt x="1199" y="197"/>
                </a:lnTo>
                <a:lnTo>
                  <a:pt x="727" y="197"/>
                </a:lnTo>
                <a:close/>
                <a:moveTo>
                  <a:pt x="224" y="0"/>
                </a:moveTo>
                <a:lnTo>
                  <a:pt x="1702" y="0"/>
                </a:lnTo>
                <a:lnTo>
                  <a:pt x="1738" y="4"/>
                </a:lnTo>
                <a:lnTo>
                  <a:pt x="1773" y="13"/>
                </a:lnTo>
                <a:lnTo>
                  <a:pt x="1805" y="31"/>
                </a:lnTo>
                <a:lnTo>
                  <a:pt x="1834" y="53"/>
                </a:lnTo>
                <a:lnTo>
                  <a:pt x="1860" y="81"/>
                </a:lnTo>
                <a:lnTo>
                  <a:pt x="1882" y="113"/>
                </a:lnTo>
                <a:lnTo>
                  <a:pt x="1900" y="148"/>
                </a:lnTo>
                <a:lnTo>
                  <a:pt x="1915" y="188"/>
                </a:lnTo>
                <a:lnTo>
                  <a:pt x="1923" y="229"/>
                </a:lnTo>
                <a:lnTo>
                  <a:pt x="1926" y="273"/>
                </a:lnTo>
                <a:lnTo>
                  <a:pt x="1926" y="3772"/>
                </a:lnTo>
                <a:lnTo>
                  <a:pt x="1923" y="3816"/>
                </a:lnTo>
                <a:lnTo>
                  <a:pt x="1915" y="3857"/>
                </a:lnTo>
                <a:lnTo>
                  <a:pt x="1900" y="3897"/>
                </a:lnTo>
                <a:lnTo>
                  <a:pt x="1882" y="3932"/>
                </a:lnTo>
                <a:lnTo>
                  <a:pt x="1860" y="3964"/>
                </a:lnTo>
                <a:lnTo>
                  <a:pt x="1834" y="3992"/>
                </a:lnTo>
                <a:lnTo>
                  <a:pt x="1805" y="4014"/>
                </a:lnTo>
                <a:lnTo>
                  <a:pt x="1773" y="4032"/>
                </a:lnTo>
                <a:lnTo>
                  <a:pt x="1738" y="4041"/>
                </a:lnTo>
                <a:lnTo>
                  <a:pt x="1702" y="4045"/>
                </a:lnTo>
                <a:lnTo>
                  <a:pt x="224" y="4045"/>
                </a:lnTo>
                <a:lnTo>
                  <a:pt x="188" y="4041"/>
                </a:lnTo>
                <a:lnTo>
                  <a:pt x="154" y="4032"/>
                </a:lnTo>
                <a:lnTo>
                  <a:pt x="122" y="4014"/>
                </a:lnTo>
                <a:lnTo>
                  <a:pt x="92" y="3992"/>
                </a:lnTo>
                <a:lnTo>
                  <a:pt x="66" y="3964"/>
                </a:lnTo>
                <a:lnTo>
                  <a:pt x="43" y="3932"/>
                </a:lnTo>
                <a:lnTo>
                  <a:pt x="25" y="3897"/>
                </a:lnTo>
                <a:lnTo>
                  <a:pt x="12" y="3857"/>
                </a:lnTo>
                <a:lnTo>
                  <a:pt x="3" y="3816"/>
                </a:lnTo>
                <a:lnTo>
                  <a:pt x="0" y="3772"/>
                </a:lnTo>
                <a:lnTo>
                  <a:pt x="0" y="273"/>
                </a:lnTo>
                <a:lnTo>
                  <a:pt x="3" y="229"/>
                </a:lnTo>
                <a:lnTo>
                  <a:pt x="12" y="188"/>
                </a:lnTo>
                <a:lnTo>
                  <a:pt x="25" y="148"/>
                </a:lnTo>
                <a:lnTo>
                  <a:pt x="43" y="113"/>
                </a:lnTo>
                <a:lnTo>
                  <a:pt x="66" y="81"/>
                </a:lnTo>
                <a:lnTo>
                  <a:pt x="92" y="53"/>
                </a:lnTo>
                <a:lnTo>
                  <a:pt x="122" y="31"/>
                </a:lnTo>
                <a:lnTo>
                  <a:pt x="154" y="13"/>
                </a:lnTo>
                <a:lnTo>
                  <a:pt x="188" y="4"/>
                </a:lnTo>
                <a:lnTo>
                  <a:pt x="224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lvl="0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24" name="자유형 23"/>
          <p:cNvSpPr/>
          <p:nvPr/>
        </p:nvSpPr>
        <p:spPr>
          <a:xfrm>
            <a:off x="462778" y="3768685"/>
            <a:ext cx="170716" cy="149410"/>
          </a:xfrm>
          <a:custGeom>
            <a:avLst/>
            <a:gdLst>
              <a:gd name="connsiteX0" fmla="*/ 149021 w 448462"/>
              <a:gd name="connsiteY0" fmla="*/ 328125 h 392491"/>
              <a:gd name="connsiteX1" fmla="*/ 210588 w 448462"/>
              <a:gd name="connsiteY1" fmla="*/ 357224 h 392491"/>
              <a:gd name="connsiteX2" fmla="*/ 160375 w 448462"/>
              <a:gd name="connsiteY2" fmla="*/ 391211 h 392491"/>
              <a:gd name="connsiteX3" fmla="*/ 158502 w 448462"/>
              <a:gd name="connsiteY3" fmla="*/ 392025 h 392491"/>
              <a:gd name="connsiteX4" fmla="*/ 156629 w 448462"/>
              <a:gd name="connsiteY4" fmla="*/ 392491 h 392491"/>
              <a:gd name="connsiteX5" fmla="*/ 154757 w 448462"/>
              <a:gd name="connsiteY5" fmla="*/ 392375 h 392491"/>
              <a:gd name="connsiteX6" fmla="*/ 153001 w 448462"/>
              <a:gd name="connsiteY6" fmla="*/ 391676 h 392491"/>
              <a:gd name="connsiteX7" fmla="*/ 151362 w 448462"/>
              <a:gd name="connsiteY7" fmla="*/ 390396 h 392491"/>
              <a:gd name="connsiteX8" fmla="*/ 150075 w 448462"/>
              <a:gd name="connsiteY8" fmla="*/ 388883 h 392491"/>
              <a:gd name="connsiteX9" fmla="*/ 149255 w 448462"/>
              <a:gd name="connsiteY9" fmla="*/ 387137 h 392491"/>
              <a:gd name="connsiteX10" fmla="*/ 149021 w 448462"/>
              <a:gd name="connsiteY10" fmla="*/ 385158 h 392491"/>
              <a:gd name="connsiteX11" fmla="*/ 441235 w 448462"/>
              <a:gd name="connsiteY11" fmla="*/ 0 h 392491"/>
              <a:gd name="connsiteX12" fmla="*/ 442983 w 448462"/>
              <a:gd name="connsiteY12" fmla="*/ 233 h 392491"/>
              <a:gd name="connsiteX13" fmla="*/ 444615 w 448462"/>
              <a:gd name="connsiteY13" fmla="*/ 816 h 392491"/>
              <a:gd name="connsiteX14" fmla="*/ 446131 w 448462"/>
              <a:gd name="connsiteY14" fmla="*/ 1866 h 392491"/>
              <a:gd name="connsiteX15" fmla="*/ 447530 w 448462"/>
              <a:gd name="connsiteY15" fmla="*/ 3615 h 392491"/>
              <a:gd name="connsiteX16" fmla="*/ 448346 w 448462"/>
              <a:gd name="connsiteY16" fmla="*/ 5714 h 392491"/>
              <a:gd name="connsiteX17" fmla="*/ 448462 w 448462"/>
              <a:gd name="connsiteY17" fmla="*/ 7696 h 392491"/>
              <a:gd name="connsiteX18" fmla="*/ 447879 w 448462"/>
              <a:gd name="connsiteY18" fmla="*/ 9911 h 392491"/>
              <a:gd name="connsiteX19" fmla="*/ 307990 w 448462"/>
              <a:gd name="connsiteY19" fmla="*/ 362641 h 392491"/>
              <a:gd name="connsiteX20" fmla="*/ 306708 w 448462"/>
              <a:gd name="connsiteY20" fmla="*/ 364973 h 392491"/>
              <a:gd name="connsiteX21" fmla="*/ 305076 w 448462"/>
              <a:gd name="connsiteY21" fmla="*/ 366955 h 392491"/>
              <a:gd name="connsiteX22" fmla="*/ 303094 w 448462"/>
              <a:gd name="connsiteY22" fmla="*/ 368588 h 392491"/>
              <a:gd name="connsiteX23" fmla="*/ 300646 w 448462"/>
              <a:gd name="connsiteY23" fmla="*/ 369870 h 392491"/>
              <a:gd name="connsiteX24" fmla="*/ 298314 w 448462"/>
              <a:gd name="connsiteY24" fmla="*/ 370570 h 392491"/>
              <a:gd name="connsiteX25" fmla="*/ 295983 w 448462"/>
              <a:gd name="connsiteY25" fmla="*/ 370803 h 392491"/>
              <a:gd name="connsiteX26" fmla="*/ 293068 w 448462"/>
              <a:gd name="connsiteY26" fmla="*/ 370453 h 392491"/>
              <a:gd name="connsiteX27" fmla="*/ 290387 w 448462"/>
              <a:gd name="connsiteY27" fmla="*/ 369404 h 392491"/>
              <a:gd name="connsiteX28" fmla="*/ 148982 w 448462"/>
              <a:gd name="connsiteY28" fmla="*/ 302123 h 392491"/>
              <a:gd name="connsiteX29" fmla="*/ 347858 w 448462"/>
              <a:gd name="connsiteY29" fmla="*/ 102379 h 392491"/>
              <a:gd name="connsiteX30" fmla="*/ 120771 w 448462"/>
              <a:gd name="connsiteY30" fmla="*/ 288830 h 392491"/>
              <a:gd name="connsiteX31" fmla="*/ 7344 w 448462"/>
              <a:gd name="connsiteY31" fmla="*/ 234842 h 392491"/>
              <a:gd name="connsiteX32" fmla="*/ 4896 w 448462"/>
              <a:gd name="connsiteY32" fmla="*/ 233209 h 392491"/>
              <a:gd name="connsiteX33" fmla="*/ 2798 w 448462"/>
              <a:gd name="connsiteY33" fmla="*/ 231227 h 392491"/>
              <a:gd name="connsiteX34" fmla="*/ 1282 w 448462"/>
              <a:gd name="connsiteY34" fmla="*/ 228895 h 392491"/>
              <a:gd name="connsiteX35" fmla="*/ 349 w 448462"/>
              <a:gd name="connsiteY35" fmla="*/ 226213 h 392491"/>
              <a:gd name="connsiteX36" fmla="*/ 0 w 448462"/>
              <a:gd name="connsiteY36" fmla="*/ 223298 h 392491"/>
              <a:gd name="connsiteX37" fmla="*/ 233 w 448462"/>
              <a:gd name="connsiteY37" fmla="*/ 220499 h 392491"/>
              <a:gd name="connsiteX38" fmla="*/ 1165 w 448462"/>
              <a:gd name="connsiteY38" fmla="*/ 217701 h 392491"/>
              <a:gd name="connsiteX39" fmla="*/ 2681 w 448462"/>
              <a:gd name="connsiteY39" fmla="*/ 215252 h 392491"/>
              <a:gd name="connsiteX40" fmla="*/ 4779 w 448462"/>
              <a:gd name="connsiteY40" fmla="*/ 213270 h 392491"/>
              <a:gd name="connsiteX41" fmla="*/ 7227 w 448462"/>
              <a:gd name="connsiteY41" fmla="*/ 211754 h 392491"/>
              <a:gd name="connsiteX42" fmla="*/ 437971 w 448462"/>
              <a:gd name="connsiteY42" fmla="*/ 583 h 392491"/>
              <a:gd name="connsiteX43" fmla="*/ 439603 w 448462"/>
              <a:gd name="connsiteY43" fmla="*/ 117 h 392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448462" h="392491">
                <a:moveTo>
                  <a:pt x="149021" y="328125"/>
                </a:moveTo>
                <a:lnTo>
                  <a:pt x="210588" y="357224"/>
                </a:lnTo>
                <a:lnTo>
                  <a:pt x="160375" y="391211"/>
                </a:lnTo>
                <a:lnTo>
                  <a:pt x="158502" y="392025"/>
                </a:lnTo>
                <a:lnTo>
                  <a:pt x="156629" y="392491"/>
                </a:lnTo>
                <a:lnTo>
                  <a:pt x="154757" y="392375"/>
                </a:lnTo>
                <a:lnTo>
                  <a:pt x="153001" y="391676"/>
                </a:lnTo>
                <a:lnTo>
                  <a:pt x="151362" y="390396"/>
                </a:lnTo>
                <a:lnTo>
                  <a:pt x="150075" y="388883"/>
                </a:lnTo>
                <a:lnTo>
                  <a:pt x="149255" y="387137"/>
                </a:lnTo>
                <a:lnTo>
                  <a:pt x="149021" y="385158"/>
                </a:lnTo>
                <a:close/>
                <a:moveTo>
                  <a:pt x="441235" y="0"/>
                </a:moveTo>
                <a:lnTo>
                  <a:pt x="442983" y="233"/>
                </a:lnTo>
                <a:lnTo>
                  <a:pt x="444615" y="816"/>
                </a:lnTo>
                <a:lnTo>
                  <a:pt x="446131" y="1866"/>
                </a:lnTo>
                <a:lnTo>
                  <a:pt x="447530" y="3615"/>
                </a:lnTo>
                <a:lnTo>
                  <a:pt x="448346" y="5714"/>
                </a:lnTo>
                <a:lnTo>
                  <a:pt x="448462" y="7696"/>
                </a:lnTo>
                <a:lnTo>
                  <a:pt x="447879" y="9911"/>
                </a:lnTo>
                <a:lnTo>
                  <a:pt x="307990" y="362641"/>
                </a:lnTo>
                <a:lnTo>
                  <a:pt x="306708" y="364973"/>
                </a:lnTo>
                <a:lnTo>
                  <a:pt x="305076" y="366955"/>
                </a:lnTo>
                <a:lnTo>
                  <a:pt x="303094" y="368588"/>
                </a:lnTo>
                <a:lnTo>
                  <a:pt x="300646" y="369870"/>
                </a:lnTo>
                <a:lnTo>
                  <a:pt x="298314" y="370570"/>
                </a:lnTo>
                <a:lnTo>
                  <a:pt x="295983" y="370803"/>
                </a:lnTo>
                <a:lnTo>
                  <a:pt x="293068" y="370453"/>
                </a:lnTo>
                <a:lnTo>
                  <a:pt x="290387" y="369404"/>
                </a:lnTo>
                <a:lnTo>
                  <a:pt x="148982" y="302123"/>
                </a:lnTo>
                <a:lnTo>
                  <a:pt x="347858" y="102379"/>
                </a:lnTo>
                <a:lnTo>
                  <a:pt x="120771" y="288830"/>
                </a:lnTo>
                <a:lnTo>
                  <a:pt x="7344" y="234842"/>
                </a:lnTo>
                <a:lnTo>
                  <a:pt x="4896" y="233209"/>
                </a:lnTo>
                <a:lnTo>
                  <a:pt x="2798" y="231227"/>
                </a:lnTo>
                <a:lnTo>
                  <a:pt x="1282" y="228895"/>
                </a:lnTo>
                <a:lnTo>
                  <a:pt x="349" y="226213"/>
                </a:lnTo>
                <a:lnTo>
                  <a:pt x="0" y="223298"/>
                </a:lnTo>
                <a:lnTo>
                  <a:pt x="233" y="220499"/>
                </a:lnTo>
                <a:lnTo>
                  <a:pt x="1165" y="217701"/>
                </a:lnTo>
                <a:lnTo>
                  <a:pt x="2681" y="215252"/>
                </a:lnTo>
                <a:lnTo>
                  <a:pt x="4779" y="213270"/>
                </a:lnTo>
                <a:lnTo>
                  <a:pt x="7227" y="211754"/>
                </a:lnTo>
                <a:lnTo>
                  <a:pt x="437971" y="583"/>
                </a:lnTo>
                <a:lnTo>
                  <a:pt x="439603" y="117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noAutofit/>
          </a:bodyPr>
          <a:lstStyle/>
          <a:p>
            <a:pPr lvl="0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25" name="Freeform 6"/>
          <p:cNvSpPr/>
          <p:nvPr/>
        </p:nvSpPr>
        <p:spPr>
          <a:xfrm rot="10800000" flipH="1" flipV="1">
            <a:off x="461886" y="3136838"/>
            <a:ext cx="172500" cy="152938"/>
          </a:xfrm>
          <a:custGeom>
            <a:avLst/>
            <a:gdLst>
              <a:gd name="T0" fmla="*/ 2689 w 3491"/>
              <a:gd name="T1" fmla="*/ 15 h 3097"/>
              <a:gd name="T2" fmla="*/ 2963 w 3491"/>
              <a:gd name="T3" fmla="*/ 108 h 3097"/>
              <a:gd name="T4" fmla="*/ 3204 w 3491"/>
              <a:gd name="T5" fmla="*/ 281 h 3097"/>
              <a:gd name="T6" fmla="*/ 3382 w 3491"/>
              <a:gd name="T7" fmla="*/ 518 h 3097"/>
              <a:gd name="T8" fmla="*/ 3475 w 3491"/>
              <a:gd name="T9" fmla="*/ 786 h 3097"/>
              <a:gd name="T10" fmla="*/ 3486 w 3491"/>
              <a:gd name="T11" fmla="*/ 1066 h 3097"/>
              <a:gd name="T12" fmla="*/ 3413 w 3491"/>
              <a:gd name="T13" fmla="*/ 1339 h 3097"/>
              <a:gd name="T14" fmla="*/ 3256 w 3491"/>
              <a:gd name="T15" fmla="*/ 1586 h 3097"/>
              <a:gd name="T16" fmla="*/ 1965 w 3491"/>
              <a:gd name="T17" fmla="*/ 2838 h 3097"/>
              <a:gd name="T18" fmla="*/ 1873 w 3491"/>
              <a:gd name="T19" fmla="*/ 2828 h 3097"/>
              <a:gd name="T20" fmla="*/ 1821 w 3491"/>
              <a:gd name="T21" fmla="*/ 2749 h 3097"/>
              <a:gd name="T22" fmla="*/ 1853 w 3491"/>
              <a:gd name="T23" fmla="*/ 2662 h 3097"/>
              <a:gd name="T24" fmla="*/ 3153 w 3491"/>
              <a:gd name="T25" fmla="*/ 1355 h 3097"/>
              <a:gd name="T26" fmla="*/ 3242 w 3491"/>
              <a:gd name="T27" fmla="*/ 1126 h 3097"/>
              <a:gd name="T28" fmla="*/ 3253 w 3491"/>
              <a:gd name="T29" fmla="*/ 885 h 3097"/>
              <a:gd name="T30" fmla="*/ 3183 w 3491"/>
              <a:gd name="T31" fmla="*/ 653 h 3097"/>
              <a:gd name="T32" fmla="*/ 3035 w 3491"/>
              <a:gd name="T33" fmla="*/ 448 h 3097"/>
              <a:gd name="T34" fmla="*/ 2825 w 3491"/>
              <a:gd name="T35" fmla="*/ 301 h 3097"/>
              <a:gd name="T36" fmla="*/ 2586 w 3491"/>
              <a:gd name="T37" fmla="*/ 234 h 3097"/>
              <a:gd name="T38" fmla="*/ 2340 w 3491"/>
              <a:gd name="T39" fmla="*/ 243 h 3097"/>
              <a:gd name="T40" fmla="*/ 2108 w 3491"/>
              <a:gd name="T41" fmla="*/ 331 h 3097"/>
              <a:gd name="T42" fmla="*/ 378 w 3491"/>
              <a:gd name="T43" fmla="*/ 1972 h 3097"/>
              <a:gd name="T44" fmla="*/ 258 w 3491"/>
              <a:gd name="T45" fmla="*/ 2149 h 3097"/>
              <a:gd name="T46" fmla="*/ 218 w 3491"/>
              <a:gd name="T47" fmla="*/ 2350 h 3097"/>
              <a:gd name="T48" fmla="*/ 258 w 3491"/>
              <a:gd name="T49" fmla="*/ 2551 h 3097"/>
              <a:gd name="T50" fmla="*/ 378 w 3491"/>
              <a:gd name="T51" fmla="*/ 2728 h 3097"/>
              <a:gd name="T52" fmla="*/ 558 w 3491"/>
              <a:gd name="T53" fmla="*/ 2846 h 3097"/>
              <a:gd name="T54" fmla="*/ 763 w 3491"/>
              <a:gd name="T55" fmla="*/ 2885 h 3097"/>
              <a:gd name="T56" fmla="*/ 968 w 3491"/>
              <a:gd name="T57" fmla="*/ 2846 h 3097"/>
              <a:gd name="T58" fmla="*/ 1149 w 3491"/>
              <a:gd name="T59" fmla="*/ 2728 h 3097"/>
              <a:gd name="T60" fmla="*/ 2809 w 3491"/>
              <a:gd name="T61" fmla="*/ 1091 h 3097"/>
              <a:gd name="T62" fmla="*/ 2837 w 3491"/>
              <a:gd name="T63" fmla="*/ 942 h 3097"/>
              <a:gd name="T64" fmla="*/ 2791 w 3491"/>
              <a:gd name="T65" fmla="*/ 797 h 3097"/>
              <a:gd name="T66" fmla="*/ 2677 w 3491"/>
              <a:gd name="T67" fmla="*/ 685 h 3097"/>
              <a:gd name="T68" fmla="*/ 2528 w 3491"/>
              <a:gd name="T69" fmla="*/ 641 h 3097"/>
              <a:gd name="T70" fmla="*/ 2377 w 3491"/>
              <a:gd name="T71" fmla="*/ 668 h 3097"/>
              <a:gd name="T72" fmla="*/ 1082 w 3491"/>
              <a:gd name="T73" fmla="*/ 1906 h 3097"/>
              <a:gd name="T74" fmla="*/ 992 w 3491"/>
              <a:gd name="T75" fmla="*/ 1937 h 3097"/>
              <a:gd name="T76" fmla="*/ 911 w 3491"/>
              <a:gd name="T77" fmla="*/ 1887 h 3097"/>
              <a:gd name="T78" fmla="*/ 900 w 3491"/>
              <a:gd name="T79" fmla="*/ 1796 h 3097"/>
              <a:gd name="T80" fmla="*/ 2165 w 3491"/>
              <a:gd name="T81" fmla="*/ 546 h 3097"/>
              <a:gd name="T82" fmla="*/ 2354 w 3491"/>
              <a:gd name="T83" fmla="*/ 449 h 3097"/>
              <a:gd name="T84" fmla="*/ 2562 w 3491"/>
              <a:gd name="T85" fmla="*/ 429 h 3097"/>
              <a:gd name="T86" fmla="*/ 2763 w 3491"/>
              <a:gd name="T87" fmla="*/ 488 h 3097"/>
              <a:gd name="T88" fmla="*/ 2932 w 3491"/>
              <a:gd name="T89" fmla="*/ 623 h 3097"/>
              <a:gd name="T90" fmla="*/ 3032 w 3491"/>
              <a:gd name="T91" fmla="*/ 809 h 3097"/>
              <a:gd name="T92" fmla="*/ 3053 w 3491"/>
              <a:gd name="T93" fmla="*/ 1012 h 3097"/>
              <a:gd name="T94" fmla="*/ 2993 w 3491"/>
              <a:gd name="T95" fmla="*/ 1209 h 3097"/>
              <a:gd name="T96" fmla="*/ 1303 w 3491"/>
              <a:gd name="T97" fmla="*/ 2879 h 3097"/>
              <a:gd name="T98" fmla="*/ 1094 w 3491"/>
              <a:gd name="T99" fmla="*/ 3025 h 3097"/>
              <a:gd name="T100" fmla="*/ 855 w 3491"/>
              <a:gd name="T101" fmla="*/ 3092 h 3097"/>
              <a:gd name="T102" fmla="*/ 609 w 3491"/>
              <a:gd name="T103" fmla="*/ 3083 h 3097"/>
              <a:gd name="T104" fmla="*/ 377 w 3491"/>
              <a:gd name="T105" fmla="*/ 2995 h 3097"/>
              <a:gd name="T106" fmla="*/ 178 w 3491"/>
              <a:gd name="T107" fmla="*/ 2832 h 3097"/>
              <a:gd name="T108" fmla="*/ 51 w 3491"/>
              <a:gd name="T109" fmla="*/ 2617 h 3097"/>
              <a:gd name="T110" fmla="*/ 0 w 3491"/>
              <a:gd name="T111" fmla="*/ 2381 h 3097"/>
              <a:gd name="T112" fmla="*/ 30 w 3491"/>
              <a:gd name="T113" fmla="*/ 2141 h 3097"/>
              <a:gd name="T114" fmla="*/ 139 w 3491"/>
              <a:gd name="T115" fmla="*/ 1920 h 3097"/>
              <a:gd name="T116" fmla="*/ 1872 w 3491"/>
              <a:gd name="T117" fmla="*/ 230 h 3097"/>
              <a:gd name="T118" fmla="*/ 2123 w 3491"/>
              <a:gd name="T119" fmla="*/ 76 h 3097"/>
              <a:gd name="T120" fmla="*/ 2402 w 3491"/>
              <a:gd name="T121" fmla="*/ 5 h 30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3491" h="3097">
                <a:moveTo>
                  <a:pt x="2474" y="0"/>
                </a:moveTo>
                <a:lnTo>
                  <a:pt x="2546" y="0"/>
                </a:lnTo>
                <a:lnTo>
                  <a:pt x="2618" y="5"/>
                </a:lnTo>
                <a:lnTo>
                  <a:pt x="2689" y="15"/>
                </a:lnTo>
                <a:lnTo>
                  <a:pt x="2758" y="31"/>
                </a:lnTo>
                <a:lnTo>
                  <a:pt x="2828" y="51"/>
                </a:lnTo>
                <a:lnTo>
                  <a:pt x="2896" y="76"/>
                </a:lnTo>
                <a:lnTo>
                  <a:pt x="2963" y="108"/>
                </a:lnTo>
                <a:lnTo>
                  <a:pt x="3026" y="143"/>
                </a:lnTo>
                <a:lnTo>
                  <a:pt x="3088" y="183"/>
                </a:lnTo>
                <a:lnTo>
                  <a:pt x="3147" y="230"/>
                </a:lnTo>
                <a:lnTo>
                  <a:pt x="3204" y="281"/>
                </a:lnTo>
                <a:lnTo>
                  <a:pt x="3256" y="336"/>
                </a:lnTo>
                <a:lnTo>
                  <a:pt x="3303" y="394"/>
                </a:lnTo>
                <a:lnTo>
                  <a:pt x="3345" y="455"/>
                </a:lnTo>
                <a:lnTo>
                  <a:pt x="3382" y="518"/>
                </a:lnTo>
                <a:lnTo>
                  <a:pt x="3413" y="582"/>
                </a:lnTo>
                <a:lnTo>
                  <a:pt x="3439" y="650"/>
                </a:lnTo>
                <a:lnTo>
                  <a:pt x="3460" y="717"/>
                </a:lnTo>
                <a:lnTo>
                  <a:pt x="3475" y="786"/>
                </a:lnTo>
                <a:lnTo>
                  <a:pt x="3486" y="856"/>
                </a:lnTo>
                <a:lnTo>
                  <a:pt x="3491" y="926"/>
                </a:lnTo>
                <a:lnTo>
                  <a:pt x="3491" y="996"/>
                </a:lnTo>
                <a:lnTo>
                  <a:pt x="3486" y="1066"/>
                </a:lnTo>
                <a:lnTo>
                  <a:pt x="3475" y="1136"/>
                </a:lnTo>
                <a:lnTo>
                  <a:pt x="3460" y="1205"/>
                </a:lnTo>
                <a:lnTo>
                  <a:pt x="3439" y="1273"/>
                </a:lnTo>
                <a:lnTo>
                  <a:pt x="3413" y="1339"/>
                </a:lnTo>
                <a:lnTo>
                  <a:pt x="3382" y="1404"/>
                </a:lnTo>
                <a:lnTo>
                  <a:pt x="3345" y="1467"/>
                </a:lnTo>
                <a:lnTo>
                  <a:pt x="3303" y="1528"/>
                </a:lnTo>
                <a:lnTo>
                  <a:pt x="3256" y="1586"/>
                </a:lnTo>
                <a:lnTo>
                  <a:pt x="3204" y="1641"/>
                </a:lnTo>
                <a:lnTo>
                  <a:pt x="2007" y="2813"/>
                </a:lnTo>
                <a:lnTo>
                  <a:pt x="1988" y="2828"/>
                </a:lnTo>
                <a:lnTo>
                  <a:pt x="1965" y="2838"/>
                </a:lnTo>
                <a:lnTo>
                  <a:pt x="1942" y="2844"/>
                </a:lnTo>
                <a:lnTo>
                  <a:pt x="1918" y="2844"/>
                </a:lnTo>
                <a:lnTo>
                  <a:pt x="1894" y="2838"/>
                </a:lnTo>
                <a:lnTo>
                  <a:pt x="1873" y="2828"/>
                </a:lnTo>
                <a:lnTo>
                  <a:pt x="1853" y="2813"/>
                </a:lnTo>
                <a:lnTo>
                  <a:pt x="1837" y="2793"/>
                </a:lnTo>
                <a:lnTo>
                  <a:pt x="1827" y="2772"/>
                </a:lnTo>
                <a:lnTo>
                  <a:pt x="1821" y="2749"/>
                </a:lnTo>
                <a:lnTo>
                  <a:pt x="1821" y="2726"/>
                </a:lnTo>
                <a:lnTo>
                  <a:pt x="1827" y="2703"/>
                </a:lnTo>
                <a:lnTo>
                  <a:pt x="1837" y="2681"/>
                </a:lnTo>
                <a:lnTo>
                  <a:pt x="1853" y="2662"/>
                </a:lnTo>
                <a:lnTo>
                  <a:pt x="3035" y="1505"/>
                </a:lnTo>
                <a:lnTo>
                  <a:pt x="3079" y="1458"/>
                </a:lnTo>
                <a:lnTo>
                  <a:pt x="3118" y="1407"/>
                </a:lnTo>
                <a:lnTo>
                  <a:pt x="3153" y="1355"/>
                </a:lnTo>
                <a:lnTo>
                  <a:pt x="3183" y="1300"/>
                </a:lnTo>
                <a:lnTo>
                  <a:pt x="3208" y="1243"/>
                </a:lnTo>
                <a:lnTo>
                  <a:pt x="3228" y="1185"/>
                </a:lnTo>
                <a:lnTo>
                  <a:pt x="3242" y="1126"/>
                </a:lnTo>
                <a:lnTo>
                  <a:pt x="3253" y="1066"/>
                </a:lnTo>
                <a:lnTo>
                  <a:pt x="3257" y="1006"/>
                </a:lnTo>
                <a:lnTo>
                  <a:pt x="3257" y="946"/>
                </a:lnTo>
                <a:lnTo>
                  <a:pt x="3253" y="885"/>
                </a:lnTo>
                <a:lnTo>
                  <a:pt x="3242" y="826"/>
                </a:lnTo>
                <a:lnTo>
                  <a:pt x="3228" y="766"/>
                </a:lnTo>
                <a:lnTo>
                  <a:pt x="3208" y="709"/>
                </a:lnTo>
                <a:lnTo>
                  <a:pt x="3183" y="653"/>
                </a:lnTo>
                <a:lnTo>
                  <a:pt x="3153" y="598"/>
                </a:lnTo>
                <a:lnTo>
                  <a:pt x="3118" y="545"/>
                </a:lnTo>
                <a:lnTo>
                  <a:pt x="3079" y="495"/>
                </a:lnTo>
                <a:lnTo>
                  <a:pt x="3035" y="448"/>
                </a:lnTo>
                <a:lnTo>
                  <a:pt x="2985" y="403"/>
                </a:lnTo>
                <a:lnTo>
                  <a:pt x="2935" y="364"/>
                </a:lnTo>
                <a:lnTo>
                  <a:pt x="2881" y="331"/>
                </a:lnTo>
                <a:lnTo>
                  <a:pt x="2825" y="301"/>
                </a:lnTo>
                <a:lnTo>
                  <a:pt x="2767" y="277"/>
                </a:lnTo>
                <a:lnTo>
                  <a:pt x="2708" y="258"/>
                </a:lnTo>
                <a:lnTo>
                  <a:pt x="2648" y="243"/>
                </a:lnTo>
                <a:lnTo>
                  <a:pt x="2586" y="234"/>
                </a:lnTo>
                <a:lnTo>
                  <a:pt x="2525" y="229"/>
                </a:lnTo>
                <a:lnTo>
                  <a:pt x="2464" y="229"/>
                </a:lnTo>
                <a:lnTo>
                  <a:pt x="2402" y="234"/>
                </a:lnTo>
                <a:lnTo>
                  <a:pt x="2340" y="243"/>
                </a:lnTo>
                <a:lnTo>
                  <a:pt x="2280" y="258"/>
                </a:lnTo>
                <a:lnTo>
                  <a:pt x="2221" y="277"/>
                </a:lnTo>
                <a:lnTo>
                  <a:pt x="2164" y="301"/>
                </a:lnTo>
                <a:lnTo>
                  <a:pt x="2108" y="331"/>
                </a:lnTo>
                <a:lnTo>
                  <a:pt x="2055" y="364"/>
                </a:lnTo>
                <a:lnTo>
                  <a:pt x="2003" y="403"/>
                </a:lnTo>
                <a:lnTo>
                  <a:pt x="1955" y="448"/>
                </a:lnTo>
                <a:lnTo>
                  <a:pt x="378" y="1972"/>
                </a:lnTo>
                <a:lnTo>
                  <a:pt x="341" y="2013"/>
                </a:lnTo>
                <a:lnTo>
                  <a:pt x="307" y="2057"/>
                </a:lnTo>
                <a:lnTo>
                  <a:pt x="280" y="2102"/>
                </a:lnTo>
                <a:lnTo>
                  <a:pt x="258" y="2149"/>
                </a:lnTo>
                <a:lnTo>
                  <a:pt x="241" y="2199"/>
                </a:lnTo>
                <a:lnTo>
                  <a:pt x="228" y="2248"/>
                </a:lnTo>
                <a:lnTo>
                  <a:pt x="220" y="2299"/>
                </a:lnTo>
                <a:lnTo>
                  <a:pt x="218" y="2350"/>
                </a:lnTo>
                <a:lnTo>
                  <a:pt x="220" y="2402"/>
                </a:lnTo>
                <a:lnTo>
                  <a:pt x="228" y="2452"/>
                </a:lnTo>
                <a:lnTo>
                  <a:pt x="241" y="2503"/>
                </a:lnTo>
                <a:lnTo>
                  <a:pt x="258" y="2551"/>
                </a:lnTo>
                <a:lnTo>
                  <a:pt x="280" y="2599"/>
                </a:lnTo>
                <a:lnTo>
                  <a:pt x="307" y="2644"/>
                </a:lnTo>
                <a:lnTo>
                  <a:pt x="341" y="2687"/>
                </a:lnTo>
                <a:lnTo>
                  <a:pt x="378" y="2728"/>
                </a:lnTo>
                <a:lnTo>
                  <a:pt x="419" y="2765"/>
                </a:lnTo>
                <a:lnTo>
                  <a:pt x="463" y="2796"/>
                </a:lnTo>
                <a:lnTo>
                  <a:pt x="509" y="2824"/>
                </a:lnTo>
                <a:lnTo>
                  <a:pt x="558" y="2846"/>
                </a:lnTo>
                <a:lnTo>
                  <a:pt x="608" y="2863"/>
                </a:lnTo>
                <a:lnTo>
                  <a:pt x="660" y="2874"/>
                </a:lnTo>
                <a:lnTo>
                  <a:pt x="711" y="2882"/>
                </a:lnTo>
                <a:lnTo>
                  <a:pt x="763" y="2885"/>
                </a:lnTo>
                <a:lnTo>
                  <a:pt x="816" y="2882"/>
                </a:lnTo>
                <a:lnTo>
                  <a:pt x="867" y="2874"/>
                </a:lnTo>
                <a:lnTo>
                  <a:pt x="919" y="2863"/>
                </a:lnTo>
                <a:lnTo>
                  <a:pt x="968" y="2846"/>
                </a:lnTo>
                <a:lnTo>
                  <a:pt x="1018" y="2824"/>
                </a:lnTo>
                <a:lnTo>
                  <a:pt x="1064" y="2796"/>
                </a:lnTo>
                <a:lnTo>
                  <a:pt x="1108" y="2765"/>
                </a:lnTo>
                <a:lnTo>
                  <a:pt x="1149" y="2728"/>
                </a:lnTo>
                <a:lnTo>
                  <a:pt x="2741" y="1187"/>
                </a:lnTo>
                <a:lnTo>
                  <a:pt x="2768" y="1158"/>
                </a:lnTo>
                <a:lnTo>
                  <a:pt x="2791" y="1125"/>
                </a:lnTo>
                <a:lnTo>
                  <a:pt x="2809" y="1091"/>
                </a:lnTo>
                <a:lnTo>
                  <a:pt x="2823" y="1055"/>
                </a:lnTo>
                <a:lnTo>
                  <a:pt x="2831" y="1018"/>
                </a:lnTo>
                <a:lnTo>
                  <a:pt x="2837" y="980"/>
                </a:lnTo>
                <a:lnTo>
                  <a:pt x="2837" y="942"/>
                </a:lnTo>
                <a:lnTo>
                  <a:pt x="2831" y="904"/>
                </a:lnTo>
                <a:lnTo>
                  <a:pt x="2823" y="867"/>
                </a:lnTo>
                <a:lnTo>
                  <a:pt x="2809" y="832"/>
                </a:lnTo>
                <a:lnTo>
                  <a:pt x="2791" y="797"/>
                </a:lnTo>
                <a:lnTo>
                  <a:pt x="2768" y="764"/>
                </a:lnTo>
                <a:lnTo>
                  <a:pt x="2741" y="734"/>
                </a:lnTo>
                <a:lnTo>
                  <a:pt x="2710" y="707"/>
                </a:lnTo>
                <a:lnTo>
                  <a:pt x="2677" y="685"/>
                </a:lnTo>
                <a:lnTo>
                  <a:pt x="2642" y="668"/>
                </a:lnTo>
                <a:lnTo>
                  <a:pt x="2605" y="654"/>
                </a:lnTo>
                <a:lnTo>
                  <a:pt x="2567" y="645"/>
                </a:lnTo>
                <a:lnTo>
                  <a:pt x="2528" y="641"/>
                </a:lnTo>
                <a:lnTo>
                  <a:pt x="2490" y="641"/>
                </a:lnTo>
                <a:lnTo>
                  <a:pt x="2452" y="645"/>
                </a:lnTo>
                <a:lnTo>
                  <a:pt x="2415" y="654"/>
                </a:lnTo>
                <a:lnTo>
                  <a:pt x="2377" y="668"/>
                </a:lnTo>
                <a:lnTo>
                  <a:pt x="2343" y="685"/>
                </a:lnTo>
                <a:lnTo>
                  <a:pt x="2309" y="707"/>
                </a:lnTo>
                <a:lnTo>
                  <a:pt x="2278" y="734"/>
                </a:lnTo>
                <a:lnTo>
                  <a:pt x="1082" y="1906"/>
                </a:lnTo>
                <a:lnTo>
                  <a:pt x="1062" y="1922"/>
                </a:lnTo>
                <a:lnTo>
                  <a:pt x="1040" y="1931"/>
                </a:lnTo>
                <a:lnTo>
                  <a:pt x="1017" y="1937"/>
                </a:lnTo>
                <a:lnTo>
                  <a:pt x="992" y="1937"/>
                </a:lnTo>
                <a:lnTo>
                  <a:pt x="969" y="1931"/>
                </a:lnTo>
                <a:lnTo>
                  <a:pt x="947" y="1922"/>
                </a:lnTo>
                <a:lnTo>
                  <a:pt x="927" y="1906"/>
                </a:lnTo>
                <a:lnTo>
                  <a:pt x="911" y="1887"/>
                </a:lnTo>
                <a:lnTo>
                  <a:pt x="900" y="1865"/>
                </a:lnTo>
                <a:lnTo>
                  <a:pt x="896" y="1842"/>
                </a:lnTo>
                <a:lnTo>
                  <a:pt x="896" y="1819"/>
                </a:lnTo>
                <a:lnTo>
                  <a:pt x="900" y="1796"/>
                </a:lnTo>
                <a:lnTo>
                  <a:pt x="911" y="1775"/>
                </a:lnTo>
                <a:lnTo>
                  <a:pt x="927" y="1755"/>
                </a:lnTo>
                <a:lnTo>
                  <a:pt x="2123" y="583"/>
                </a:lnTo>
                <a:lnTo>
                  <a:pt x="2165" y="546"/>
                </a:lnTo>
                <a:lnTo>
                  <a:pt x="2209" y="515"/>
                </a:lnTo>
                <a:lnTo>
                  <a:pt x="2255" y="488"/>
                </a:lnTo>
                <a:lnTo>
                  <a:pt x="2304" y="465"/>
                </a:lnTo>
                <a:lnTo>
                  <a:pt x="2354" y="449"/>
                </a:lnTo>
                <a:lnTo>
                  <a:pt x="2405" y="436"/>
                </a:lnTo>
                <a:lnTo>
                  <a:pt x="2457" y="429"/>
                </a:lnTo>
                <a:lnTo>
                  <a:pt x="2509" y="427"/>
                </a:lnTo>
                <a:lnTo>
                  <a:pt x="2562" y="429"/>
                </a:lnTo>
                <a:lnTo>
                  <a:pt x="2613" y="436"/>
                </a:lnTo>
                <a:lnTo>
                  <a:pt x="2665" y="449"/>
                </a:lnTo>
                <a:lnTo>
                  <a:pt x="2714" y="465"/>
                </a:lnTo>
                <a:lnTo>
                  <a:pt x="2763" y="488"/>
                </a:lnTo>
                <a:lnTo>
                  <a:pt x="2810" y="515"/>
                </a:lnTo>
                <a:lnTo>
                  <a:pt x="2854" y="546"/>
                </a:lnTo>
                <a:lnTo>
                  <a:pt x="2895" y="583"/>
                </a:lnTo>
                <a:lnTo>
                  <a:pt x="2932" y="623"/>
                </a:lnTo>
                <a:lnTo>
                  <a:pt x="2965" y="666"/>
                </a:lnTo>
                <a:lnTo>
                  <a:pt x="2993" y="713"/>
                </a:lnTo>
                <a:lnTo>
                  <a:pt x="3015" y="760"/>
                </a:lnTo>
                <a:lnTo>
                  <a:pt x="3032" y="809"/>
                </a:lnTo>
                <a:lnTo>
                  <a:pt x="3045" y="859"/>
                </a:lnTo>
                <a:lnTo>
                  <a:pt x="3053" y="910"/>
                </a:lnTo>
                <a:lnTo>
                  <a:pt x="3055" y="961"/>
                </a:lnTo>
                <a:lnTo>
                  <a:pt x="3053" y="1012"/>
                </a:lnTo>
                <a:lnTo>
                  <a:pt x="3045" y="1063"/>
                </a:lnTo>
                <a:lnTo>
                  <a:pt x="3032" y="1113"/>
                </a:lnTo>
                <a:lnTo>
                  <a:pt x="3015" y="1162"/>
                </a:lnTo>
                <a:lnTo>
                  <a:pt x="2993" y="1209"/>
                </a:lnTo>
                <a:lnTo>
                  <a:pt x="2965" y="1255"/>
                </a:lnTo>
                <a:lnTo>
                  <a:pt x="2932" y="1298"/>
                </a:lnTo>
                <a:lnTo>
                  <a:pt x="2895" y="1339"/>
                </a:lnTo>
                <a:lnTo>
                  <a:pt x="1303" y="2879"/>
                </a:lnTo>
                <a:lnTo>
                  <a:pt x="1255" y="2923"/>
                </a:lnTo>
                <a:lnTo>
                  <a:pt x="1203" y="2962"/>
                </a:lnTo>
                <a:lnTo>
                  <a:pt x="1150" y="2995"/>
                </a:lnTo>
                <a:lnTo>
                  <a:pt x="1094" y="3025"/>
                </a:lnTo>
                <a:lnTo>
                  <a:pt x="1036" y="3049"/>
                </a:lnTo>
                <a:lnTo>
                  <a:pt x="977" y="3068"/>
                </a:lnTo>
                <a:lnTo>
                  <a:pt x="917" y="3083"/>
                </a:lnTo>
                <a:lnTo>
                  <a:pt x="855" y="3092"/>
                </a:lnTo>
                <a:lnTo>
                  <a:pt x="794" y="3097"/>
                </a:lnTo>
                <a:lnTo>
                  <a:pt x="733" y="3097"/>
                </a:lnTo>
                <a:lnTo>
                  <a:pt x="671" y="3092"/>
                </a:lnTo>
                <a:lnTo>
                  <a:pt x="609" y="3083"/>
                </a:lnTo>
                <a:lnTo>
                  <a:pt x="549" y="3068"/>
                </a:lnTo>
                <a:lnTo>
                  <a:pt x="490" y="3049"/>
                </a:lnTo>
                <a:lnTo>
                  <a:pt x="433" y="3025"/>
                </a:lnTo>
                <a:lnTo>
                  <a:pt x="377" y="2995"/>
                </a:lnTo>
                <a:lnTo>
                  <a:pt x="323" y="2962"/>
                </a:lnTo>
                <a:lnTo>
                  <a:pt x="272" y="2923"/>
                </a:lnTo>
                <a:lnTo>
                  <a:pt x="224" y="2879"/>
                </a:lnTo>
                <a:lnTo>
                  <a:pt x="178" y="2832"/>
                </a:lnTo>
                <a:lnTo>
                  <a:pt x="139" y="2782"/>
                </a:lnTo>
                <a:lnTo>
                  <a:pt x="104" y="2729"/>
                </a:lnTo>
                <a:lnTo>
                  <a:pt x="75" y="2674"/>
                </a:lnTo>
                <a:lnTo>
                  <a:pt x="51" y="2617"/>
                </a:lnTo>
                <a:lnTo>
                  <a:pt x="30" y="2560"/>
                </a:lnTo>
                <a:lnTo>
                  <a:pt x="15" y="2501"/>
                </a:lnTo>
                <a:lnTo>
                  <a:pt x="5" y="2441"/>
                </a:lnTo>
                <a:lnTo>
                  <a:pt x="0" y="2381"/>
                </a:lnTo>
                <a:lnTo>
                  <a:pt x="0" y="2321"/>
                </a:lnTo>
                <a:lnTo>
                  <a:pt x="5" y="2260"/>
                </a:lnTo>
                <a:lnTo>
                  <a:pt x="15" y="2200"/>
                </a:lnTo>
                <a:lnTo>
                  <a:pt x="30" y="2141"/>
                </a:lnTo>
                <a:lnTo>
                  <a:pt x="51" y="2083"/>
                </a:lnTo>
                <a:lnTo>
                  <a:pt x="75" y="2027"/>
                </a:lnTo>
                <a:lnTo>
                  <a:pt x="104" y="1972"/>
                </a:lnTo>
                <a:lnTo>
                  <a:pt x="139" y="1920"/>
                </a:lnTo>
                <a:lnTo>
                  <a:pt x="178" y="1869"/>
                </a:lnTo>
                <a:lnTo>
                  <a:pt x="224" y="1822"/>
                </a:lnTo>
                <a:lnTo>
                  <a:pt x="1815" y="281"/>
                </a:lnTo>
                <a:lnTo>
                  <a:pt x="1872" y="230"/>
                </a:lnTo>
                <a:lnTo>
                  <a:pt x="1931" y="183"/>
                </a:lnTo>
                <a:lnTo>
                  <a:pt x="1992" y="143"/>
                </a:lnTo>
                <a:lnTo>
                  <a:pt x="2057" y="108"/>
                </a:lnTo>
                <a:lnTo>
                  <a:pt x="2123" y="76"/>
                </a:lnTo>
                <a:lnTo>
                  <a:pt x="2191" y="51"/>
                </a:lnTo>
                <a:lnTo>
                  <a:pt x="2261" y="31"/>
                </a:lnTo>
                <a:lnTo>
                  <a:pt x="2331" y="15"/>
                </a:lnTo>
                <a:lnTo>
                  <a:pt x="2402" y="5"/>
                </a:lnTo>
                <a:lnTo>
                  <a:pt x="2474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lvl="0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27" name="그룹 26"/>
          <p:cNvGrpSpPr/>
          <p:nvPr/>
        </p:nvGrpSpPr>
        <p:grpSpPr>
          <a:xfrm>
            <a:off x="393568" y="656552"/>
            <a:ext cx="323769" cy="323769"/>
            <a:chOff x="1593332" y="2172798"/>
            <a:chExt cx="1083168" cy="1083168"/>
          </a:xfrm>
        </p:grpSpPr>
        <p:sp>
          <p:nvSpPr>
            <p:cNvPr id="28" name="타원 27"/>
            <p:cNvSpPr/>
            <p:nvPr/>
          </p:nvSpPr>
          <p:spPr>
            <a:xfrm>
              <a:off x="1593332" y="2172798"/>
              <a:ext cx="1083168" cy="1083168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b="1">
                <a:solidFill>
                  <a:prstClr val="white"/>
                </a:solidFill>
              </a:endParaRPr>
            </a:p>
          </p:txBody>
        </p:sp>
        <p:pic>
          <p:nvPicPr>
            <p:cNvPr id="29" name="그림 28"/>
            <p:cNvPicPr>
              <a:picLocks noChangeAspect="1"/>
            </p:cNvPicPr>
            <p:nvPr/>
          </p:nvPicPr>
          <p:blipFill rotWithShape="1">
            <a:blip r:embed="rId2"/>
            <a:stretch>
              <a:fillRect/>
            </a:stretch>
          </p:blipFill>
          <p:spPr>
            <a:xfrm>
              <a:off x="1741655" y="2321121"/>
              <a:ext cx="786521" cy="786521"/>
            </a:xfrm>
            <a:prstGeom prst="rect">
              <a:avLst/>
            </a:prstGeom>
          </p:spPr>
        </p:pic>
      </p:grpSp>
      <p:sp>
        <p:nvSpPr>
          <p:cNvPr id="32" name="모서리가 둥근 직사각형 31"/>
          <p:cNvSpPr/>
          <p:nvPr/>
        </p:nvSpPr>
        <p:spPr>
          <a:xfrm>
            <a:off x="350136" y="1719059"/>
            <a:ext cx="396000" cy="396000"/>
          </a:xfrm>
          <a:prstGeom prst="roundRect">
            <a:avLst>
              <a:gd name="adj" fmla="val 16667"/>
            </a:avLst>
          </a:prstGeom>
          <a:solidFill>
            <a:srgbClr val="00D6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" anchor="ctr"/>
          <a:lstStyle/>
          <a:p>
            <a:pPr lvl="0">
              <a:defRPr/>
            </a:pPr>
            <a:endParaRPr lang="en-US" altLang="ko-KR" sz="1050">
              <a:solidFill>
                <a:prstClr val="white"/>
              </a:solidFill>
            </a:endParaRPr>
          </a:p>
        </p:txBody>
      </p:sp>
      <p:grpSp>
        <p:nvGrpSpPr>
          <p:cNvPr id="20" name="Group 12"/>
          <p:cNvGrpSpPr>
            <a:grpSpLocks noChangeAspect="1"/>
          </p:cNvGrpSpPr>
          <p:nvPr/>
        </p:nvGrpSpPr>
        <p:grpSpPr>
          <a:xfrm>
            <a:off x="433464" y="1832474"/>
            <a:ext cx="229344" cy="182438"/>
            <a:chOff x="6124" y="305"/>
            <a:chExt cx="841" cy="669"/>
          </a:xfrm>
          <a:solidFill>
            <a:schemeClr val="bg1"/>
          </a:solidFill>
        </p:grpSpPr>
        <p:sp>
          <p:nvSpPr>
            <p:cNvPr id="21" name="Freeform 13"/>
            <p:cNvSpPr/>
            <p:nvPr/>
          </p:nvSpPr>
          <p:spPr>
            <a:xfrm>
              <a:off x="6244" y="440"/>
              <a:ext cx="601" cy="534"/>
            </a:xfrm>
            <a:custGeom>
              <a:avLst/>
              <a:gdLst>
                <a:gd name="T0" fmla="*/ 902 w 1802"/>
                <a:gd name="T1" fmla="*/ 0 h 1602"/>
                <a:gd name="T2" fmla="*/ 2 w 1802"/>
                <a:gd name="T3" fmla="*/ 742 h 1602"/>
                <a:gd name="T4" fmla="*/ 2 w 1802"/>
                <a:gd name="T5" fmla="*/ 743 h 1602"/>
                <a:gd name="T6" fmla="*/ 2 w 1802"/>
                <a:gd name="T7" fmla="*/ 746 h 1602"/>
                <a:gd name="T8" fmla="*/ 0 w 1802"/>
                <a:gd name="T9" fmla="*/ 749 h 1602"/>
                <a:gd name="T10" fmla="*/ 0 w 1802"/>
                <a:gd name="T11" fmla="*/ 751 h 1602"/>
                <a:gd name="T12" fmla="*/ 0 w 1802"/>
                <a:gd name="T13" fmla="*/ 1501 h 1602"/>
                <a:gd name="T14" fmla="*/ 2 w 1802"/>
                <a:gd name="T15" fmla="*/ 1521 h 1602"/>
                <a:gd name="T16" fmla="*/ 16 w 1802"/>
                <a:gd name="T17" fmla="*/ 1557 h 1602"/>
                <a:gd name="T18" fmla="*/ 30 w 1802"/>
                <a:gd name="T19" fmla="*/ 1572 h 1602"/>
                <a:gd name="T20" fmla="*/ 45 w 1802"/>
                <a:gd name="T21" fmla="*/ 1586 h 1602"/>
                <a:gd name="T22" fmla="*/ 81 w 1802"/>
                <a:gd name="T23" fmla="*/ 1601 h 1602"/>
                <a:gd name="T24" fmla="*/ 100 w 1802"/>
                <a:gd name="T25" fmla="*/ 1602 h 1602"/>
                <a:gd name="T26" fmla="*/ 702 w 1802"/>
                <a:gd name="T27" fmla="*/ 1602 h 1602"/>
                <a:gd name="T28" fmla="*/ 702 w 1802"/>
                <a:gd name="T29" fmla="*/ 1001 h 1602"/>
                <a:gd name="T30" fmla="*/ 1102 w 1802"/>
                <a:gd name="T31" fmla="*/ 1001 h 1602"/>
                <a:gd name="T32" fmla="*/ 1102 w 1802"/>
                <a:gd name="T33" fmla="*/ 1602 h 1602"/>
                <a:gd name="T34" fmla="*/ 1703 w 1802"/>
                <a:gd name="T35" fmla="*/ 1602 h 1602"/>
                <a:gd name="T36" fmla="*/ 1723 w 1802"/>
                <a:gd name="T37" fmla="*/ 1601 h 1602"/>
                <a:gd name="T38" fmla="*/ 1758 w 1802"/>
                <a:gd name="T39" fmla="*/ 1586 h 1602"/>
                <a:gd name="T40" fmla="*/ 1773 w 1802"/>
                <a:gd name="T41" fmla="*/ 1572 h 1602"/>
                <a:gd name="T42" fmla="*/ 1786 w 1802"/>
                <a:gd name="T43" fmla="*/ 1557 h 1602"/>
                <a:gd name="T44" fmla="*/ 1802 w 1802"/>
                <a:gd name="T45" fmla="*/ 1521 h 1602"/>
                <a:gd name="T46" fmla="*/ 1802 w 1802"/>
                <a:gd name="T47" fmla="*/ 1501 h 1602"/>
                <a:gd name="T48" fmla="*/ 1802 w 1802"/>
                <a:gd name="T49" fmla="*/ 751 h 1602"/>
                <a:gd name="T50" fmla="*/ 1802 w 1802"/>
                <a:gd name="T51" fmla="*/ 745 h 1602"/>
                <a:gd name="T52" fmla="*/ 1801 w 1802"/>
                <a:gd name="T53" fmla="*/ 742 h 1602"/>
                <a:gd name="T54" fmla="*/ 902 w 1802"/>
                <a:gd name="T55" fmla="*/ 0 h 1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802" h="1602">
                  <a:moveTo>
                    <a:pt x="902" y="0"/>
                  </a:moveTo>
                  <a:lnTo>
                    <a:pt x="2" y="742"/>
                  </a:lnTo>
                  <a:lnTo>
                    <a:pt x="2" y="743"/>
                  </a:lnTo>
                  <a:lnTo>
                    <a:pt x="2" y="746"/>
                  </a:lnTo>
                  <a:lnTo>
                    <a:pt x="0" y="749"/>
                  </a:lnTo>
                  <a:lnTo>
                    <a:pt x="0" y="751"/>
                  </a:lnTo>
                  <a:lnTo>
                    <a:pt x="0" y="1501"/>
                  </a:lnTo>
                  <a:lnTo>
                    <a:pt x="2" y="1521"/>
                  </a:lnTo>
                  <a:lnTo>
                    <a:pt x="16" y="1557"/>
                  </a:lnTo>
                  <a:lnTo>
                    <a:pt x="30" y="1572"/>
                  </a:lnTo>
                  <a:lnTo>
                    <a:pt x="45" y="1586"/>
                  </a:lnTo>
                  <a:lnTo>
                    <a:pt x="81" y="1601"/>
                  </a:lnTo>
                  <a:lnTo>
                    <a:pt x="100" y="1602"/>
                  </a:lnTo>
                  <a:lnTo>
                    <a:pt x="702" y="1602"/>
                  </a:lnTo>
                  <a:lnTo>
                    <a:pt x="702" y="1001"/>
                  </a:lnTo>
                  <a:lnTo>
                    <a:pt x="1102" y="1001"/>
                  </a:lnTo>
                  <a:lnTo>
                    <a:pt x="1102" y="1602"/>
                  </a:lnTo>
                  <a:lnTo>
                    <a:pt x="1703" y="1602"/>
                  </a:lnTo>
                  <a:lnTo>
                    <a:pt x="1723" y="1601"/>
                  </a:lnTo>
                  <a:lnTo>
                    <a:pt x="1758" y="1586"/>
                  </a:lnTo>
                  <a:lnTo>
                    <a:pt x="1773" y="1572"/>
                  </a:lnTo>
                  <a:lnTo>
                    <a:pt x="1786" y="1557"/>
                  </a:lnTo>
                  <a:lnTo>
                    <a:pt x="1802" y="1521"/>
                  </a:lnTo>
                  <a:lnTo>
                    <a:pt x="1802" y="1501"/>
                  </a:lnTo>
                  <a:lnTo>
                    <a:pt x="1802" y="751"/>
                  </a:lnTo>
                  <a:lnTo>
                    <a:pt x="1802" y="745"/>
                  </a:lnTo>
                  <a:lnTo>
                    <a:pt x="1801" y="742"/>
                  </a:lnTo>
                  <a:lnTo>
                    <a:pt x="90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anchor="t" anchorCtr="0">
              <a:prstTxWarp prst="textNoShape">
                <a:avLst/>
              </a:prstTxWarp>
            </a:bodyPr>
            <a:lstStyle/>
            <a:p>
              <a:pPr lvl="0"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22" name="Freeform 14"/>
            <p:cNvSpPr/>
            <p:nvPr/>
          </p:nvSpPr>
          <p:spPr>
            <a:xfrm>
              <a:off x="6124" y="305"/>
              <a:ext cx="841" cy="394"/>
            </a:xfrm>
            <a:custGeom>
              <a:avLst/>
              <a:gdLst>
                <a:gd name="T0" fmla="*/ 2505 w 2522"/>
                <a:gd name="T1" fmla="*/ 978 h 1181"/>
                <a:gd name="T2" fmla="*/ 2162 w 2522"/>
                <a:gd name="T3" fmla="*/ 694 h 1181"/>
                <a:gd name="T4" fmla="*/ 2162 w 2522"/>
                <a:gd name="T5" fmla="*/ 54 h 1181"/>
                <a:gd name="T6" fmla="*/ 2162 w 2522"/>
                <a:gd name="T7" fmla="*/ 44 h 1181"/>
                <a:gd name="T8" fmla="*/ 2155 w 2522"/>
                <a:gd name="T9" fmla="*/ 26 h 1181"/>
                <a:gd name="T10" fmla="*/ 2149 w 2522"/>
                <a:gd name="T11" fmla="*/ 18 h 1181"/>
                <a:gd name="T12" fmla="*/ 2141 w 2522"/>
                <a:gd name="T13" fmla="*/ 13 h 1181"/>
                <a:gd name="T14" fmla="*/ 2123 w 2522"/>
                <a:gd name="T15" fmla="*/ 5 h 1181"/>
                <a:gd name="T16" fmla="*/ 2113 w 2522"/>
                <a:gd name="T17" fmla="*/ 5 h 1181"/>
                <a:gd name="T18" fmla="*/ 1812 w 2522"/>
                <a:gd name="T19" fmla="*/ 5 h 1181"/>
                <a:gd name="T20" fmla="*/ 1802 w 2522"/>
                <a:gd name="T21" fmla="*/ 5 h 1181"/>
                <a:gd name="T22" fmla="*/ 1783 w 2522"/>
                <a:gd name="T23" fmla="*/ 13 h 1181"/>
                <a:gd name="T24" fmla="*/ 1776 w 2522"/>
                <a:gd name="T25" fmla="*/ 18 h 1181"/>
                <a:gd name="T26" fmla="*/ 1770 w 2522"/>
                <a:gd name="T27" fmla="*/ 26 h 1181"/>
                <a:gd name="T28" fmla="*/ 1763 w 2522"/>
                <a:gd name="T29" fmla="*/ 44 h 1181"/>
                <a:gd name="T30" fmla="*/ 1762 w 2522"/>
                <a:gd name="T31" fmla="*/ 54 h 1181"/>
                <a:gd name="T32" fmla="*/ 1762 w 2522"/>
                <a:gd name="T33" fmla="*/ 360 h 1181"/>
                <a:gd name="T34" fmla="*/ 1380 w 2522"/>
                <a:gd name="T35" fmla="*/ 41 h 1181"/>
                <a:gd name="T36" fmla="*/ 1354 w 2522"/>
                <a:gd name="T37" fmla="*/ 23 h 1181"/>
                <a:gd name="T38" fmla="*/ 1295 w 2522"/>
                <a:gd name="T39" fmla="*/ 1 h 1181"/>
                <a:gd name="T40" fmla="*/ 1262 w 2522"/>
                <a:gd name="T41" fmla="*/ 0 h 1181"/>
                <a:gd name="T42" fmla="*/ 1227 w 2522"/>
                <a:gd name="T43" fmla="*/ 1 h 1181"/>
                <a:gd name="T44" fmla="*/ 1168 w 2522"/>
                <a:gd name="T45" fmla="*/ 23 h 1181"/>
                <a:gd name="T46" fmla="*/ 1142 w 2522"/>
                <a:gd name="T47" fmla="*/ 41 h 1181"/>
                <a:gd name="T48" fmla="*/ 17 w 2522"/>
                <a:gd name="T49" fmla="*/ 978 h 1181"/>
                <a:gd name="T50" fmla="*/ 10 w 2522"/>
                <a:gd name="T51" fmla="*/ 985 h 1181"/>
                <a:gd name="T52" fmla="*/ 1 w 2522"/>
                <a:gd name="T53" fmla="*/ 1001 h 1181"/>
                <a:gd name="T54" fmla="*/ 0 w 2522"/>
                <a:gd name="T55" fmla="*/ 1012 h 1181"/>
                <a:gd name="T56" fmla="*/ 0 w 2522"/>
                <a:gd name="T57" fmla="*/ 1023 h 1181"/>
                <a:gd name="T58" fmla="*/ 6 w 2522"/>
                <a:gd name="T59" fmla="*/ 1040 h 1181"/>
                <a:gd name="T60" fmla="*/ 12 w 2522"/>
                <a:gd name="T61" fmla="*/ 1048 h 1181"/>
                <a:gd name="T62" fmla="*/ 108 w 2522"/>
                <a:gd name="T63" fmla="*/ 1164 h 1181"/>
                <a:gd name="T64" fmla="*/ 122 w 2522"/>
                <a:gd name="T65" fmla="*/ 1177 h 1181"/>
                <a:gd name="T66" fmla="*/ 141 w 2522"/>
                <a:gd name="T67" fmla="*/ 1181 h 1181"/>
                <a:gd name="T68" fmla="*/ 160 w 2522"/>
                <a:gd name="T69" fmla="*/ 1181 h 1181"/>
                <a:gd name="T70" fmla="*/ 179 w 2522"/>
                <a:gd name="T71" fmla="*/ 1171 h 1181"/>
                <a:gd name="T72" fmla="*/ 1262 w 2522"/>
                <a:gd name="T73" fmla="*/ 268 h 1181"/>
                <a:gd name="T74" fmla="*/ 2344 w 2522"/>
                <a:gd name="T75" fmla="*/ 1171 h 1181"/>
                <a:gd name="T76" fmla="*/ 2358 w 2522"/>
                <a:gd name="T77" fmla="*/ 1180 h 1181"/>
                <a:gd name="T78" fmla="*/ 2377 w 2522"/>
                <a:gd name="T79" fmla="*/ 1181 h 1181"/>
                <a:gd name="T80" fmla="*/ 2383 w 2522"/>
                <a:gd name="T81" fmla="*/ 1181 h 1181"/>
                <a:gd name="T82" fmla="*/ 2401 w 2522"/>
                <a:gd name="T83" fmla="*/ 1177 h 1181"/>
                <a:gd name="T84" fmla="*/ 2414 w 2522"/>
                <a:gd name="T85" fmla="*/ 1164 h 1181"/>
                <a:gd name="T86" fmla="*/ 2512 w 2522"/>
                <a:gd name="T87" fmla="*/ 1048 h 1181"/>
                <a:gd name="T88" fmla="*/ 2518 w 2522"/>
                <a:gd name="T89" fmla="*/ 1040 h 1181"/>
                <a:gd name="T90" fmla="*/ 2522 w 2522"/>
                <a:gd name="T91" fmla="*/ 1023 h 1181"/>
                <a:gd name="T92" fmla="*/ 2522 w 2522"/>
                <a:gd name="T93" fmla="*/ 1012 h 1181"/>
                <a:gd name="T94" fmla="*/ 2521 w 2522"/>
                <a:gd name="T95" fmla="*/ 1001 h 1181"/>
                <a:gd name="T96" fmla="*/ 2512 w 2522"/>
                <a:gd name="T97" fmla="*/ 985 h 1181"/>
                <a:gd name="T98" fmla="*/ 2505 w 2522"/>
                <a:gd name="T99" fmla="*/ 978 h 1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22" h="1181">
                  <a:moveTo>
                    <a:pt x="2505" y="978"/>
                  </a:moveTo>
                  <a:lnTo>
                    <a:pt x="2162" y="694"/>
                  </a:lnTo>
                  <a:lnTo>
                    <a:pt x="2162" y="54"/>
                  </a:lnTo>
                  <a:lnTo>
                    <a:pt x="2162" y="44"/>
                  </a:lnTo>
                  <a:lnTo>
                    <a:pt x="2155" y="26"/>
                  </a:lnTo>
                  <a:lnTo>
                    <a:pt x="2149" y="18"/>
                  </a:lnTo>
                  <a:lnTo>
                    <a:pt x="2141" y="13"/>
                  </a:lnTo>
                  <a:lnTo>
                    <a:pt x="2123" y="5"/>
                  </a:lnTo>
                  <a:lnTo>
                    <a:pt x="2113" y="5"/>
                  </a:lnTo>
                  <a:lnTo>
                    <a:pt x="1812" y="5"/>
                  </a:lnTo>
                  <a:lnTo>
                    <a:pt x="1802" y="5"/>
                  </a:lnTo>
                  <a:lnTo>
                    <a:pt x="1783" y="13"/>
                  </a:lnTo>
                  <a:lnTo>
                    <a:pt x="1776" y="18"/>
                  </a:lnTo>
                  <a:lnTo>
                    <a:pt x="1770" y="26"/>
                  </a:lnTo>
                  <a:lnTo>
                    <a:pt x="1763" y="44"/>
                  </a:lnTo>
                  <a:lnTo>
                    <a:pt x="1762" y="54"/>
                  </a:lnTo>
                  <a:lnTo>
                    <a:pt x="1762" y="360"/>
                  </a:lnTo>
                  <a:lnTo>
                    <a:pt x="1380" y="41"/>
                  </a:lnTo>
                  <a:lnTo>
                    <a:pt x="1354" y="23"/>
                  </a:lnTo>
                  <a:lnTo>
                    <a:pt x="1295" y="1"/>
                  </a:lnTo>
                  <a:lnTo>
                    <a:pt x="1262" y="0"/>
                  </a:lnTo>
                  <a:lnTo>
                    <a:pt x="1227" y="1"/>
                  </a:lnTo>
                  <a:lnTo>
                    <a:pt x="1168" y="23"/>
                  </a:lnTo>
                  <a:lnTo>
                    <a:pt x="1142" y="41"/>
                  </a:lnTo>
                  <a:lnTo>
                    <a:pt x="17" y="978"/>
                  </a:lnTo>
                  <a:lnTo>
                    <a:pt x="10" y="985"/>
                  </a:lnTo>
                  <a:lnTo>
                    <a:pt x="1" y="1001"/>
                  </a:lnTo>
                  <a:lnTo>
                    <a:pt x="0" y="1012"/>
                  </a:lnTo>
                  <a:lnTo>
                    <a:pt x="0" y="1023"/>
                  </a:lnTo>
                  <a:lnTo>
                    <a:pt x="6" y="1040"/>
                  </a:lnTo>
                  <a:lnTo>
                    <a:pt x="12" y="1048"/>
                  </a:lnTo>
                  <a:lnTo>
                    <a:pt x="108" y="1164"/>
                  </a:lnTo>
                  <a:lnTo>
                    <a:pt x="122" y="1177"/>
                  </a:lnTo>
                  <a:lnTo>
                    <a:pt x="141" y="1181"/>
                  </a:lnTo>
                  <a:lnTo>
                    <a:pt x="160" y="1181"/>
                  </a:lnTo>
                  <a:lnTo>
                    <a:pt x="179" y="1171"/>
                  </a:lnTo>
                  <a:lnTo>
                    <a:pt x="1262" y="268"/>
                  </a:lnTo>
                  <a:lnTo>
                    <a:pt x="2344" y="1171"/>
                  </a:lnTo>
                  <a:lnTo>
                    <a:pt x="2358" y="1180"/>
                  </a:lnTo>
                  <a:lnTo>
                    <a:pt x="2377" y="1181"/>
                  </a:lnTo>
                  <a:lnTo>
                    <a:pt x="2383" y="1181"/>
                  </a:lnTo>
                  <a:lnTo>
                    <a:pt x="2401" y="1177"/>
                  </a:lnTo>
                  <a:lnTo>
                    <a:pt x="2414" y="1164"/>
                  </a:lnTo>
                  <a:lnTo>
                    <a:pt x="2512" y="1048"/>
                  </a:lnTo>
                  <a:lnTo>
                    <a:pt x="2518" y="1040"/>
                  </a:lnTo>
                  <a:lnTo>
                    <a:pt x="2522" y="1023"/>
                  </a:lnTo>
                  <a:lnTo>
                    <a:pt x="2522" y="1012"/>
                  </a:lnTo>
                  <a:lnTo>
                    <a:pt x="2521" y="1001"/>
                  </a:lnTo>
                  <a:lnTo>
                    <a:pt x="2512" y="985"/>
                  </a:lnTo>
                  <a:lnTo>
                    <a:pt x="2505" y="97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anchor="t" anchorCtr="0">
              <a:prstTxWarp prst="textNoShape">
                <a:avLst/>
              </a:prstTxWarp>
            </a:bodyPr>
            <a:lstStyle/>
            <a:p>
              <a:pPr lvl="0"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35" name="타원 34"/>
          <p:cNvSpPr/>
          <p:nvPr/>
        </p:nvSpPr>
        <p:spPr>
          <a:xfrm>
            <a:off x="578088" y="2370814"/>
            <a:ext cx="177525" cy="17752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anchor="ctr"/>
          <a:lstStyle/>
          <a:p>
            <a:pPr algn="ctr">
              <a:defRPr/>
            </a:pPr>
            <a:r>
              <a:rPr lang="en-US" altLang="ko-KR" sz="1000">
                <a:solidFill>
                  <a:prstClr val="white"/>
                </a:solidFill>
              </a:rPr>
              <a:t>12</a:t>
            </a:r>
          </a:p>
        </p:txBody>
      </p:sp>
      <p:sp>
        <p:nvSpPr>
          <p:cNvPr id="38" name="직사각형 37"/>
          <p:cNvSpPr/>
          <p:nvPr/>
        </p:nvSpPr>
        <p:spPr>
          <a:xfrm>
            <a:off x="1420813" y="537998"/>
            <a:ext cx="6096000" cy="907897"/>
          </a:xfrm>
          <a:prstGeom prst="rect">
            <a:avLst/>
          </a:prstGeom>
        </p:spPr>
        <p:txBody>
          <a:bodyPr>
            <a:spAutoFit/>
          </a:bodyPr>
          <a:lstStyle/>
          <a:p>
            <a:pPr latinLnBrk="0">
              <a:lnSpc>
                <a:spcPct val="150000"/>
              </a:lnSpc>
              <a:defRPr/>
            </a:pPr>
            <a:r>
              <a:rPr lang="en-US" altLang="ko-KR" sz="2600" b="1" i="1" kern="0">
                <a:solidFill>
                  <a:prstClr val="black">
                    <a:lumMod val="65000"/>
                    <a:lumOff val="35000"/>
                  </a:prstClr>
                </a:solidFill>
              </a:rPr>
              <a:t>DESIGN</a:t>
            </a:r>
            <a:endParaRPr lang="ko-KR" altLang="en-US" sz="2600" b="1" i="1" kern="0">
              <a:solidFill>
                <a:prstClr val="black">
                  <a:lumMod val="65000"/>
                  <a:lumOff val="35000"/>
                </a:prstClr>
              </a:solidFill>
            </a:endParaRPr>
          </a:p>
          <a:p>
            <a:pPr latinLnBrk="0">
              <a:lnSpc>
                <a:spcPct val="150000"/>
              </a:lnSpc>
              <a:defRPr/>
            </a:pPr>
            <a:r>
              <a:rPr lang="en-US" altLang="ko-KR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LOGIN&gt;SIGN UP&gt;</a:t>
            </a:r>
            <a:r>
              <a:rPr lang="en-US" altLang="ko-KR" sz="1000" b="1" kern="0">
                <a:solidFill>
                  <a:schemeClr val="accent6"/>
                </a:solidFill>
              </a:rPr>
              <a:t>MAIN</a:t>
            </a:r>
            <a:r>
              <a:rPr lang="en-US" altLang="ko-KR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&gt;SURVEY&gt;CHALLENGE&gt;CHAT</a:t>
            </a:r>
            <a:endParaRPr lang="ko-KR" altLang="en-US" sz="1000" kern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40" name="모서리가 둥근 직사각형 39"/>
          <p:cNvSpPr/>
          <p:nvPr/>
        </p:nvSpPr>
        <p:spPr>
          <a:xfrm>
            <a:off x="3838799" y="1646917"/>
            <a:ext cx="7540401" cy="4279543"/>
          </a:xfrm>
          <a:prstGeom prst="roundRect">
            <a:avLst>
              <a:gd name="adj" fmla="val 3424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" anchor="ctr"/>
          <a:lstStyle/>
          <a:p>
            <a:pPr lvl="0">
              <a:defRPr/>
            </a:pPr>
            <a:endParaRPr lang="en-US" altLang="ko-KR" sz="1050">
              <a:solidFill>
                <a:srgbClr val="264259"/>
              </a:solidFill>
            </a:endParaRPr>
          </a:p>
        </p:txBody>
      </p:sp>
      <p:sp>
        <p:nvSpPr>
          <p:cNvPr id="51" name="타원 50"/>
          <p:cNvSpPr/>
          <p:nvPr/>
        </p:nvSpPr>
        <p:spPr>
          <a:xfrm>
            <a:off x="555404" y="4304681"/>
            <a:ext cx="177525" cy="17752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anchor="ctr"/>
          <a:lstStyle/>
          <a:p>
            <a:pPr algn="ctr">
              <a:defRPr/>
            </a:pPr>
            <a:r>
              <a:rPr lang="en-US" altLang="ko-KR" sz="600">
                <a:solidFill>
                  <a:prstClr val="white"/>
                </a:solidFill>
              </a:rPr>
              <a:t>off</a:t>
            </a:r>
            <a:endParaRPr lang="ko-KR" altLang="en-US" sz="600">
              <a:solidFill>
                <a:prstClr val="white"/>
              </a:solidFill>
            </a:endParaRPr>
          </a:p>
        </p:txBody>
      </p:sp>
      <p:pic>
        <p:nvPicPr>
          <p:cNvPr id="58" name="그림 57"/>
          <p:cNvPicPr/>
          <p:nvPr/>
        </p:nvPicPr>
        <p:blipFill rotWithShape="1">
          <a:blip r:embed="rId3">
            <a:lum/>
          </a:blip>
          <a:srcRect/>
          <a:stretch>
            <a:fillRect/>
          </a:stretch>
        </p:blipFill>
        <p:spPr>
          <a:xfrm>
            <a:off x="1375410" y="1648142"/>
            <a:ext cx="2331339" cy="4323715"/>
          </a:xfrm>
          <a:prstGeom prst="rect">
            <a:avLst/>
          </a:prstGeom>
        </p:spPr>
      </p:pic>
      <p:sp>
        <p:nvSpPr>
          <p:cNvPr id="59" name="직사각형 49"/>
          <p:cNvSpPr/>
          <p:nvPr/>
        </p:nvSpPr>
        <p:spPr>
          <a:xfrm>
            <a:off x="4017637" y="1875915"/>
            <a:ext cx="4706625" cy="34171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l" defTabSz="914400" rtl="0" eaLnBrk="1" latinLnBrk="1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600" b="1" i="0" u="none" strike="noStrike" kern="1200" cap="none" spc="0" normalizeH="0" baseline="0">
                <a:solidFill>
                  <a:srgbClr val="00D65E"/>
                </a:solidFill>
                <a:latin typeface="맑은 고딕"/>
                <a:ea typeface="맑은 고딕"/>
                <a:cs typeface="맑은 고딕"/>
              </a:rPr>
              <a:t>MAIN SCREEN 1</a:t>
            </a:r>
          </a:p>
          <a:p>
            <a:pPr marL="0" indent="0" algn="ctr" defTabSz="914400" rtl="0" eaLnBrk="1" latinLnBrk="1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lang="en-US" altLang="ko-KR" sz="1600" b="1">
              <a:solidFill>
                <a:srgbClr val="00D65E"/>
              </a:solidFill>
              <a:latin typeface="맑은 고딕"/>
              <a:ea typeface="맑은 고딕"/>
              <a:cs typeface="맑은 고딕"/>
            </a:endParaRPr>
          </a:p>
          <a:p>
            <a:pPr marL="0" indent="0" algn="ctr" defTabSz="914400" rtl="0" eaLnBrk="1" latinLnBrk="1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lang="en-US" altLang="ko-KR" sz="2300">
                <a:solidFill>
                  <a:srgbClr val="808080"/>
                </a:solidFill>
                <a:latin typeface="맑은 고딕"/>
                <a:ea typeface="맑은 고딕"/>
                <a:cs typeface="맑은 고딕"/>
              </a:rPr>
              <a:t>Print user information</a:t>
            </a:r>
            <a:endParaRPr kumimoji="0" lang="ko-KR" altLang="en-US" sz="2300" b="0" i="0" u="none" strike="noStrike" kern="1200" cap="none" spc="0" normalizeH="0" baseline="0">
              <a:solidFill>
                <a:srgbClr val="808080"/>
              </a:solidFill>
              <a:latin typeface="맑은 고딕"/>
              <a:ea typeface="맑은 고딕"/>
              <a:cs typeface="맑은 고딕"/>
            </a:endParaRPr>
          </a:p>
          <a:p>
            <a:pPr marL="0" indent="0" algn="ctr" defTabSz="914400" rtl="0" eaLnBrk="1" latinLnBrk="1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en-US" altLang="ko-KR" sz="2300" b="0" i="0" u="none" strike="noStrike" kern="1200" cap="none" spc="0" normalizeH="0" baseline="0">
              <a:solidFill>
                <a:srgbClr val="808080"/>
              </a:solidFill>
              <a:latin typeface="맑은 고딕"/>
              <a:ea typeface="맑은 고딕"/>
              <a:cs typeface="맑은 고딕"/>
            </a:endParaRPr>
          </a:p>
          <a:p>
            <a:pPr marL="0" indent="0" algn="ctr" defTabSz="914400" rtl="0" eaLnBrk="1" latinLnBrk="1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lang="en-US" altLang="ko-KR" sz="2300">
                <a:solidFill>
                  <a:srgbClr val="808080"/>
                </a:solidFill>
                <a:latin typeface="맑은 고딕"/>
                <a:ea typeface="맑은 고딕"/>
                <a:cs typeface="맑은 고딕"/>
              </a:rPr>
              <a:t>Setting button</a:t>
            </a:r>
            <a:endParaRPr kumimoji="0" lang="ko-KR" altLang="en-US" sz="2300" b="0" i="0" u="none" strike="noStrike" kern="1200" cap="none" spc="0" normalizeH="0" baseline="0">
              <a:solidFill>
                <a:srgbClr val="808080"/>
              </a:solidFill>
              <a:latin typeface="맑은 고딕"/>
              <a:ea typeface="맑은 고딕"/>
              <a:cs typeface="맑은 고딕"/>
            </a:endParaRPr>
          </a:p>
          <a:p>
            <a:pPr marL="0" indent="0" algn="ctr" defTabSz="914400" rtl="0" eaLnBrk="1" latinLnBrk="1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2300" b="0" i="0" u="none" strike="noStrike" kern="1200" cap="none" spc="0" normalizeH="0" baseline="0">
              <a:solidFill>
                <a:srgbClr val="808080"/>
              </a:solidFill>
              <a:latin typeface="맑은 고딕"/>
              <a:ea typeface="맑은 고딕"/>
              <a:cs typeface="맑은 고딕"/>
            </a:endParaRPr>
          </a:p>
          <a:p>
            <a:pPr marL="0" indent="0" algn="ctr" defTabSz="914400" rtl="0" eaLnBrk="1" latinLnBrk="1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lang="en-US" altLang="ko-KR" sz="2300">
                <a:solidFill>
                  <a:srgbClr val="808080"/>
                </a:solidFill>
                <a:latin typeface="맑은 고딕"/>
                <a:ea typeface="맑은 고딕"/>
                <a:cs typeface="맑은 고딕"/>
              </a:rPr>
              <a:t>Challenge</a:t>
            </a:r>
            <a:r>
              <a:rPr kumimoji="0" lang="ko-KR" altLang="en-US" sz="2300" b="0" i="0" u="none" strike="noStrike" kern="1200" cap="none" spc="0" normalizeH="0" baseline="0">
                <a:solidFill>
                  <a:srgbClr val="80808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altLang="ko-KR" sz="2300">
                <a:solidFill>
                  <a:srgbClr val="808080"/>
                </a:solidFill>
                <a:latin typeface="맑은 고딕"/>
                <a:ea typeface="맑은 고딕"/>
                <a:cs typeface="맑은 고딕"/>
              </a:rPr>
              <a:t>Button</a:t>
            </a:r>
            <a:endParaRPr kumimoji="0" lang="ko-KR" altLang="en-US" sz="2300" b="0" i="0" u="none" strike="noStrike" kern="1200" cap="none" spc="0" normalizeH="0" baseline="0">
              <a:solidFill>
                <a:srgbClr val="808080"/>
              </a:solidFill>
              <a:latin typeface="맑은 고딕"/>
              <a:ea typeface="맑은 고딕"/>
              <a:cs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한쪽 모서리가 둥근 사각형 35"/>
          <p:cNvSpPr/>
          <p:nvPr/>
        </p:nvSpPr>
        <p:spPr>
          <a:xfrm>
            <a:off x="0" y="0"/>
            <a:ext cx="3848100" cy="5549900"/>
          </a:xfrm>
          <a:prstGeom prst="round1Rect">
            <a:avLst>
              <a:gd name="adj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5" name="모서리가 둥근 직사각형 4"/>
          <p:cNvSpPr/>
          <p:nvPr/>
        </p:nvSpPr>
        <p:spPr>
          <a:xfrm>
            <a:off x="236537" y="304800"/>
            <a:ext cx="11669713" cy="6265862"/>
          </a:xfrm>
          <a:prstGeom prst="roundRect">
            <a:avLst>
              <a:gd name="adj" fmla="val 4810"/>
            </a:avLst>
          </a:prstGeom>
          <a:solidFill>
            <a:srgbClr val="264259"/>
          </a:solidFill>
          <a:ln w="63500">
            <a:solidFill>
              <a:schemeClr val="tx2">
                <a:lumMod val="50000"/>
              </a:schemeClr>
            </a:solidFill>
          </a:ln>
          <a:effectLst>
            <a:outerShdw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6" name="양쪽 모서리가 둥근 사각형 5"/>
          <p:cNvSpPr/>
          <p:nvPr/>
        </p:nvSpPr>
        <p:spPr>
          <a:xfrm rot="5400000">
            <a:off x="3271463" y="-2062957"/>
            <a:ext cx="6192000" cy="11001376"/>
          </a:xfrm>
          <a:prstGeom prst="round2SameRect">
            <a:avLst>
              <a:gd name="adj1" fmla="val 4506"/>
              <a:gd name="adj2" fmla="val 0"/>
            </a:avLst>
          </a:prstGeom>
          <a:solidFill>
            <a:schemeClr val="bg1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5" name="자유형 14"/>
          <p:cNvSpPr/>
          <p:nvPr/>
        </p:nvSpPr>
        <p:spPr>
          <a:xfrm>
            <a:off x="1574800" y="1863725"/>
            <a:ext cx="73025" cy="85725"/>
          </a:xfrm>
          <a:custGeom>
            <a:avLst/>
            <a:gdLst>
              <a:gd name="connsiteX0" fmla="*/ 0 w 73025"/>
              <a:gd name="connsiteY0" fmla="*/ 31750 h 85725"/>
              <a:gd name="connsiteX1" fmla="*/ 31750 w 73025"/>
              <a:gd name="connsiteY1" fmla="*/ 85725 h 85725"/>
              <a:gd name="connsiteX2" fmla="*/ 73025 w 73025"/>
              <a:gd name="connsiteY2" fmla="*/ 0 h 85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3025" h="85725">
                <a:moveTo>
                  <a:pt x="0" y="31750"/>
                </a:moveTo>
                <a:lnTo>
                  <a:pt x="31750" y="85725"/>
                </a:lnTo>
                <a:lnTo>
                  <a:pt x="73025" y="0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9" name="Freeform 9"/>
          <p:cNvSpPr/>
          <p:nvPr/>
        </p:nvSpPr>
        <p:spPr>
          <a:xfrm>
            <a:off x="477298" y="2470961"/>
            <a:ext cx="141676" cy="186968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lvl="0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23" name="Freeform 36"/>
          <p:cNvSpPr>
            <a:spLocks noEditPoints="1"/>
          </p:cNvSpPr>
          <p:nvPr/>
        </p:nvSpPr>
        <p:spPr>
          <a:xfrm>
            <a:off x="491434" y="4397002"/>
            <a:ext cx="113404" cy="190736"/>
          </a:xfrm>
          <a:custGeom>
            <a:avLst/>
            <a:gdLst>
              <a:gd name="T0" fmla="*/ 937 w 1926"/>
              <a:gd name="T1" fmla="*/ 3639 h 4045"/>
              <a:gd name="T2" fmla="*/ 893 w 1926"/>
              <a:gd name="T3" fmla="*/ 3665 h 4045"/>
              <a:gd name="T4" fmla="*/ 863 w 1926"/>
              <a:gd name="T5" fmla="*/ 3712 h 4045"/>
              <a:gd name="T6" fmla="*/ 851 w 1926"/>
              <a:gd name="T7" fmla="*/ 3772 h 4045"/>
              <a:gd name="T8" fmla="*/ 863 w 1926"/>
              <a:gd name="T9" fmla="*/ 3832 h 4045"/>
              <a:gd name="T10" fmla="*/ 893 w 1926"/>
              <a:gd name="T11" fmla="*/ 3878 h 4045"/>
              <a:gd name="T12" fmla="*/ 937 w 1926"/>
              <a:gd name="T13" fmla="*/ 3905 h 4045"/>
              <a:gd name="T14" fmla="*/ 988 w 1926"/>
              <a:gd name="T15" fmla="*/ 3905 h 4045"/>
              <a:gd name="T16" fmla="*/ 1033 w 1926"/>
              <a:gd name="T17" fmla="*/ 3878 h 4045"/>
              <a:gd name="T18" fmla="*/ 1064 w 1926"/>
              <a:gd name="T19" fmla="*/ 3832 h 4045"/>
              <a:gd name="T20" fmla="*/ 1075 w 1926"/>
              <a:gd name="T21" fmla="*/ 3772 h 4045"/>
              <a:gd name="T22" fmla="*/ 1064 w 1926"/>
              <a:gd name="T23" fmla="*/ 3712 h 4045"/>
              <a:gd name="T24" fmla="*/ 1033 w 1926"/>
              <a:gd name="T25" fmla="*/ 3665 h 4045"/>
              <a:gd name="T26" fmla="*/ 988 w 1926"/>
              <a:gd name="T27" fmla="*/ 3639 h 4045"/>
              <a:gd name="T28" fmla="*/ 156 w 1926"/>
              <a:gd name="T29" fmla="*/ 434 h 4045"/>
              <a:gd name="T30" fmla="*/ 1770 w 1926"/>
              <a:gd name="T31" fmla="*/ 3540 h 4045"/>
              <a:gd name="T32" fmla="*/ 156 w 1926"/>
              <a:gd name="T33" fmla="*/ 434 h 4045"/>
              <a:gd name="T34" fmla="*/ 716 w 1926"/>
              <a:gd name="T35" fmla="*/ 200 h 4045"/>
              <a:gd name="T36" fmla="*/ 701 w 1926"/>
              <a:gd name="T37" fmla="*/ 217 h 4045"/>
              <a:gd name="T38" fmla="*/ 701 w 1926"/>
              <a:gd name="T39" fmla="*/ 243 h 4045"/>
              <a:gd name="T40" fmla="*/ 716 w 1926"/>
              <a:gd name="T41" fmla="*/ 260 h 4045"/>
              <a:gd name="T42" fmla="*/ 1199 w 1926"/>
              <a:gd name="T43" fmla="*/ 262 h 4045"/>
              <a:gd name="T44" fmla="*/ 1218 w 1926"/>
              <a:gd name="T45" fmla="*/ 254 h 4045"/>
              <a:gd name="T46" fmla="*/ 1226 w 1926"/>
              <a:gd name="T47" fmla="*/ 230 h 4045"/>
              <a:gd name="T48" fmla="*/ 1218 w 1926"/>
              <a:gd name="T49" fmla="*/ 207 h 4045"/>
              <a:gd name="T50" fmla="*/ 1199 w 1926"/>
              <a:gd name="T51" fmla="*/ 197 h 4045"/>
              <a:gd name="T52" fmla="*/ 224 w 1926"/>
              <a:gd name="T53" fmla="*/ 0 h 4045"/>
              <a:gd name="T54" fmla="*/ 1738 w 1926"/>
              <a:gd name="T55" fmla="*/ 4 h 4045"/>
              <a:gd name="T56" fmla="*/ 1805 w 1926"/>
              <a:gd name="T57" fmla="*/ 31 h 4045"/>
              <a:gd name="T58" fmla="*/ 1860 w 1926"/>
              <a:gd name="T59" fmla="*/ 81 h 4045"/>
              <a:gd name="T60" fmla="*/ 1900 w 1926"/>
              <a:gd name="T61" fmla="*/ 148 h 4045"/>
              <a:gd name="T62" fmla="*/ 1923 w 1926"/>
              <a:gd name="T63" fmla="*/ 229 h 4045"/>
              <a:gd name="T64" fmla="*/ 1926 w 1926"/>
              <a:gd name="T65" fmla="*/ 3772 h 4045"/>
              <a:gd name="T66" fmla="*/ 1915 w 1926"/>
              <a:gd name="T67" fmla="*/ 3857 h 4045"/>
              <a:gd name="T68" fmla="*/ 1882 w 1926"/>
              <a:gd name="T69" fmla="*/ 3932 h 4045"/>
              <a:gd name="T70" fmla="*/ 1834 w 1926"/>
              <a:gd name="T71" fmla="*/ 3992 h 4045"/>
              <a:gd name="T72" fmla="*/ 1773 w 1926"/>
              <a:gd name="T73" fmla="*/ 4032 h 4045"/>
              <a:gd name="T74" fmla="*/ 1702 w 1926"/>
              <a:gd name="T75" fmla="*/ 4045 h 4045"/>
              <a:gd name="T76" fmla="*/ 188 w 1926"/>
              <a:gd name="T77" fmla="*/ 4041 h 4045"/>
              <a:gd name="T78" fmla="*/ 122 w 1926"/>
              <a:gd name="T79" fmla="*/ 4014 h 4045"/>
              <a:gd name="T80" fmla="*/ 66 w 1926"/>
              <a:gd name="T81" fmla="*/ 3964 h 4045"/>
              <a:gd name="T82" fmla="*/ 25 w 1926"/>
              <a:gd name="T83" fmla="*/ 3897 h 4045"/>
              <a:gd name="T84" fmla="*/ 3 w 1926"/>
              <a:gd name="T85" fmla="*/ 3816 h 4045"/>
              <a:gd name="T86" fmla="*/ 0 w 1926"/>
              <a:gd name="T87" fmla="*/ 273 h 4045"/>
              <a:gd name="T88" fmla="*/ 12 w 1926"/>
              <a:gd name="T89" fmla="*/ 188 h 4045"/>
              <a:gd name="T90" fmla="*/ 43 w 1926"/>
              <a:gd name="T91" fmla="*/ 113 h 4045"/>
              <a:gd name="T92" fmla="*/ 92 w 1926"/>
              <a:gd name="T93" fmla="*/ 53 h 4045"/>
              <a:gd name="T94" fmla="*/ 154 w 1926"/>
              <a:gd name="T95" fmla="*/ 13 h 4045"/>
              <a:gd name="T96" fmla="*/ 224 w 1926"/>
              <a:gd name="T97" fmla="*/ 0 h 40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926" h="4045">
                <a:moveTo>
                  <a:pt x="963" y="3636"/>
                </a:moveTo>
                <a:lnTo>
                  <a:pt x="937" y="3639"/>
                </a:lnTo>
                <a:lnTo>
                  <a:pt x="914" y="3649"/>
                </a:lnTo>
                <a:lnTo>
                  <a:pt x="893" y="3665"/>
                </a:lnTo>
                <a:lnTo>
                  <a:pt x="876" y="3686"/>
                </a:lnTo>
                <a:lnTo>
                  <a:pt x="863" y="3712"/>
                </a:lnTo>
                <a:lnTo>
                  <a:pt x="854" y="3741"/>
                </a:lnTo>
                <a:lnTo>
                  <a:pt x="851" y="3772"/>
                </a:lnTo>
                <a:lnTo>
                  <a:pt x="854" y="3804"/>
                </a:lnTo>
                <a:lnTo>
                  <a:pt x="863" y="3832"/>
                </a:lnTo>
                <a:lnTo>
                  <a:pt x="876" y="3857"/>
                </a:lnTo>
                <a:lnTo>
                  <a:pt x="893" y="3878"/>
                </a:lnTo>
                <a:lnTo>
                  <a:pt x="914" y="3894"/>
                </a:lnTo>
                <a:lnTo>
                  <a:pt x="937" y="3905"/>
                </a:lnTo>
                <a:lnTo>
                  <a:pt x="963" y="3909"/>
                </a:lnTo>
                <a:lnTo>
                  <a:pt x="988" y="3905"/>
                </a:lnTo>
                <a:lnTo>
                  <a:pt x="1013" y="3894"/>
                </a:lnTo>
                <a:lnTo>
                  <a:pt x="1033" y="3878"/>
                </a:lnTo>
                <a:lnTo>
                  <a:pt x="1051" y="3857"/>
                </a:lnTo>
                <a:lnTo>
                  <a:pt x="1064" y="3832"/>
                </a:lnTo>
                <a:lnTo>
                  <a:pt x="1072" y="3804"/>
                </a:lnTo>
                <a:lnTo>
                  <a:pt x="1075" y="3772"/>
                </a:lnTo>
                <a:lnTo>
                  <a:pt x="1072" y="3741"/>
                </a:lnTo>
                <a:lnTo>
                  <a:pt x="1064" y="3712"/>
                </a:lnTo>
                <a:lnTo>
                  <a:pt x="1051" y="3686"/>
                </a:lnTo>
                <a:lnTo>
                  <a:pt x="1033" y="3665"/>
                </a:lnTo>
                <a:lnTo>
                  <a:pt x="1013" y="3649"/>
                </a:lnTo>
                <a:lnTo>
                  <a:pt x="988" y="3639"/>
                </a:lnTo>
                <a:lnTo>
                  <a:pt x="963" y="3636"/>
                </a:lnTo>
                <a:close/>
                <a:moveTo>
                  <a:pt x="156" y="434"/>
                </a:moveTo>
                <a:lnTo>
                  <a:pt x="156" y="3540"/>
                </a:lnTo>
                <a:lnTo>
                  <a:pt x="1770" y="3540"/>
                </a:lnTo>
                <a:lnTo>
                  <a:pt x="1770" y="434"/>
                </a:lnTo>
                <a:lnTo>
                  <a:pt x="156" y="434"/>
                </a:lnTo>
                <a:close/>
                <a:moveTo>
                  <a:pt x="727" y="197"/>
                </a:moveTo>
                <a:lnTo>
                  <a:pt x="716" y="200"/>
                </a:lnTo>
                <a:lnTo>
                  <a:pt x="707" y="207"/>
                </a:lnTo>
                <a:lnTo>
                  <a:pt x="701" y="217"/>
                </a:lnTo>
                <a:lnTo>
                  <a:pt x="699" y="230"/>
                </a:lnTo>
                <a:lnTo>
                  <a:pt x="701" y="243"/>
                </a:lnTo>
                <a:lnTo>
                  <a:pt x="707" y="254"/>
                </a:lnTo>
                <a:lnTo>
                  <a:pt x="716" y="260"/>
                </a:lnTo>
                <a:lnTo>
                  <a:pt x="727" y="262"/>
                </a:lnTo>
                <a:lnTo>
                  <a:pt x="1199" y="262"/>
                </a:lnTo>
                <a:lnTo>
                  <a:pt x="1210" y="260"/>
                </a:lnTo>
                <a:lnTo>
                  <a:pt x="1218" y="254"/>
                </a:lnTo>
                <a:lnTo>
                  <a:pt x="1224" y="243"/>
                </a:lnTo>
                <a:lnTo>
                  <a:pt x="1226" y="230"/>
                </a:lnTo>
                <a:lnTo>
                  <a:pt x="1224" y="217"/>
                </a:lnTo>
                <a:lnTo>
                  <a:pt x="1218" y="207"/>
                </a:lnTo>
                <a:lnTo>
                  <a:pt x="1210" y="200"/>
                </a:lnTo>
                <a:lnTo>
                  <a:pt x="1199" y="197"/>
                </a:lnTo>
                <a:lnTo>
                  <a:pt x="727" y="197"/>
                </a:lnTo>
                <a:close/>
                <a:moveTo>
                  <a:pt x="224" y="0"/>
                </a:moveTo>
                <a:lnTo>
                  <a:pt x="1702" y="0"/>
                </a:lnTo>
                <a:lnTo>
                  <a:pt x="1738" y="4"/>
                </a:lnTo>
                <a:lnTo>
                  <a:pt x="1773" y="13"/>
                </a:lnTo>
                <a:lnTo>
                  <a:pt x="1805" y="31"/>
                </a:lnTo>
                <a:lnTo>
                  <a:pt x="1834" y="53"/>
                </a:lnTo>
                <a:lnTo>
                  <a:pt x="1860" y="81"/>
                </a:lnTo>
                <a:lnTo>
                  <a:pt x="1882" y="113"/>
                </a:lnTo>
                <a:lnTo>
                  <a:pt x="1900" y="148"/>
                </a:lnTo>
                <a:lnTo>
                  <a:pt x="1915" y="188"/>
                </a:lnTo>
                <a:lnTo>
                  <a:pt x="1923" y="229"/>
                </a:lnTo>
                <a:lnTo>
                  <a:pt x="1926" y="273"/>
                </a:lnTo>
                <a:lnTo>
                  <a:pt x="1926" y="3772"/>
                </a:lnTo>
                <a:lnTo>
                  <a:pt x="1923" y="3816"/>
                </a:lnTo>
                <a:lnTo>
                  <a:pt x="1915" y="3857"/>
                </a:lnTo>
                <a:lnTo>
                  <a:pt x="1900" y="3897"/>
                </a:lnTo>
                <a:lnTo>
                  <a:pt x="1882" y="3932"/>
                </a:lnTo>
                <a:lnTo>
                  <a:pt x="1860" y="3964"/>
                </a:lnTo>
                <a:lnTo>
                  <a:pt x="1834" y="3992"/>
                </a:lnTo>
                <a:lnTo>
                  <a:pt x="1805" y="4014"/>
                </a:lnTo>
                <a:lnTo>
                  <a:pt x="1773" y="4032"/>
                </a:lnTo>
                <a:lnTo>
                  <a:pt x="1738" y="4041"/>
                </a:lnTo>
                <a:lnTo>
                  <a:pt x="1702" y="4045"/>
                </a:lnTo>
                <a:lnTo>
                  <a:pt x="224" y="4045"/>
                </a:lnTo>
                <a:lnTo>
                  <a:pt x="188" y="4041"/>
                </a:lnTo>
                <a:lnTo>
                  <a:pt x="154" y="4032"/>
                </a:lnTo>
                <a:lnTo>
                  <a:pt x="122" y="4014"/>
                </a:lnTo>
                <a:lnTo>
                  <a:pt x="92" y="3992"/>
                </a:lnTo>
                <a:lnTo>
                  <a:pt x="66" y="3964"/>
                </a:lnTo>
                <a:lnTo>
                  <a:pt x="43" y="3932"/>
                </a:lnTo>
                <a:lnTo>
                  <a:pt x="25" y="3897"/>
                </a:lnTo>
                <a:lnTo>
                  <a:pt x="12" y="3857"/>
                </a:lnTo>
                <a:lnTo>
                  <a:pt x="3" y="3816"/>
                </a:lnTo>
                <a:lnTo>
                  <a:pt x="0" y="3772"/>
                </a:lnTo>
                <a:lnTo>
                  <a:pt x="0" y="273"/>
                </a:lnTo>
                <a:lnTo>
                  <a:pt x="3" y="229"/>
                </a:lnTo>
                <a:lnTo>
                  <a:pt x="12" y="188"/>
                </a:lnTo>
                <a:lnTo>
                  <a:pt x="25" y="148"/>
                </a:lnTo>
                <a:lnTo>
                  <a:pt x="43" y="113"/>
                </a:lnTo>
                <a:lnTo>
                  <a:pt x="66" y="81"/>
                </a:lnTo>
                <a:lnTo>
                  <a:pt x="92" y="53"/>
                </a:lnTo>
                <a:lnTo>
                  <a:pt x="122" y="31"/>
                </a:lnTo>
                <a:lnTo>
                  <a:pt x="154" y="13"/>
                </a:lnTo>
                <a:lnTo>
                  <a:pt x="188" y="4"/>
                </a:lnTo>
                <a:lnTo>
                  <a:pt x="224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lvl="0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24" name="자유형 23"/>
          <p:cNvSpPr/>
          <p:nvPr/>
        </p:nvSpPr>
        <p:spPr>
          <a:xfrm>
            <a:off x="462778" y="3768685"/>
            <a:ext cx="170716" cy="149410"/>
          </a:xfrm>
          <a:custGeom>
            <a:avLst/>
            <a:gdLst>
              <a:gd name="connsiteX0" fmla="*/ 149021 w 448462"/>
              <a:gd name="connsiteY0" fmla="*/ 328125 h 392491"/>
              <a:gd name="connsiteX1" fmla="*/ 210588 w 448462"/>
              <a:gd name="connsiteY1" fmla="*/ 357224 h 392491"/>
              <a:gd name="connsiteX2" fmla="*/ 160375 w 448462"/>
              <a:gd name="connsiteY2" fmla="*/ 391211 h 392491"/>
              <a:gd name="connsiteX3" fmla="*/ 158502 w 448462"/>
              <a:gd name="connsiteY3" fmla="*/ 392025 h 392491"/>
              <a:gd name="connsiteX4" fmla="*/ 156629 w 448462"/>
              <a:gd name="connsiteY4" fmla="*/ 392491 h 392491"/>
              <a:gd name="connsiteX5" fmla="*/ 154757 w 448462"/>
              <a:gd name="connsiteY5" fmla="*/ 392375 h 392491"/>
              <a:gd name="connsiteX6" fmla="*/ 153001 w 448462"/>
              <a:gd name="connsiteY6" fmla="*/ 391676 h 392491"/>
              <a:gd name="connsiteX7" fmla="*/ 151362 w 448462"/>
              <a:gd name="connsiteY7" fmla="*/ 390396 h 392491"/>
              <a:gd name="connsiteX8" fmla="*/ 150075 w 448462"/>
              <a:gd name="connsiteY8" fmla="*/ 388883 h 392491"/>
              <a:gd name="connsiteX9" fmla="*/ 149255 w 448462"/>
              <a:gd name="connsiteY9" fmla="*/ 387137 h 392491"/>
              <a:gd name="connsiteX10" fmla="*/ 149021 w 448462"/>
              <a:gd name="connsiteY10" fmla="*/ 385158 h 392491"/>
              <a:gd name="connsiteX11" fmla="*/ 441235 w 448462"/>
              <a:gd name="connsiteY11" fmla="*/ 0 h 392491"/>
              <a:gd name="connsiteX12" fmla="*/ 442983 w 448462"/>
              <a:gd name="connsiteY12" fmla="*/ 233 h 392491"/>
              <a:gd name="connsiteX13" fmla="*/ 444615 w 448462"/>
              <a:gd name="connsiteY13" fmla="*/ 816 h 392491"/>
              <a:gd name="connsiteX14" fmla="*/ 446131 w 448462"/>
              <a:gd name="connsiteY14" fmla="*/ 1866 h 392491"/>
              <a:gd name="connsiteX15" fmla="*/ 447530 w 448462"/>
              <a:gd name="connsiteY15" fmla="*/ 3615 h 392491"/>
              <a:gd name="connsiteX16" fmla="*/ 448346 w 448462"/>
              <a:gd name="connsiteY16" fmla="*/ 5714 h 392491"/>
              <a:gd name="connsiteX17" fmla="*/ 448462 w 448462"/>
              <a:gd name="connsiteY17" fmla="*/ 7696 h 392491"/>
              <a:gd name="connsiteX18" fmla="*/ 447879 w 448462"/>
              <a:gd name="connsiteY18" fmla="*/ 9911 h 392491"/>
              <a:gd name="connsiteX19" fmla="*/ 307990 w 448462"/>
              <a:gd name="connsiteY19" fmla="*/ 362641 h 392491"/>
              <a:gd name="connsiteX20" fmla="*/ 306708 w 448462"/>
              <a:gd name="connsiteY20" fmla="*/ 364973 h 392491"/>
              <a:gd name="connsiteX21" fmla="*/ 305076 w 448462"/>
              <a:gd name="connsiteY21" fmla="*/ 366955 h 392491"/>
              <a:gd name="connsiteX22" fmla="*/ 303094 w 448462"/>
              <a:gd name="connsiteY22" fmla="*/ 368588 h 392491"/>
              <a:gd name="connsiteX23" fmla="*/ 300646 w 448462"/>
              <a:gd name="connsiteY23" fmla="*/ 369870 h 392491"/>
              <a:gd name="connsiteX24" fmla="*/ 298314 w 448462"/>
              <a:gd name="connsiteY24" fmla="*/ 370570 h 392491"/>
              <a:gd name="connsiteX25" fmla="*/ 295983 w 448462"/>
              <a:gd name="connsiteY25" fmla="*/ 370803 h 392491"/>
              <a:gd name="connsiteX26" fmla="*/ 293068 w 448462"/>
              <a:gd name="connsiteY26" fmla="*/ 370453 h 392491"/>
              <a:gd name="connsiteX27" fmla="*/ 290387 w 448462"/>
              <a:gd name="connsiteY27" fmla="*/ 369404 h 392491"/>
              <a:gd name="connsiteX28" fmla="*/ 148982 w 448462"/>
              <a:gd name="connsiteY28" fmla="*/ 302123 h 392491"/>
              <a:gd name="connsiteX29" fmla="*/ 347858 w 448462"/>
              <a:gd name="connsiteY29" fmla="*/ 102379 h 392491"/>
              <a:gd name="connsiteX30" fmla="*/ 120771 w 448462"/>
              <a:gd name="connsiteY30" fmla="*/ 288830 h 392491"/>
              <a:gd name="connsiteX31" fmla="*/ 7344 w 448462"/>
              <a:gd name="connsiteY31" fmla="*/ 234842 h 392491"/>
              <a:gd name="connsiteX32" fmla="*/ 4896 w 448462"/>
              <a:gd name="connsiteY32" fmla="*/ 233209 h 392491"/>
              <a:gd name="connsiteX33" fmla="*/ 2798 w 448462"/>
              <a:gd name="connsiteY33" fmla="*/ 231227 h 392491"/>
              <a:gd name="connsiteX34" fmla="*/ 1282 w 448462"/>
              <a:gd name="connsiteY34" fmla="*/ 228895 h 392491"/>
              <a:gd name="connsiteX35" fmla="*/ 349 w 448462"/>
              <a:gd name="connsiteY35" fmla="*/ 226213 h 392491"/>
              <a:gd name="connsiteX36" fmla="*/ 0 w 448462"/>
              <a:gd name="connsiteY36" fmla="*/ 223298 h 392491"/>
              <a:gd name="connsiteX37" fmla="*/ 233 w 448462"/>
              <a:gd name="connsiteY37" fmla="*/ 220499 h 392491"/>
              <a:gd name="connsiteX38" fmla="*/ 1165 w 448462"/>
              <a:gd name="connsiteY38" fmla="*/ 217701 h 392491"/>
              <a:gd name="connsiteX39" fmla="*/ 2681 w 448462"/>
              <a:gd name="connsiteY39" fmla="*/ 215252 h 392491"/>
              <a:gd name="connsiteX40" fmla="*/ 4779 w 448462"/>
              <a:gd name="connsiteY40" fmla="*/ 213270 h 392491"/>
              <a:gd name="connsiteX41" fmla="*/ 7227 w 448462"/>
              <a:gd name="connsiteY41" fmla="*/ 211754 h 392491"/>
              <a:gd name="connsiteX42" fmla="*/ 437971 w 448462"/>
              <a:gd name="connsiteY42" fmla="*/ 583 h 392491"/>
              <a:gd name="connsiteX43" fmla="*/ 439603 w 448462"/>
              <a:gd name="connsiteY43" fmla="*/ 117 h 392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448462" h="392491">
                <a:moveTo>
                  <a:pt x="149021" y="328125"/>
                </a:moveTo>
                <a:lnTo>
                  <a:pt x="210588" y="357224"/>
                </a:lnTo>
                <a:lnTo>
                  <a:pt x="160375" y="391211"/>
                </a:lnTo>
                <a:lnTo>
                  <a:pt x="158502" y="392025"/>
                </a:lnTo>
                <a:lnTo>
                  <a:pt x="156629" y="392491"/>
                </a:lnTo>
                <a:lnTo>
                  <a:pt x="154757" y="392375"/>
                </a:lnTo>
                <a:lnTo>
                  <a:pt x="153001" y="391676"/>
                </a:lnTo>
                <a:lnTo>
                  <a:pt x="151362" y="390396"/>
                </a:lnTo>
                <a:lnTo>
                  <a:pt x="150075" y="388883"/>
                </a:lnTo>
                <a:lnTo>
                  <a:pt x="149255" y="387137"/>
                </a:lnTo>
                <a:lnTo>
                  <a:pt x="149021" y="385158"/>
                </a:lnTo>
                <a:close/>
                <a:moveTo>
                  <a:pt x="441235" y="0"/>
                </a:moveTo>
                <a:lnTo>
                  <a:pt x="442983" y="233"/>
                </a:lnTo>
                <a:lnTo>
                  <a:pt x="444615" y="816"/>
                </a:lnTo>
                <a:lnTo>
                  <a:pt x="446131" y="1866"/>
                </a:lnTo>
                <a:lnTo>
                  <a:pt x="447530" y="3615"/>
                </a:lnTo>
                <a:lnTo>
                  <a:pt x="448346" y="5714"/>
                </a:lnTo>
                <a:lnTo>
                  <a:pt x="448462" y="7696"/>
                </a:lnTo>
                <a:lnTo>
                  <a:pt x="447879" y="9911"/>
                </a:lnTo>
                <a:lnTo>
                  <a:pt x="307990" y="362641"/>
                </a:lnTo>
                <a:lnTo>
                  <a:pt x="306708" y="364973"/>
                </a:lnTo>
                <a:lnTo>
                  <a:pt x="305076" y="366955"/>
                </a:lnTo>
                <a:lnTo>
                  <a:pt x="303094" y="368588"/>
                </a:lnTo>
                <a:lnTo>
                  <a:pt x="300646" y="369870"/>
                </a:lnTo>
                <a:lnTo>
                  <a:pt x="298314" y="370570"/>
                </a:lnTo>
                <a:lnTo>
                  <a:pt x="295983" y="370803"/>
                </a:lnTo>
                <a:lnTo>
                  <a:pt x="293068" y="370453"/>
                </a:lnTo>
                <a:lnTo>
                  <a:pt x="290387" y="369404"/>
                </a:lnTo>
                <a:lnTo>
                  <a:pt x="148982" y="302123"/>
                </a:lnTo>
                <a:lnTo>
                  <a:pt x="347858" y="102379"/>
                </a:lnTo>
                <a:lnTo>
                  <a:pt x="120771" y="288830"/>
                </a:lnTo>
                <a:lnTo>
                  <a:pt x="7344" y="234842"/>
                </a:lnTo>
                <a:lnTo>
                  <a:pt x="4896" y="233209"/>
                </a:lnTo>
                <a:lnTo>
                  <a:pt x="2798" y="231227"/>
                </a:lnTo>
                <a:lnTo>
                  <a:pt x="1282" y="228895"/>
                </a:lnTo>
                <a:lnTo>
                  <a:pt x="349" y="226213"/>
                </a:lnTo>
                <a:lnTo>
                  <a:pt x="0" y="223298"/>
                </a:lnTo>
                <a:lnTo>
                  <a:pt x="233" y="220499"/>
                </a:lnTo>
                <a:lnTo>
                  <a:pt x="1165" y="217701"/>
                </a:lnTo>
                <a:lnTo>
                  <a:pt x="2681" y="215252"/>
                </a:lnTo>
                <a:lnTo>
                  <a:pt x="4779" y="213270"/>
                </a:lnTo>
                <a:lnTo>
                  <a:pt x="7227" y="211754"/>
                </a:lnTo>
                <a:lnTo>
                  <a:pt x="437971" y="583"/>
                </a:lnTo>
                <a:lnTo>
                  <a:pt x="439603" y="117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noAutofit/>
          </a:bodyPr>
          <a:lstStyle/>
          <a:p>
            <a:pPr lvl="0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25" name="Freeform 6"/>
          <p:cNvSpPr/>
          <p:nvPr/>
        </p:nvSpPr>
        <p:spPr>
          <a:xfrm rot="10800000" flipH="1" flipV="1">
            <a:off x="461886" y="3136838"/>
            <a:ext cx="172500" cy="152938"/>
          </a:xfrm>
          <a:custGeom>
            <a:avLst/>
            <a:gdLst>
              <a:gd name="T0" fmla="*/ 2689 w 3491"/>
              <a:gd name="T1" fmla="*/ 15 h 3097"/>
              <a:gd name="T2" fmla="*/ 2963 w 3491"/>
              <a:gd name="T3" fmla="*/ 108 h 3097"/>
              <a:gd name="T4" fmla="*/ 3204 w 3491"/>
              <a:gd name="T5" fmla="*/ 281 h 3097"/>
              <a:gd name="T6" fmla="*/ 3382 w 3491"/>
              <a:gd name="T7" fmla="*/ 518 h 3097"/>
              <a:gd name="T8" fmla="*/ 3475 w 3491"/>
              <a:gd name="T9" fmla="*/ 786 h 3097"/>
              <a:gd name="T10" fmla="*/ 3486 w 3491"/>
              <a:gd name="T11" fmla="*/ 1066 h 3097"/>
              <a:gd name="T12" fmla="*/ 3413 w 3491"/>
              <a:gd name="T13" fmla="*/ 1339 h 3097"/>
              <a:gd name="T14" fmla="*/ 3256 w 3491"/>
              <a:gd name="T15" fmla="*/ 1586 h 3097"/>
              <a:gd name="T16" fmla="*/ 1965 w 3491"/>
              <a:gd name="T17" fmla="*/ 2838 h 3097"/>
              <a:gd name="T18" fmla="*/ 1873 w 3491"/>
              <a:gd name="T19" fmla="*/ 2828 h 3097"/>
              <a:gd name="T20" fmla="*/ 1821 w 3491"/>
              <a:gd name="T21" fmla="*/ 2749 h 3097"/>
              <a:gd name="T22" fmla="*/ 1853 w 3491"/>
              <a:gd name="T23" fmla="*/ 2662 h 3097"/>
              <a:gd name="T24" fmla="*/ 3153 w 3491"/>
              <a:gd name="T25" fmla="*/ 1355 h 3097"/>
              <a:gd name="T26" fmla="*/ 3242 w 3491"/>
              <a:gd name="T27" fmla="*/ 1126 h 3097"/>
              <a:gd name="T28" fmla="*/ 3253 w 3491"/>
              <a:gd name="T29" fmla="*/ 885 h 3097"/>
              <a:gd name="T30" fmla="*/ 3183 w 3491"/>
              <a:gd name="T31" fmla="*/ 653 h 3097"/>
              <a:gd name="T32" fmla="*/ 3035 w 3491"/>
              <a:gd name="T33" fmla="*/ 448 h 3097"/>
              <a:gd name="T34" fmla="*/ 2825 w 3491"/>
              <a:gd name="T35" fmla="*/ 301 h 3097"/>
              <a:gd name="T36" fmla="*/ 2586 w 3491"/>
              <a:gd name="T37" fmla="*/ 234 h 3097"/>
              <a:gd name="T38" fmla="*/ 2340 w 3491"/>
              <a:gd name="T39" fmla="*/ 243 h 3097"/>
              <a:gd name="T40" fmla="*/ 2108 w 3491"/>
              <a:gd name="T41" fmla="*/ 331 h 3097"/>
              <a:gd name="T42" fmla="*/ 378 w 3491"/>
              <a:gd name="T43" fmla="*/ 1972 h 3097"/>
              <a:gd name="T44" fmla="*/ 258 w 3491"/>
              <a:gd name="T45" fmla="*/ 2149 h 3097"/>
              <a:gd name="T46" fmla="*/ 218 w 3491"/>
              <a:gd name="T47" fmla="*/ 2350 h 3097"/>
              <a:gd name="T48" fmla="*/ 258 w 3491"/>
              <a:gd name="T49" fmla="*/ 2551 h 3097"/>
              <a:gd name="T50" fmla="*/ 378 w 3491"/>
              <a:gd name="T51" fmla="*/ 2728 h 3097"/>
              <a:gd name="T52" fmla="*/ 558 w 3491"/>
              <a:gd name="T53" fmla="*/ 2846 h 3097"/>
              <a:gd name="T54" fmla="*/ 763 w 3491"/>
              <a:gd name="T55" fmla="*/ 2885 h 3097"/>
              <a:gd name="T56" fmla="*/ 968 w 3491"/>
              <a:gd name="T57" fmla="*/ 2846 h 3097"/>
              <a:gd name="T58" fmla="*/ 1149 w 3491"/>
              <a:gd name="T59" fmla="*/ 2728 h 3097"/>
              <a:gd name="T60" fmla="*/ 2809 w 3491"/>
              <a:gd name="T61" fmla="*/ 1091 h 3097"/>
              <a:gd name="T62" fmla="*/ 2837 w 3491"/>
              <a:gd name="T63" fmla="*/ 942 h 3097"/>
              <a:gd name="T64" fmla="*/ 2791 w 3491"/>
              <a:gd name="T65" fmla="*/ 797 h 3097"/>
              <a:gd name="T66" fmla="*/ 2677 w 3491"/>
              <a:gd name="T67" fmla="*/ 685 h 3097"/>
              <a:gd name="T68" fmla="*/ 2528 w 3491"/>
              <a:gd name="T69" fmla="*/ 641 h 3097"/>
              <a:gd name="T70" fmla="*/ 2377 w 3491"/>
              <a:gd name="T71" fmla="*/ 668 h 3097"/>
              <a:gd name="T72" fmla="*/ 1082 w 3491"/>
              <a:gd name="T73" fmla="*/ 1906 h 3097"/>
              <a:gd name="T74" fmla="*/ 992 w 3491"/>
              <a:gd name="T75" fmla="*/ 1937 h 3097"/>
              <a:gd name="T76" fmla="*/ 911 w 3491"/>
              <a:gd name="T77" fmla="*/ 1887 h 3097"/>
              <a:gd name="T78" fmla="*/ 900 w 3491"/>
              <a:gd name="T79" fmla="*/ 1796 h 3097"/>
              <a:gd name="T80" fmla="*/ 2165 w 3491"/>
              <a:gd name="T81" fmla="*/ 546 h 3097"/>
              <a:gd name="T82" fmla="*/ 2354 w 3491"/>
              <a:gd name="T83" fmla="*/ 449 h 3097"/>
              <a:gd name="T84" fmla="*/ 2562 w 3491"/>
              <a:gd name="T85" fmla="*/ 429 h 3097"/>
              <a:gd name="T86" fmla="*/ 2763 w 3491"/>
              <a:gd name="T87" fmla="*/ 488 h 3097"/>
              <a:gd name="T88" fmla="*/ 2932 w 3491"/>
              <a:gd name="T89" fmla="*/ 623 h 3097"/>
              <a:gd name="T90" fmla="*/ 3032 w 3491"/>
              <a:gd name="T91" fmla="*/ 809 h 3097"/>
              <a:gd name="T92" fmla="*/ 3053 w 3491"/>
              <a:gd name="T93" fmla="*/ 1012 h 3097"/>
              <a:gd name="T94" fmla="*/ 2993 w 3491"/>
              <a:gd name="T95" fmla="*/ 1209 h 3097"/>
              <a:gd name="T96" fmla="*/ 1303 w 3491"/>
              <a:gd name="T97" fmla="*/ 2879 h 3097"/>
              <a:gd name="T98" fmla="*/ 1094 w 3491"/>
              <a:gd name="T99" fmla="*/ 3025 h 3097"/>
              <a:gd name="T100" fmla="*/ 855 w 3491"/>
              <a:gd name="T101" fmla="*/ 3092 h 3097"/>
              <a:gd name="T102" fmla="*/ 609 w 3491"/>
              <a:gd name="T103" fmla="*/ 3083 h 3097"/>
              <a:gd name="T104" fmla="*/ 377 w 3491"/>
              <a:gd name="T105" fmla="*/ 2995 h 3097"/>
              <a:gd name="T106" fmla="*/ 178 w 3491"/>
              <a:gd name="T107" fmla="*/ 2832 h 3097"/>
              <a:gd name="T108" fmla="*/ 51 w 3491"/>
              <a:gd name="T109" fmla="*/ 2617 h 3097"/>
              <a:gd name="T110" fmla="*/ 0 w 3491"/>
              <a:gd name="T111" fmla="*/ 2381 h 3097"/>
              <a:gd name="T112" fmla="*/ 30 w 3491"/>
              <a:gd name="T113" fmla="*/ 2141 h 3097"/>
              <a:gd name="T114" fmla="*/ 139 w 3491"/>
              <a:gd name="T115" fmla="*/ 1920 h 3097"/>
              <a:gd name="T116" fmla="*/ 1872 w 3491"/>
              <a:gd name="T117" fmla="*/ 230 h 3097"/>
              <a:gd name="T118" fmla="*/ 2123 w 3491"/>
              <a:gd name="T119" fmla="*/ 76 h 3097"/>
              <a:gd name="T120" fmla="*/ 2402 w 3491"/>
              <a:gd name="T121" fmla="*/ 5 h 30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3491" h="3097">
                <a:moveTo>
                  <a:pt x="2474" y="0"/>
                </a:moveTo>
                <a:lnTo>
                  <a:pt x="2546" y="0"/>
                </a:lnTo>
                <a:lnTo>
                  <a:pt x="2618" y="5"/>
                </a:lnTo>
                <a:lnTo>
                  <a:pt x="2689" y="15"/>
                </a:lnTo>
                <a:lnTo>
                  <a:pt x="2758" y="31"/>
                </a:lnTo>
                <a:lnTo>
                  <a:pt x="2828" y="51"/>
                </a:lnTo>
                <a:lnTo>
                  <a:pt x="2896" y="76"/>
                </a:lnTo>
                <a:lnTo>
                  <a:pt x="2963" y="108"/>
                </a:lnTo>
                <a:lnTo>
                  <a:pt x="3026" y="143"/>
                </a:lnTo>
                <a:lnTo>
                  <a:pt x="3088" y="183"/>
                </a:lnTo>
                <a:lnTo>
                  <a:pt x="3147" y="230"/>
                </a:lnTo>
                <a:lnTo>
                  <a:pt x="3204" y="281"/>
                </a:lnTo>
                <a:lnTo>
                  <a:pt x="3256" y="336"/>
                </a:lnTo>
                <a:lnTo>
                  <a:pt x="3303" y="394"/>
                </a:lnTo>
                <a:lnTo>
                  <a:pt x="3345" y="455"/>
                </a:lnTo>
                <a:lnTo>
                  <a:pt x="3382" y="518"/>
                </a:lnTo>
                <a:lnTo>
                  <a:pt x="3413" y="582"/>
                </a:lnTo>
                <a:lnTo>
                  <a:pt x="3439" y="650"/>
                </a:lnTo>
                <a:lnTo>
                  <a:pt x="3460" y="717"/>
                </a:lnTo>
                <a:lnTo>
                  <a:pt x="3475" y="786"/>
                </a:lnTo>
                <a:lnTo>
                  <a:pt x="3486" y="856"/>
                </a:lnTo>
                <a:lnTo>
                  <a:pt x="3491" y="926"/>
                </a:lnTo>
                <a:lnTo>
                  <a:pt x="3491" y="996"/>
                </a:lnTo>
                <a:lnTo>
                  <a:pt x="3486" y="1066"/>
                </a:lnTo>
                <a:lnTo>
                  <a:pt x="3475" y="1136"/>
                </a:lnTo>
                <a:lnTo>
                  <a:pt x="3460" y="1205"/>
                </a:lnTo>
                <a:lnTo>
                  <a:pt x="3439" y="1273"/>
                </a:lnTo>
                <a:lnTo>
                  <a:pt x="3413" y="1339"/>
                </a:lnTo>
                <a:lnTo>
                  <a:pt x="3382" y="1404"/>
                </a:lnTo>
                <a:lnTo>
                  <a:pt x="3345" y="1467"/>
                </a:lnTo>
                <a:lnTo>
                  <a:pt x="3303" y="1528"/>
                </a:lnTo>
                <a:lnTo>
                  <a:pt x="3256" y="1586"/>
                </a:lnTo>
                <a:lnTo>
                  <a:pt x="3204" y="1641"/>
                </a:lnTo>
                <a:lnTo>
                  <a:pt x="2007" y="2813"/>
                </a:lnTo>
                <a:lnTo>
                  <a:pt x="1988" y="2828"/>
                </a:lnTo>
                <a:lnTo>
                  <a:pt x="1965" y="2838"/>
                </a:lnTo>
                <a:lnTo>
                  <a:pt x="1942" y="2844"/>
                </a:lnTo>
                <a:lnTo>
                  <a:pt x="1918" y="2844"/>
                </a:lnTo>
                <a:lnTo>
                  <a:pt x="1894" y="2838"/>
                </a:lnTo>
                <a:lnTo>
                  <a:pt x="1873" y="2828"/>
                </a:lnTo>
                <a:lnTo>
                  <a:pt x="1853" y="2813"/>
                </a:lnTo>
                <a:lnTo>
                  <a:pt x="1837" y="2793"/>
                </a:lnTo>
                <a:lnTo>
                  <a:pt x="1827" y="2772"/>
                </a:lnTo>
                <a:lnTo>
                  <a:pt x="1821" y="2749"/>
                </a:lnTo>
                <a:lnTo>
                  <a:pt x="1821" y="2726"/>
                </a:lnTo>
                <a:lnTo>
                  <a:pt x="1827" y="2703"/>
                </a:lnTo>
                <a:lnTo>
                  <a:pt x="1837" y="2681"/>
                </a:lnTo>
                <a:lnTo>
                  <a:pt x="1853" y="2662"/>
                </a:lnTo>
                <a:lnTo>
                  <a:pt x="3035" y="1505"/>
                </a:lnTo>
                <a:lnTo>
                  <a:pt x="3079" y="1458"/>
                </a:lnTo>
                <a:lnTo>
                  <a:pt x="3118" y="1407"/>
                </a:lnTo>
                <a:lnTo>
                  <a:pt x="3153" y="1355"/>
                </a:lnTo>
                <a:lnTo>
                  <a:pt x="3183" y="1300"/>
                </a:lnTo>
                <a:lnTo>
                  <a:pt x="3208" y="1243"/>
                </a:lnTo>
                <a:lnTo>
                  <a:pt x="3228" y="1185"/>
                </a:lnTo>
                <a:lnTo>
                  <a:pt x="3242" y="1126"/>
                </a:lnTo>
                <a:lnTo>
                  <a:pt x="3253" y="1066"/>
                </a:lnTo>
                <a:lnTo>
                  <a:pt x="3257" y="1006"/>
                </a:lnTo>
                <a:lnTo>
                  <a:pt x="3257" y="946"/>
                </a:lnTo>
                <a:lnTo>
                  <a:pt x="3253" y="885"/>
                </a:lnTo>
                <a:lnTo>
                  <a:pt x="3242" y="826"/>
                </a:lnTo>
                <a:lnTo>
                  <a:pt x="3228" y="766"/>
                </a:lnTo>
                <a:lnTo>
                  <a:pt x="3208" y="709"/>
                </a:lnTo>
                <a:lnTo>
                  <a:pt x="3183" y="653"/>
                </a:lnTo>
                <a:lnTo>
                  <a:pt x="3153" y="598"/>
                </a:lnTo>
                <a:lnTo>
                  <a:pt x="3118" y="545"/>
                </a:lnTo>
                <a:lnTo>
                  <a:pt x="3079" y="495"/>
                </a:lnTo>
                <a:lnTo>
                  <a:pt x="3035" y="448"/>
                </a:lnTo>
                <a:lnTo>
                  <a:pt x="2985" y="403"/>
                </a:lnTo>
                <a:lnTo>
                  <a:pt x="2935" y="364"/>
                </a:lnTo>
                <a:lnTo>
                  <a:pt x="2881" y="331"/>
                </a:lnTo>
                <a:lnTo>
                  <a:pt x="2825" y="301"/>
                </a:lnTo>
                <a:lnTo>
                  <a:pt x="2767" y="277"/>
                </a:lnTo>
                <a:lnTo>
                  <a:pt x="2708" y="258"/>
                </a:lnTo>
                <a:lnTo>
                  <a:pt x="2648" y="243"/>
                </a:lnTo>
                <a:lnTo>
                  <a:pt x="2586" y="234"/>
                </a:lnTo>
                <a:lnTo>
                  <a:pt x="2525" y="229"/>
                </a:lnTo>
                <a:lnTo>
                  <a:pt x="2464" y="229"/>
                </a:lnTo>
                <a:lnTo>
                  <a:pt x="2402" y="234"/>
                </a:lnTo>
                <a:lnTo>
                  <a:pt x="2340" y="243"/>
                </a:lnTo>
                <a:lnTo>
                  <a:pt x="2280" y="258"/>
                </a:lnTo>
                <a:lnTo>
                  <a:pt x="2221" y="277"/>
                </a:lnTo>
                <a:lnTo>
                  <a:pt x="2164" y="301"/>
                </a:lnTo>
                <a:lnTo>
                  <a:pt x="2108" y="331"/>
                </a:lnTo>
                <a:lnTo>
                  <a:pt x="2055" y="364"/>
                </a:lnTo>
                <a:lnTo>
                  <a:pt x="2003" y="403"/>
                </a:lnTo>
                <a:lnTo>
                  <a:pt x="1955" y="448"/>
                </a:lnTo>
                <a:lnTo>
                  <a:pt x="378" y="1972"/>
                </a:lnTo>
                <a:lnTo>
                  <a:pt x="341" y="2013"/>
                </a:lnTo>
                <a:lnTo>
                  <a:pt x="307" y="2057"/>
                </a:lnTo>
                <a:lnTo>
                  <a:pt x="280" y="2102"/>
                </a:lnTo>
                <a:lnTo>
                  <a:pt x="258" y="2149"/>
                </a:lnTo>
                <a:lnTo>
                  <a:pt x="241" y="2199"/>
                </a:lnTo>
                <a:lnTo>
                  <a:pt x="228" y="2248"/>
                </a:lnTo>
                <a:lnTo>
                  <a:pt x="220" y="2299"/>
                </a:lnTo>
                <a:lnTo>
                  <a:pt x="218" y="2350"/>
                </a:lnTo>
                <a:lnTo>
                  <a:pt x="220" y="2402"/>
                </a:lnTo>
                <a:lnTo>
                  <a:pt x="228" y="2452"/>
                </a:lnTo>
                <a:lnTo>
                  <a:pt x="241" y="2503"/>
                </a:lnTo>
                <a:lnTo>
                  <a:pt x="258" y="2551"/>
                </a:lnTo>
                <a:lnTo>
                  <a:pt x="280" y="2599"/>
                </a:lnTo>
                <a:lnTo>
                  <a:pt x="307" y="2644"/>
                </a:lnTo>
                <a:lnTo>
                  <a:pt x="341" y="2687"/>
                </a:lnTo>
                <a:lnTo>
                  <a:pt x="378" y="2728"/>
                </a:lnTo>
                <a:lnTo>
                  <a:pt x="419" y="2765"/>
                </a:lnTo>
                <a:lnTo>
                  <a:pt x="463" y="2796"/>
                </a:lnTo>
                <a:lnTo>
                  <a:pt x="509" y="2824"/>
                </a:lnTo>
                <a:lnTo>
                  <a:pt x="558" y="2846"/>
                </a:lnTo>
                <a:lnTo>
                  <a:pt x="608" y="2863"/>
                </a:lnTo>
                <a:lnTo>
                  <a:pt x="660" y="2874"/>
                </a:lnTo>
                <a:lnTo>
                  <a:pt x="711" y="2882"/>
                </a:lnTo>
                <a:lnTo>
                  <a:pt x="763" y="2885"/>
                </a:lnTo>
                <a:lnTo>
                  <a:pt x="816" y="2882"/>
                </a:lnTo>
                <a:lnTo>
                  <a:pt x="867" y="2874"/>
                </a:lnTo>
                <a:lnTo>
                  <a:pt x="919" y="2863"/>
                </a:lnTo>
                <a:lnTo>
                  <a:pt x="968" y="2846"/>
                </a:lnTo>
                <a:lnTo>
                  <a:pt x="1018" y="2824"/>
                </a:lnTo>
                <a:lnTo>
                  <a:pt x="1064" y="2796"/>
                </a:lnTo>
                <a:lnTo>
                  <a:pt x="1108" y="2765"/>
                </a:lnTo>
                <a:lnTo>
                  <a:pt x="1149" y="2728"/>
                </a:lnTo>
                <a:lnTo>
                  <a:pt x="2741" y="1187"/>
                </a:lnTo>
                <a:lnTo>
                  <a:pt x="2768" y="1158"/>
                </a:lnTo>
                <a:lnTo>
                  <a:pt x="2791" y="1125"/>
                </a:lnTo>
                <a:lnTo>
                  <a:pt x="2809" y="1091"/>
                </a:lnTo>
                <a:lnTo>
                  <a:pt x="2823" y="1055"/>
                </a:lnTo>
                <a:lnTo>
                  <a:pt x="2831" y="1018"/>
                </a:lnTo>
                <a:lnTo>
                  <a:pt x="2837" y="980"/>
                </a:lnTo>
                <a:lnTo>
                  <a:pt x="2837" y="942"/>
                </a:lnTo>
                <a:lnTo>
                  <a:pt x="2831" y="904"/>
                </a:lnTo>
                <a:lnTo>
                  <a:pt x="2823" y="867"/>
                </a:lnTo>
                <a:lnTo>
                  <a:pt x="2809" y="832"/>
                </a:lnTo>
                <a:lnTo>
                  <a:pt x="2791" y="797"/>
                </a:lnTo>
                <a:lnTo>
                  <a:pt x="2768" y="764"/>
                </a:lnTo>
                <a:lnTo>
                  <a:pt x="2741" y="734"/>
                </a:lnTo>
                <a:lnTo>
                  <a:pt x="2710" y="707"/>
                </a:lnTo>
                <a:lnTo>
                  <a:pt x="2677" y="685"/>
                </a:lnTo>
                <a:lnTo>
                  <a:pt x="2642" y="668"/>
                </a:lnTo>
                <a:lnTo>
                  <a:pt x="2605" y="654"/>
                </a:lnTo>
                <a:lnTo>
                  <a:pt x="2567" y="645"/>
                </a:lnTo>
                <a:lnTo>
                  <a:pt x="2528" y="641"/>
                </a:lnTo>
                <a:lnTo>
                  <a:pt x="2490" y="641"/>
                </a:lnTo>
                <a:lnTo>
                  <a:pt x="2452" y="645"/>
                </a:lnTo>
                <a:lnTo>
                  <a:pt x="2415" y="654"/>
                </a:lnTo>
                <a:lnTo>
                  <a:pt x="2377" y="668"/>
                </a:lnTo>
                <a:lnTo>
                  <a:pt x="2343" y="685"/>
                </a:lnTo>
                <a:lnTo>
                  <a:pt x="2309" y="707"/>
                </a:lnTo>
                <a:lnTo>
                  <a:pt x="2278" y="734"/>
                </a:lnTo>
                <a:lnTo>
                  <a:pt x="1082" y="1906"/>
                </a:lnTo>
                <a:lnTo>
                  <a:pt x="1062" y="1922"/>
                </a:lnTo>
                <a:lnTo>
                  <a:pt x="1040" y="1931"/>
                </a:lnTo>
                <a:lnTo>
                  <a:pt x="1017" y="1937"/>
                </a:lnTo>
                <a:lnTo>
                  <a:pt x="992" y="1937"/>
                </a:lnTo>
                <a:lnTo>
                  <a:pt x="969" y="1931"/>
                </a:lnTo>
                <a:lnTo>
                  <a:pt x="947" y="1922"/>
                </a:lnTo>
                <a:lnTo>
                  <a:pt x="927" y="1906"/>
                </a:lnTo>
                <a:lnTo>
                  <a:pt x="911" y="1887"/>
                </a:lnTo>
                <a:lnTo>
                  <a:pt x="900" y="1865"/>
                </a:lnTo>
                <a:lnTo>
                  <a:pt x="896" y="1842"/>
                </a:lnTo>
                <a:lnTo>
                  <a:pt x="896" y="1819"/>
                </a:lnTo>
                <a:lnTo>
                  <a:pt x="900" y="1796"/>
                </a:lnTo>
                <a:lnTo>
                  <a:pt x="911" y="1775"/>
                </a:lnTo>
                <a:lnTo>
                  <a:pt x="927" y="1755"/>
                </a:lnTo>
                <a:lnTo>
                  <a:pt x="2123" y="583"/>
                </a:lnTo>
                <a:lnTo>
                  <a:pt x="2165" y="546"/>
                </a:lnTo>
                <a:lnTo>
                  <a:pt x="2209" y="515"/>
                </a:lnTo>
                <a:lnTo>
                  <a:pt x="2255" y="488"/>
                </a:lnTo>
                <a:lnTo>
                  <a:pt x="2304" y="465"/>
                </a:lnTo>
                <a:lnTo>
                  <a:pt x="2354" y="449"/>
                </a:lnTo>
                <a:lnTo>
                  <a:pt x="2405" y="436"/>
                </a:lnTo>
                <a:lnTo>
                  <a:pt x="2457" y="429"/>
                </a:lnTo>
                <a:lnTo>
                  <a:pt x="2509" y="427"/>
                </a:lnTo>
                <a:lnTo>
                  <a:pt x="2562" y="429"/>
                </a:lnTo>
                <a:lnTo>
                  <a:pt x="2613" y="436"/>
                </a:lnTo>
                <a:lnTo>
                  <a:pt x="2665" y="449"/>
                </a:lnTo>
                <a:lnTo>
                  <a:pt x="2714" y="465"/>
                </a:lnTo>
                <a:lnTo>
                  <a:pt x="2763" y="488"/>
                </a:lnTo>
                <a:lnTo>
                  <a:pt x="2810" y="515"/>
                </a:lnTo>
                <a:lnTo>
                  <a:pt x="2854" y="546"/>
                </a:lnTo>
                <a:lnTo>
                  <a:pt x="2895" y="583"/>
                </a:lnTo>
                <a:lnTo>
                  <a:pt x="2932" y="623"/>
                </a:lnTo>
                <a:lnTo>
                  <a:pt x="2965" y="666"/>
                </a:lnTo>
                <a:lnTo>
                  <a:pt x="2993" y="713"/>
                </a:lnTo>
                <a:lnTo>
                  <a:pt x="3015" y="760"/>
                </a:lnTo>
                <a:lnTo>
                  <a:pt x="3032" y="809"/>
                </a:lnTo>
                <a:lnTo>
                  <a:pt x="3045" y="859"/>
                </a:lnTo>
                <a:lnTo>
                  <a:pt x="3053" y="910"/>
                </a:lnTo>
                <a:lnTo>
                  <a:pt x="3055" y="961"/>
                </a:lnTo>
                <a:lnTo>
                  <a:pt x="3053" y="1012"/>
                </a:lnTo>
                <a:lnTo>
                  <a:pt x="3045" y="1063"/>
                </a:lnTo>
                <a:lnTo>
                  <a:pt x="3032" y="1113"/>
                </a:lnTo>
                <a:lnTo>
                  <a:pt x="3015" y="1162"/>
                </a:lnTo>
                <a:lnTo>
                  <a:pt x="2993" y="1209"/>
                </a:lnTo>
                <a:lnTo>
                  <a:pt x="2965" y="1255"/>
                </a:lnTo>
                <a:lnTo>
                  <a:pt x="2932" y="1298"/>
                </a:lnTo>
                <a:lnTo>
                  <a:pt x="2895" y="1339"/>
                </a:lnTo>
                <a:lnTo>
                  <a:pt x="1303" y="2879"/>
                </a:lnTo>
                <a:lnTo>
                  <a:pt x="1255" y="2923"/>
                </a:lnTo>
                <a:lnTo>
                  <a:pt x="1203" y="2962"/>
                </a:lnTo>
                <a:lnTo>
                  <a:pt x="1150" y="2995"/>
                </a:lnTo>
                <a:lnTo>
                  <a:pt x="1094" y="3025"/>
                </a:lnTo>
                <a:lnTo>
                  <a:pt x="1036" y="3049"/>
                </a:lnTo>
                <a:lnTo>
                  <a:pt x="977" y="3068"/>
                </a:lnTo>
                <a:lnTo>
                  <a:pt x="917" y="3083"/>
                </a:lnTo>
                <a:lnTo>
                  <a:pt x="855" y="3092"/>
                </a:lnTo>
                <a:lnTo>
                  <a:pt x="794" y="3097"/>
                </a:lnTo>
                <a:lnTo>
                  <a:pt x="733" y="3097"/>
                </a:lnTo>
                <a:lnTo>
                  <a:pt x="671" y="3092"/>
                </a:lnTo>
                <a:lnTo>
                  <a:pt x="609" y="3083"/>
                </a:lnTo>
                <a:lnTo>
                  <a:pt x="549" y="3068"/>
                </a:lnTo>
                <a:lnTo>
                  <a:pt x="490" y="3049"/>
                </a:lnTo>
                <a:lnTo>
                  <a:pt x="433" y="3025"/>
                </a:lnTo>
                <a:lnTo>
                  <a:pt x="377" y="2995"/>
                </a:lnTo>
                <a:lnTo>
                  <a:pt x="323" y="2962"/>
                </a:lnTo>
                <a:lnTo>
                  <a:pt x="272" y="2923"/>
                </a:lnTo>
                <a:lnTo>
                  <a:pt x="224" y="2879"/>
                </a:lnTo>
                <a:lnTo>
                  <a:pt x="178" y="2832"/>
                </a:lnTo>
                <a:lnTo>
                  <a:pt x="139" y="2782"/>
                </a:lnTo>
                <a:lnTo>
                  <a:pt x="104" y="2729"/>
                </a:lnTo>
                <a:lnTo>
                  <a:pt x="75" y="2674"/>
                </a:lnTo>
                <a:lnTo>
                  <a:pt x="51" y="2617"/>
                </a:lnTo>
                <a:lnTo>
                  <a:pt x="30" y="2560"/>
                </a:lnTo>
                <a:lnTo>
                  <a:pt x="15" y="2501"/>
                </a:lnTo>
                <a:lnTo>
                  <a:pt x="5" y="2441"/>
                </a:lnTo>
                <a:lnTo>
                  <a:pt x="0" y="2381"/>
                </a:lnTo>
                <a:lnTo>
                  <a:pt x="0" y="2321"/>
                </a:lnTo>
                <a:lnTo>
                  <a:pt x="5" y="2260"/>
                </a:lnTo>
                <a:lnTo>
                  <a:pt x="15" y="2200"/>
                </a:lnTo>
                <a:lnTo>
                  <a:pt x="30" y="2141"/>
                </a:lnTo>
                <a:lnTo>
                  <a:pt x="51" y="2083"/>
                </a:lnTo>
                <a:lnTo>
                  <a:pt x="75" y="2027"/>
                </a:lnTo>
                <a:lnTo>
                  <a:pt x="104" y="1972"/>
                </a:lnTo>
                <a:lnTo>
                  <a:pt x="139" y="1920"/>
                </a:lnTo>
                <a:lnTo>
                  <a:pt x="178" y="1869"/>
                </a:lnTo>
                <a:lnTo>
                  <a:pt x="224" y="1822"/>
                </a:lnTo>
                <a:lnTo>
                  <a:pt x="1815" y="281"/>
                </a:lnTo>
                <a:lnTo>
                  <a:pt x="1872" y="230"/>
                </a:lnTo>
                <a:lnTo>
                  <a:pt x="1931" y="183"/>
                </a:lnTo>
                <a:lnTo>
                  <a:pt x="1992" y="143"/>
                </a:lnTo>
                <a:lnTo>
                  <a:pt x="2057" y="108"/>
                </a:lnTo>
                <a:lnTo>
                  <a:pt x="2123" y="76"/>
                </a:lnTo>
                <a:lnTo>
                  <a:pt x="2191" y="51"/>
                </a:lnTo>
                <a:lnTo>
                  <a:pt x="2261" y="31"/>
                </a:lnTo>
                <a:lnTo>
                  <a:pt x="2331" y="15"/>
                </a:lnTo>
                <a:lnTo>
                  <a:pt x="2402" y="5"/>
                </a:lnTo>
                <a:lnTo>
                  <a:pt x="2474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lvl="0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27" name="그룹 26"/>
          <p:cNvGrpSpPr/>
          <p:nvPr/>
        </p:nvGrpSpPr>
        <p:grpSpPr>
          <a:xfrm>
            <a:off x="393568" y="656552"/>
            <a:ext cx="323769" cy="323769"/>
            <a:chOff x="1593332" y="2172798"/>
            <a:chExt cx="1083168" cy="1083168"/>
          </a:xfrm>
        </p:grpSpPr>
        <p:sp>
          <p:nvSpPr>
            <p:cNvPr id="28" name="타원 27"/>
            <p:cNvSpPr/>
            <p:nvPr/>
          </p:nvSpPr>
          <p:spPr>
            <a:xfrm>
              <a:off x="1593332" y="2172798"/>
              <a:ext cx="1083168" cy="1083168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b="1">
                <a:solidFill>
                  <a:prstClr val="white"/>
                </a:solidFill>
              </a:endParaRPr>
            </a:p>
          </p:txBody>
        </p:sp>
        <p:pic>
          <p:nvPicPr>
            <p:cNvPr id="29" name="그림 28"/>
            <p:cNvPicPr>
              <a:picLocks noChangeAspect="1"/>
            </p:cNvPicPr>
            <p:nvPr/>
          </p:nvPicPr>
          <p:blipFill rotWithShape="1">
            <a:blip r:embed="rId2"/>
            <a:stretch>
              <a:fillRect/>
            </a:stretch>
          </p:blipFill>
          <p:spPr>
            <a:xfrm>
              <a:off x="1741655" y="2321121"/>
              <a:ext cx="786521" cy="786521"/>
            </a:xfrm>
            <a:prstGeom prst="rect">
              <a:avLst/>
            </a:prstGeom>
          </p:spPr>
        </p:pic>
      </p:grpSp>
      <p:sp>
        <p:nvSpPr>
          <p:cNvPr id="32" name="모서리가 둥근 직사각형 31"/>
          <p:cNvSpPr/>
          <p:nvPr/>
        </p:nvSpPr>
        <p:spPr>
          <a:xfrm>
            <a:off x="350136" y="1719059"/>
            <a:ext cx="396000" cy="396000"/>
          </a:xfrm>
          <a:prstGeom prst="roundRect">
            <a:avLst>
              <a:gd name="adj" fmla="val 16667"/>
            </a:avLst>
          </a:prstGeom>
          <a:solidFill>
            <a:srgbClr val="00D6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" anchor="ctr"/>
          <a:lstStyle/>
          <a:p>
            <a:pPr lvl="0">
              <a:defRPr/>
            </a:pPr>
            <a:endParaRPr lang="en-US" altLang="ko-KR" sz="1050">
              <a:solidFill>
                <a:prstClr val="white"/>
              </a:solidFill>
            </a:endParaRPr>
          </a:p>
        </p:txBody>
      </p:sp>
      <p:grpSp>
        <p:nvGrpSpPr>
          <p:cNvPr id="20" name="Group 12"/>
          <p:cNvGrpSpPr>
            <a:grpSpLocks noChangeAspect="1"/>
          </p:cNvGrpSpPr>
          <p:nvPr/>
        </p:nvGrpSpPr>
        <p:grpSpPr>
          <a:xfrm>
            <a:off x="433464" y="1832474"/>
            <a:ext cx="229344" cy="182438"/>
            <a:chOff x="6124" y="305"/>
            <a:chExt cx="841" cy="669"/>
          </a:xfrm>
          <a:solidFill>
            <a:schemeClr val="bg1"/>
          </a:solidFill>
        </p:grpSpPr>
        <p:sp>
          <p:nvSpPr>
            <p:cNvPr id="21" name="Freeform 13"/>
            <p:cNvSpPr/>
            <p:nvPr/>
          </p:nvSpPr>
          <p:spPr>
            <a:xfrm>
              <a:off x="6244" y="440"/>
              <a:ext cx="601" cy="534"/>
            </a:xfrm>
            <a:custGeom>
              <a:avLst/>
              <a:gdLst>
                <a:gd name="T0" fmla="*/ 902 w 1802"/>
                <a:gd name="T1" fmla="*/ 0 h 1602"/>
                <a:gd name="T2" fmla="*/ 2 w 1802"/>
                <a:gd name="T3" fmla="*/ 742 h 1602"/>
                <a:gd name="T4" fmla="*/ 2 w 1802"/>
                <a:gd name="T5" fmla="*/ 743 h 1602"/>
                <a:gd name="T6" fmla="*/ 2 w 1802"/>
                <a:gd name="T7" fmla="*/ 746 h 1602"/>
                <a:gd name="T8" fmla="*/ 0 w 1802"/>
                <a:gd name="T9" fmla="*/ 749 h 1602"/>
                <a:gd name="T10" fmla="*/ 0 w 1802"/>
                <a:gd name="T11" fmla="*/ 751 h 1602"/>
                <a:gd name="T12" fmla="*/ 0 w 1802"/>
                <a:gd name="T13" fmla="*/ 1501 h 1602"/>
                <a:gd name="T14" fmla="*/ 2 w 1802"/>
                <a:gd name="T15" fmla="*/ 1521 h 1602"/>
                <a:gd name="T16" fmla="*/ 16 w 1802"/>
                <a:gd name="T17" fmla="*/ 1557 h 1602"/>
                <a:gd name="T18" fmla="*/ 30 w 1802"/>
                <a:gd name="T19" fmla="*/ 1572 h 1602"/>
                <a:gd name="T20" fmla="*/ 45 w 1802"/>
                <a:gd name="T21" fmla="*/ 1586 h 1602"/>
                <a:gd name="T22" fmla="*/ 81 w 1802"/>
                <a:gd name="T23" fmla="*/ 1601 h 1602"/>
                <a:gd name="T24" fmla="*/ 100 w 1802"/>
                <a:gd name="T25" fmla="*/ 1602 h 1602"/>
                <a:gd name="T26" fmla="*/ 702 w 1802"/>
                <a:gd name="T27" fmla="*/ 1602 h 1602"/>
                <a:gd name="T28" fmla="*/ 702 w 1802"/>
                <a:gd name="T29" fmla="*/ 1001 h 1602"/>
                <a:gd name="T30" fmla="*/ 1102 w 1802"/>
                <a:gd name="T31" fmla="*/ 1001 h 1602"/>
                <a:gd name="T32" fmla="*/ 1102 w 1802"/>
                <a:gd name="T33" fmla="*/ 1602 h 1602"/>
                <a:gd name="T34" fmla="*/ 1703 w 1802"/>
                <a:gd name="T35" fmla="*/ 1602 h 1602"/>
                <a:gd name="T36" fmla="*/ 1723 w 1802"/>
                <a:gd name="T37" fmla="*/ 1601 h 1602"/>
                <a:gd name="T38" fmla="*/ 1758 w 1802"/>
                <a:gd name="T39" fmla="*/ 1586 h 1602"/>
                <a:gd name="T40" fmla="*/ 1773 w 1802"/>
                <a:gd name="T41" fmla="*/ 1572 h 1602"/>
                <a:gd name="T42" fmla="*/ 1786 w 1802"/>
                <a:gd name="T43" fmla="*/ 1557 h 1602"/>
                <a:gd name="T44" fmla="*/ 1802 w 1802"/>
                <a:gd name="T45" fmla="*/ 1521 h 1602"/>
                <a:gd name="T46" fmla="*/ 1802 w 1802"/>
                <a:gd name="T47" fmla="*/ 1501 h 1602"/>
                <a:gd name="T48" fmla="*/ 1802 w 1802"/>
                <a:gd name="T49" fmla="*/ 751 h 1602"/>
                <a:gd name="T50" fmla="*/ 1802 w 1802"/>
                <a:gd name="T51" fmla="*/ 745 h 1602"/>
                <a:gd name="T52" fmla="*/ 1801 w 1802"/>
                <a:gd name="T53" fmla="*/ 742 h 1602"/>
                <a:gd name="T54" fmla="*/ 902 w 1802"/>
                <a:gd name="T55" fmla="*/ 0 h 1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802" h="1602">
                  <a:moveTo>
                    <a:pt x="902" y="0"/>
                  </a:moveTo>
                  <a:lnTo>
                    <a:pt x="2" y="742"/>
                  </a:lnTo>
                  <a:lnTo>
                    <a:pt x="2" y="743"/>
                  </a:lnTo>
                  <a:lnTo>
                    <a:pt x="2" y="746"/>
                  </a:lnTo>
                  <a:lnTo>
                    <a:pt x="0" y="749"/>
                  </a:lnTo>
                  <a:lnTo>
                    <a:pt x="0" y="751"/>
                  </a:lnTo>
                  <a:lnTo>
                    <a:pt x="0" y="1501"/>
                  </a:lnTo>
                  <a:lnTo>
                    <a:pt x="2" y="1521"/>
                  </a:lnTo>
                  <a:lnTo>
                    <a:pt x="16" y="1557"/>
                  </a:lnTo>
                  <a:lnTo>
                    <a:pt x="30" y="1572"/>
                  </a:lnTo>
                  <a:lnTo>
                    <a:pt x="45" y="1586"/>
                  </a:lnTo>
                  <a:lnTo>
                    <a:pt x="81" y="1601"/>
                  </a:lnTo>
                  <a:lnTo>
                    <a:pt x="100" y="1602"/>
                  </a:lnTo>
                  <a:lnTo>
                    <a:pt x="702" y="1602"/>
                  </a:lnTo>
                  <a:lnTo>
                    <a:pt x="702" y="1001"/>
                  </a:lnTo>
                  <a:lnTo>
                    <a:pt x="1102" y="1001"/>
                  </a:lnTo>
                  <a:lnTo>
                    <a:pt x="1102" y="1602"/>
                  </a:lnTo>
                  <a:lnTo>
                    <a:pt x="1703" y="1602"/>
                  </a:lnTo>
                  <a:lnTo>
                    <a:pt x="1723" y="1601"/>
                  </a:lnTo>
                  <a:lnTo>
                    <a:pt x="1758" y="1586"/>
                  </a:lnTo>
                  <a:lnTo>
                    <a:pt x="1773" y="1572"/>
                  </a:lnTo>
                  <a:lnTo>
                    <a:pt x="1786" y="1557"/>
                  </a:lnTo>
                  <a:lnTo>
                    <a:pt x="1802" y="1521"/>
                  </a:lnTo>
                  <a:lnTo>
                    <a:pt x="1802" y="1501"/>
                  </a:lnTo>
                  <a:lnTo>
                    <a:pt x="1802" y="751"/>
                  </a:lnTo>
                  <a:lnTo>
                    <a:pt x="1802" y="745"/>
                  </a:lnTo>
                  <a:lnTo>
                    <a:pt x="1801" y="742"/>
                  </a:lnTo>
                  <a:lnTo>
                    <a:pt x="90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anchor="t" anchorCtr="0">
              <a:prstTxWarp prst="textNoShape">
                <a:avLst/>
              </a:prstTxWarp>
            </a:bodyPr>
            <a:lstStyle/>
            <a:p>
              <a:pPr lvl="0"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22" name="Freeform 14"/>
            <p:cNvSpPr/>
            <p:nvPr/>
          </p:nvSpPr>
          <p:spPr>
            <a:xfrm>
              <a:off x="6124" y="305"/>
              <a:ext cx="841" cy="394"/>
            </a:xfrm>
            <a:custGeom>
              <a:avLst/>
              <a:gdLst>
                <a:gd name="T0" fmla="*/ 2505 w 2522"/>
                <a:gd name="T1" fmla="*/ 978 h 1181"/>
                <a:gd name="T2" fmla="*/ 2162 w 2522"/>
                <a:gd name="T3" fmla="*/ 694 h 1181"/>
                <a:gd name="T4" fmla="*/ 2162 w 2522"/>
                <a:gd name="T5" fmla="*/ 54 h 1181"/>
                <a:gd name="T6" fmla="*/ 2162 w 2522"/>
                <a:gd name="T7" fmla="*/ 44 h 1181"/>
                <a:gd name="T8" fmla="*/ 2155 w 2522"/>
                <a:gd name="T9" fmla="*/ 26 h 1181"/>
                <a:gd name="T10" fmla="*/ 2149 w 2522"/>
                <a:gd name="T11" fmla="*/ 18 h 1181"/>
                <a:gd name="T12" fmla="*/ 2141 w 2522"/>
                <a:gd name="T13" fmla="*/ 13 h 1181"/>
                <a:gd name="T14" fmla="*/ 2123 w 2522"/>
                <a:gd name="T15" fmla="*/ 5 h 1181"/>
                <a:gd name="T16" fmla="*/ 2113 w 2522"/>
                <a:gd name="T17" fmla="*/ 5 h 1181"/>
                <a:gd name="T18" fmla="*/ 1812 w 2522"/>
                <a:gd name="T19" fmla="*/ 5 h 1181"/>
                <a:gd name="T20" fmla="*/ 1802 w 2522"/>
                <a:gd name="T21" fmla="*/ 5 h 1181"/>
                <a:gd name="T22" fmla="*/ 1783 w 2522"/>
                <a:gd name="T23" fmla="*/ 13 h 1181"/>
                <a:gd name="T24" fmla="*/ 1776 w 2522"/>
                <a:gd name="T25" fmla="*/ 18 h 1181"/>
                <a:gd name="T26" fmla="*/ 1770 w 2522"/>
                <a:gd name="T27" fmla="*/ 26 h 1181"/>
                <a:gd name="T28" fmla="*/ 1763 w 2522"/>
                <a:gd name="T29" fmla="*/ 44 h 1181"/>
                <a:gd name="T30" fmla="*/ 1762 w 2522"/>
                <a:gd name="T31" fmla="*/ 54 h 1181"/>
                <a:gd name="T32" fmla="*/ 1762 w 2522"/>
                <a:gd name="T33" fmla="*/ 360 h 1181"/>
                <a:gd name="T34" fmla="*/ 1380 w 2522"/>
                <a:gd name="T35" fmla="*/ 41 h 1181"/>
                <a:gd name="T36" fmla="*/ 1354 w 2522"/>
                <a:gd name="T37" fmla="*/ 23 h 1181"/>
                <a:gd name="T38" fmla="*/ 1295 w 2522"/>
                <a:gd name="T39" fmla="*/ 1 h 1181"/>
                <a:gd name="T40" fmla="*/ 1262 w 2522"/>
                <a:gd name="T41" fmla="*/ 0 h 1181"/>
                <a:gd name="T42" fmla="*/ 1227 w 2522"/>
                <a:gd name="T43" fmla="*/ 1 h 1181"/>
                <a:gd name="T44" fmla="*/ 1168 w 2522"/>
                <a:gd name="T45" fmla="*/ 23 h 1181"/>
                <a:gd name="T46" fmla="*/ 1142 w 2522"/>
                <a:gd name="T47" fmla="*/ 41 h 1181"/>
                <a:gd name="T48" fmla="*/ 17 w 2522"/>
                <a:gd name="T49" fmla="*/ 978 h 1181"/>
                <a:gd name="T50" fmla="*/ 10 w 2522"/>
                <a:gd name="T51" fmla="*/ 985 h 1181"/>
                <a:gd name="T52" fmla="*/ 1 w 2522"/>
                <a:gd name="T53" fmla="*/ 1001 h 1181"/>
                <a:gd name="T54" fmla="*/ 0 w 2522"/>
                <a:gd name="T55" fmla="*/ 1012 h 1181"/>
                <a:gd name="T56" fmla="*/ 0 w 2522"/>
                <a:gd name="T57" fmla="*/ 1023 h 1181"/>
                <a:gd name="T58" fmla="*/ 6 w 2522"/>
                <a:gd name="T59" fmla="*/ 1040 h 1181"/>
                <a:gd name="T60" fmla="*/ 12 w 2522"/>
                <a:gd name="T61" fmla="*/ 1048 h 1181"/>
                <a:gd name="T62" fmla="*/ 108 w 2522"/>
                <a:gd name="T63" fmla="*/ 1164 h 1181"/>
                <a:gd name="T64" fmla="*/ 122 w 2522"/>
                <a:gd name="T65" fmla="*/ 1177 h 1181"/>
                <a:gd name="T66" fmla="*/ 141 w 2522"/>
                <a:gd name="T67" fmla="*/ 1181 h 1181"/>
                <a:gd name="T68" fmla="*/ 160 w 2522"/>
                <a:gd name="T69" fmla="*/ 1181 h 1181"/>
                <a:gd name="T70" fmla="*/ 179 w 2522"/>
                <a:gd name="T71" fmla="*/ 1171 h 1181"/>
                <a:gd name="T72" fmla="*/ 1262 w 2522"/>
                <a:gd name="T73" fmla="*/ 268 h 1181"/>
                <a:gd name="T74" fmla="*/ 2344 w 2522"/>
                <a:gd name="T75" fmla="*/ 1171 h 1181"/>
                <a:gd name="T76" fmla="*/ 2358 w 2522"/>
                <a:gd name="T77" fmla="*/ 1180 h 1181"/>
                <a:gd name="T78" fmla="*/ 2377 w 2522"/>
                <a:gd name="T79" fmla="*/ 1181 h 1181"/>
                <a:gd name="T80" fmla="*/ 2383 w 2522"/>
                <a:gd name="T81" fmla="*/ 1181 h 1181"/>
                <a:gd name="T82" fmla="*/ 2401 w 2522"/>
                <a:gd name="T83" fmla="*/ 1177 h 1181"/>
                <a:gd name="T84" fmla="*/ 2414 w 2522"/>
                <a:gd name="T85" fmla="*/ 1164 h 1181"/>
                <a:gd name="T86" fmla="*/ 2512 w 2522"/>
                <a:gd name="T87" fmla="*/ 1048 h 1181"/>
                <a:gd name="T88" fmla="*/ 2518 w 2522"/>
                <a:gd name="T89" fmla="*/ 1040 h 1181"/>
                <a:gd name="T90" fmla="*/ 2522 w 2522"/>
                <a:gd name="T91" fmla="*/ 1023 h 1181"/>
                <a:gd name="T92" fmla="*/ 2522 w 2522"/>
                <a:gd name="T93" fmla="*/ 1012 h 1181"/>
                <a:gd name="T94" fmla="*/ 2521 w 2522"/>
                <a:gd name="T95" fmla="*/ 1001 h 1181"/>
                <a:gd name="T96" fmla="*/ 2512 w 2522"/>
                <a:gd name="T97" fmla="*/ 985 h 1181"/>
                <a:gd name="T98" fmla="*/ 2505 w 2522"/>
                <a:gd name="T99" fmla="*/ 978 h 1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22" h="1181">
                  <a:moveTo>
                    <a:pt x="2505" y="978"/>
                  </a:moveTo>
                  <a:lnTo>
                    <a:pt x="2162" y="694"/>
                  </a:lnTo>
                  <a:lnTo>
                    <a:pt x="2162" y="54"/>
                  </a:lnTo>
                  <a:lnTo>
                    <a:pt x="2162" y="44"/>
                  </a:lnTo>
                  <a:lnTo>
                    <a:pt x="2155" y="26"/>
                  </a:lnTo>
                  <a:lnTo>
                    <a:pt x="2149" y="18"/>
                  </a:lnTo>
                  <a:lnTo>
                    <a:pt x="2141" y="13"/>
                  </a:lnTo>
                  <a:lnTo>
                    <a:pt x="2123" y="5"/>
                  </a:lnTo>
                  <a:lnTo>
                    <a:pt x="2113" y="5"/>
                  </a:lnTo>
                  <a:lnTo>
                    <a:pt x="1812" y="5"/>
                  </a:lnTo>
                  <a:lnTo>
                    <a:pt x="1802" y="5"/>
                  </a:lnTo>
                  <a:lnTo>
                    <a:pt x="1783" y="13"/>
                  </a:lnTo>
                  <a:lnTo>
                    <a:pt x="1776" y="18"/>
                  </a:lnTo>
                  <a:lnTo>
                    <a:pt x="1770" y="26"/>
                  </a:lnTo>
                  <a:lnTo>
                    <a:pt x="1763" y="44"/>
                  </a:lnTo>
                  <a:lnTo>
                    <a:pt x="1762" y="54"/>
                  </a:lnTo>
                  <a:lnTo>
                    <a:pt x="1762" y="360"/>
                  </a:lnTo>
                  <a:lnTo>
                    <a:pt x="1380" y="41"/>
                  </a:lnTo>
                  <a:lnTo>
                    <a:pt x="1354" y="23"/>
                  </a:lnTo>
                  <a:lnTo>
                    <a:pt x="1295" y="1"/>
                  </a:lnTo>
                  <a:lnTo>
                    <a:pt x="1262" y="0"/>
                  </a:lnTo>
                  <a:lnTo>
                    <a:pt x="1227" y="1"/>
                  </a:lnTo>
                  <a:lnTo>
                    <a:pt x="1168" y="23"/>
                  </a:lnTo>
                  <a:lnTo>
                    <a:pt x="1142" y="41"/>
                  </a:lnTo>
                  <a:lnTo>
                    <a:pt x="17" y="978"/>
                  </a:lnTo>
                  <a:lnTo>
                    <a:pt x="10" y="985"/>
                  </a:lnTo>
                  <a:lnTo>
                    <a:pt x="1" y="1001"/>
                  </a:lnTo>
                  <a:lnTo>
                    <a:pt x="0" y="1012"/>
                  </a:lnTo>
                  <a:lnTo>
                    <a:pt x="0" y="1023"/>
                  </a:lnTo>
                  <a:lnTo>
                    <a:pt x="6" y="1040"/>
                  </a:lnTo>
                  <a:lnTo>
                    <a:pt x="12" y="1048"/>
                  </a:lnTo>
                  <a:lnTo>
                    <a:pt x="108" y="1164"/>
                  </a:lnTo>
                  <a:lnTo>
                    <a:pt x="122" y="1177"/>
                  </a:lnTo>
                  <a:lnTo>
                    <a:pt x="141" y="1181"/>
                  </a:lnTo>
                  <a:lnTo>
                    <a:pt x="160" y="1181"/>
                  </a:lnTo>
                  <a:lnTo>
                    <a:pt x="179" y="1171"/>
                  </a:lnTo>
                  <a:lnTo>
                    <a:pt x="1262" y="268"/>
                  </a:lnTo>
                  <a:lnTo>
                    <a:pt x="2344" y="1171"/>
                  </a:lnTo>
                  <a:lnTo>
                    <a:pt x="2358" y="1180"/>
                  </a:lnTo>
                  <a:lnTo>
                    <a:pt x="2377" y="1181"/>
                  </a:lnTo>
                  <a:lnTo>
                    <a:pt x="2383" y="1181"/>
                  </a:lnTo>
                  <a:lnTo>
                    <a:pt x="2401" y="1177"/>
                  </a:lnTo>
                  <a:lnTo>
                    <a:pt x="2414" y="1164"/>
                  </a:lnTo>
                  <a:lnTo>
                    <a:pt x="2512" y="1048"/>
                  </a:lnTo>
                  <a:lnTo>
                    <a:pt x="2518" y="1040"/>
                  </a:lnTo>
                  <a:lnTo>
                    <a:pt x="2522" y="1023"/>
                  </a:lnTo>
                  <a:lnTo>
                    <a:pt x="2522" y="1012"/>
                  </a:lnTo>
                  <a:lnTo>
                    <a:pt x="2521" y="1001"/>
                  </a:lnTo>
                  <a:lnTo>
                    <a:pt x="2512" y="985"/>
                  </a:lnTo>
                  <a:lnTo>
                    <a:pt x="2505" y="97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anchor="t" anchorCtr="0">
              <a:prstTxWarp prst="textNoShape">
                <a:avLst/>
              </a:prstTxWarp>
            </a:bodyPr>
            <a:lstStyle/>
            <a:p>
              <a:pPr lvl="0"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35" name="타원 34"/>
          <p:cNvSpPr/>
          <p:nvPr/>
        </p:nvSpPr>
        <p:spPr>
          <a:xfrm>
            <a:off x="578088" y="2370814"/>
            <a:ext cx="177525" cy="17752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anchor="ctr"/>
          <a:lstStyle/>
          <a:p>
            <a:pPr algn="ctr">
              <a:defRPr/>
            </a:pPr>
            <a:r>
              <a:rPr lang="en-US" altLang="ko-KR" sz="1000">
                <a:solidFill>
                  <a:prstClr val="white"/>
                </a:solidFill>
              </a:rPr>
              <a:t>13</a:t>
            </a:r>
          </a:p>
        </p:txBody>
      </p:sp>
      <p:sp>
        <p:nvSpPr>
          <p:cNvPr id="40" name="모서리가 둥근 직사각형 39"/>
          <p:cNvSpPr/>
          <p:nvPr/>
        </p:nvSpPr>
        <p:spPr>
          <a:xfrm>
            <a:off x="3838799" y="1646917"/>
            <a:ext cx="7540401" cy="4279543"/>
          </a:xfrm>
          <a:prstGeom prst="roundRect">
            <a:avLst>
              <a:gd name="adj" fmla="val 3424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" anchor="ctr"/>
          <a:lstStyle/>
          <a:p>
            <a:pPr lvl="0">
              <a:defRPr/>
            </a:pPr>
            <a:endParaRPr lang="en-US" altLang="ko-KR" sz="1050">
              <a:solidFill>
                <a:srgbClr val="264259"/>
              </a:solidFill>
            </a:endParaRPr>
          </a:p>
        </p:txBody>
      </p:sp>
      <p:sp>
        <p:nvSpPr>
          <p:cNvPr id="51" name="타원 50"/>
          <p:cNvSpPr/>
          <p:nvPr/>
        </p:nvSpPr>
        <p:spPr>
          <a:xfrm>
            <a:off x="555404" y="4304681"/>
            <a:ext cx="177525" cy="17752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anchor="ctr"/>
          <a:lstStyle/>
          <a:p>
            <a:pPr algn="ctr">
              <a:defRPr/>
            </a:pPr>
            <a:r>
              <a:rPr lang="en-US" altLang="ko-KR" sz="600">
                <a:solidFill>
                  <a:prstClr val="white"/>
                </a:solidFill>
              </a:rPr>
              <a:t>off</a:t>
            </a:r>
            <a:endParaRPr lang="ko-KR" altLang="en-US" sz="600">
              <a:solidFill>
                <a:prstClr val="white"/>
              </a:solidFill>
            </a:endParaRPr>
          </a:p>
        </p:txBody>
      </p:sp>
      <p:pic>
        <p:nvPicPr>
          <p:cNvPr id="58" name="그림 57"/>
          <p:cNvPicPr/>
          <p:nvPr/>
        </p:nvPicPr>
        <p:blipFill rotWithShape="1">
          <a:blip r:embed="rId3">
            <a:lum/>
          </a:blip>
          <a:srcRect/>
          <a:stretch>
            <a:fillRect/>
          </a:stretch>
        </p:blipFill>
        <p:spPr>
          <a:xfrm>
            <a:off x="1370965" y="1633474"/>
            <a:ext cx="2369439" cy="4344797"/>
          </a:xfrm>
          <a:prstGeom prst="rect">
            <a:avLst/>
          </a:prstGeom>
        </p:spPr>
      </p:pic>
      <p:sp>
        <p:nvSpPr>
          <p:cNvPr id="59" name="직사각형 49"/>
          <p:cNvSpPr/>
          <p:nvPr/>
        </p:nvSpPr>
        <p:spPr>
          <a:xfrm>
            <a:off x="4017637" y="1875915"/>
            <a:ext cx="7093708" cy="2355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l" defTabSz="914400" rtl="0" eaLnBrk="1" latinLnBrk="1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lang="en-US" altLang="ko-KR" sz="1600" b="1">
                <a:solidFill>
                  <a:srgbClr val="00D65E"/>
                </a:solidFill>
                <a:latin typeface="맑은 고딕"/>
                <a:ea typeface="맑은 고딕"/>
                <a:cs typeface="맑은 고딕"/>
              </a:rPr>
              <a:t>MAIN SCREEN </a:t>
            </a:r>
            <a:r>
              <a:rPr kumimoji="0" lang="en-US" altLang="ko-KR" sz="1600" b="1" i="0" u="none" strike="noStrike" kern="1200" cap="none" spc="0" normalizeH="0" baseline="0">
                <a:solidFill>
                  <a:srgbClr val="00D65E"/>
                </a:solidFill>
                <a:latin typeface="맑은 고딕"/>
                <a:ea typeface="맑은 고딕"/>
                <a:cs typeface="맑은 고딕"/>
              </a:rPr>
              <a:t>2</a:t>
            </a:r>
          </a:p>
          <a:p>
            <a:pPr marL="0" indent="0" algn="l" defTabSz="914400" rtl="0" eaLnBrk="1" latinLnBrk="1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600" b="1" i="0" u="none" strike="noStrike" kern="1200" cap="none" spc="0" normalizeH="0" baseline="0">
              <a:solidFill>
                <a:srgbClr val="00D65E"/>
              </a:solidFill>
              <a:latin typeface="맑은 고딕"/>
              <a:ea typeface="맑은 고딕"/>
              <a:cs typeface="맑은 고딕"/>
            </a:endParaRPr>
          </a:p>
          <a:p>
            <a:pPr marL="0" indent="0" algn="ctr" defTabSz="914400" rtl="0" eaLnBrk="1" latinLnBrk="1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lang="en-US" altLang="ko-KR" sz="2300">
                <a:solidFill>
                  <a:srgbClr val="808080"/>
                </a:solidFill>
                <a:latin typeface="맑은 고딕"/>
                <a:ea typeface="맑은 고딕"/>
                <a:cs typeface="맑은 고딕"/>
              </a:rPr>
              <a:t>Notify user of surveys that has not been performed </a:t>
            </a:r>
            <a:endParaRPr kumimoji="0" lang="ko-KR" altLang="en-US" sz="2300" b="0" i="0" u="none" strike="noStrike" kern="1200" cap="none" spc="0" normalizeH="0" baseline="0">
              <a:solidFill>
                <a:srgbClr val="808080"/>
              </a:solidFill>
              <a:latin typeface="맑은 고딕"/>
              <a:ea typeface="맑은 고딕"/>
              <a:cs typeface="맑은 고딕"/>
            </a:endParaRPr>
          </a:p>
          <a:p>
            <a:pPr marL="0" indent="0" algn="ctr" defTabSz="914400" rtl="0" eaLnBrk="1" latinLnBrk="1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2300" b="0" i="0" u="none" strike="noStrike" kern="1200" cap="none" spc="0" normalizeH="0" baseline="0">
              <a:solidFill>
                <a:srgbClr val="808080"/>
              </a:solidFill>
              <a:latin typeface="맑은 고딕"/>
              <a:ea typeface="맑은 고딕"/>
              <a:cs typeface="맑은 고딕"/>
            </a:endParaRPr>
          </a:p>
          <a:p>
            <a:pPr marL="0" indent="0" algn="ctr" defTabSz="914400" rtl="0" eaLnBrk="1" latinLnBrk="1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2300" b="0" i="0" u="none" strike="noStrike" kern="1200" cap="none" spc="0" normalizeH="0" baseline="0">
                <a:solidFill>
                  <a:srgbClr val="808080"/>
                </a:solidFill>
                <a:latin typeface="맑은 고딕"/>
                <a:ea typeface="맑은 고딕"/>
                <a:cs typeface="맑은 고딕"/>
              </a:rPr>
              <a:t>Survey Accept/Cancel button</a:t>
            </a:r>
            <a:endParaRPr kumimoji="0" lang="ko-KR" altLang="en-US" sz="2300" b="0" i="0" u="none" strike="noStrike" kern="1200" cap="none" spc="0" normalizeH="0" baseline="0">
              <a:solidFill>
                <a:srgbClr val="80808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61" name="직사각형 37"/>
          <p:cNvSpPr/>
          <p:nvPr/>
        </p:nvSpPr>
        <p:spPr>
          <a:xfrm>
            <a:off x="1420813" y="537998"/>
            <a:ext cx="6096000" cy="907897"/>
          </a:xfrm>
          <a:prstGeom prst="rect">
            <a:avLst/>
          </a:prstGeom>
        </p:spPr>
        <p:txBody>
          <a:bodyPr>
            <a:spAutoFit/>
          </a:bodyPr>
          <a:lstStyle/>
          <a:p>
            <a:pPr latinLnBrk="0">
              <a:lnSpc>
                <a:spcPct val="150000"/>
              </a:lnSpc>
              <a:defRPr/>
            </a:pPr>
            <a:r>
              <a:rPr lang="en-US" altLang="ko-KR" sz="2600" b="1" i="1" kern="0">
                <a:solidFill>
                  <a:prstClr val="black">
                    <a:lumMod val="65000"/>
                    <a:lumOff val="35000"/>
                  </a:prstClr>
                </a:solidFill>
              </a:rPr>
              <a:t>DESIGN</a:t>
            </a:r>
            <a:endParaRPr lang="ko-KR" altLang="en-US" sz="2600" b="1" i="1" kern="0">
              <a:solidFill>
                <a:prstClr val="black">
                  <a:lumMod val="65000"/>
                  <a:lumOff val="35000"/>
                </a:prstClr>
              </a:solidFill>
            </a:endParaRPr>
          </a:p>
          <a:p>
            <a:pPr latinLnBrk="0">
              <a:lnSpc>
                <a:spcPct val="150000"/>
              </a:lnSpc>
              <a:defRPr/>
            </a:pPr>
            <a:r>
              <a:rPr lang="en-US" altLang="ko-KR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LOGIN&gt;SIGN UP&gt;</a:t>
            </a:r>
            <a:r>
              <a:rPr kumimoji="0" lang="en-US" altLang="ko-KR" sz="1000" b="1" i="0" u="none" strike="noStrike" kern="0" cap="none" spc="0" normalizeH="0" baseline="0">
                <a:solidFill>
                  <a:srgbClr val="70AD47"/>
                </a:solidFill>
                <a:latin typeface="맑은 고딕"/>
                <a:ea typeface="맑은 고딕"/>
                <a:cs typeface="맑은 고딕"/>
              </a:rPr>
              <a:t>MAIN</a:t>
            </a:r>
            <a:r>
              <a:rPr kumimoji="0" lang="en-US" altLang="ko-KR" sz="1000" b="0" i="0" u="none" strike="noStrike" kern="0" cap="none" spc="0" normalizeH="0" baseline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&gt;</a:t>
            </a:r>
            <a:r>
              <a:rPr lang="en-US" altLang="ko-KR" sz="1000" kern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SURV</a:t>
            </a:r>
            <a:r>
              <a:rPr lang="en-US" altLang="ko-KR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EY&gt;CHALLENGE&gt;CHAT</a:t>
            </a:r>
            <a:endParaRPr lang="ko-KR" altLang="en-US" sz="1000" kern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한쪽 모서리가 둥근 사각형 35"/>
          <p:cNvSpPr/>
          <p:nvPr/>
        </p:nvSpPr>
        <p:spPr>
          <a:xfrm>
            <a:off x="0" y="0"/>
            <a:ext cx="3848100" cy="5549900"/>
          </a:xfrm>
          <a:prstGeom prst="round1Rect">
            <a:avLst>
              <a:gd name="adj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5" name="모서리가 둥근 직사각형 4"/>
          <p:cNvSpPr/>
          <p:nvPr/>
        </p:nvSpPr>
        <p:spPr>
          <a:xfrm>
            <a:off x="236537" y="304800"/>
            <a:ext cx="11669713" cy="6265862"/>
          </a:xfrm>
          <a:prstGeom prst="roundRect">
            <a:avLst>
              <a:gd name="adj" fmla="val 4810"/>
            </a:avLst>
          </a:prstGeom>
          <a:solidFill>
            <a:srgbClr val="264259"/>
          </a:solidFill>
          <a:ln w="63500">
            <a:solidFill>
              <a:schemeClr val="tx2">
                <a:lumMod val="50000"/>
              </a:schemeClr>
            </a:solidFill>
          </a:ln>
          <a:effectLst>
            <a:outerShdw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6" name="양쪽 모서리가 둥근 사각형 5"/>
          <p:cNvSpPr/>
          <p:nvPr/>
        </p:nvSpPr>
        <p:spPr>
          <a:xfrm rot="5400000">
            <a:off x="3271463" y="-2062957"/>
            <a:ext cx="6192000" cy="11001376"/>
          </a:xfrm>
          <a:prstGeom prst="round2SameRect">
            <a:avLst>
              <a:gd name="adj1" fmla="val 4506"/>
              <a:gd name="adj2" fmla="val 0"/>
            </a:avLst>
          </a:prstGeom>
          <a:solidFill>
            <a:schemeClr val="bg1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5" name="자유형 14"/>
          <p:cNvSpPr/>
          <p:nvPr/>
        </p:nvSpPr>
        <p:spPr>
          <a:xfrm>
            <a:off x="1574800" y="1863725"/>
            <a:ext cx="73025" cy="85725"/>
          </a:xfrm>
          <a:custGeom>
            <a:avLst/>
            <a:gdLst>
              <a:gd name="connsiteX0" fmla="*/ 0 w 73025"/>
              <a:gd name="connsiteY0" fmla="*/ 31750 h 85725"/>
              <a:gd name="connsiteX1" fmla="*/ 31750 w 73025"/>
              <a:gd name="connsiteY1" fmla="*/ 85725 h 85725"/>
              <a:gd name="connsiteX2" fmla="*/ 73025 w 73025"/>
              <a:gd name="connsiteY2" fmla="*/ 0 h 85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3025" h="85725">
                <a:moveTo>
                  <a:pt x="0" y="31750"/>
                </a:moveTo>
                <a:lnTo>
                  <a:pt x="31750" y="85725"/>
                </a:lnTo>
                <a:lnTo>
                  <a:pt x="73025" y="0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9" name="Freeform 9"/>
          <p:cNvSpPr/>
          <p:nvPr/>
        </p:nvSpPr>
        <p:spPr>
          <a:xfrm>
            <a:off x="477298" y="2470961"/>
            <a:ext cx="141676" cy="186968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lvl="0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23" name="Freeform 36"/>
          <p:cNvSpPr>
            <a:spLocks noEditPoints="1"/>
          </p:cNvSpPr>
          <p:nvPr/>
        </p:nvSpPr>
        <p:spPr>
          <a:xfrm>
            <a:off x="491434" y="4397002"/>
            <a:ext cx="113404" cy="190736"/>
          </a:xfrm>
          <a:custGeom>
            <a:avLst/>
            <a:gdLst>
              <a:gd name="T0" fmla="*/ 937 w 1926"/>
              <a:gd name="T1" fmla="*/ 3639 h 4045"/>
              <a:gd name="T2" fmla="*/ 893 w 1926"/>
              <a:gd name="T3" fmla="*/ 3665 h 4045"/>
              <a:gd name="T4" fmla="*/ 863 w 1926"/>
              <a:gd name="T5" fmla="*/ 3712 h 4045"/>
              <a:gd name="T6" fmla="*/ 851 w 1926"/>
              <a:gd name="T7" fmla="*/ 3772 h 4045"/>
              <a:gd name="T8" fmla="*/ 863 w 1926"/>
              <a:gd name="T9" fmla="*/ 3832 h 4045"/>
              <a:gd name="T10" fmla="*/ 893 w 1926"/>
              <a:gd name="T11" fmla="*/ 3878 h 4045"/>
              <a:gd name="T12" fmla="*/ 937 w 1926"/>
              <a:gd name="T13" fmla="*/ 3905 h 4045"/>
              <a:gd name="T14" fmla="*/ 988 w 1926"/>
              <a:gd name="T15" fmla="*/ 3905 h 4045"/>
              <a:gd name="T16" fmla="*/ 1033 w 1926"/>
              <a:gd name="T17" fmla="*/ 3878 h 4045"/>
              <a:gd name="T18" fmla="*/ 1064 w 1926"/>
              <a:gd name="T19" fmla="*/ 3832 h 4045"/>
              <a:gd name="T20" fmla="*/ 1075 w 1926"/>
              <a:gd name="T21" fmla="*/ 3772 h 4045"/>
              <a:gd name="T22" fmla="*/ 1064 w 1926"/>
              <a:gd name="T23" fmla="*/ 3712 h 4045"/>
              <a:gd name="T24" fmla="*/ 1033 w 1926"/>
              <a:gd name="T25" fmla="*/ 3665 h 4045"/>
              <a:gd name="T26" fmla="*/ 988 w 1926"/>
              <a:gd name="T27" fmla="*/ 3639 h 4045"/>
              <a:gd name="T28" fmla="*/ 156 w 1926"/>
              <a:gd name="T29" fmla="*/ 434 h 4045"/>
              <a:gd name="T30" fmla="*/ 1770 w 1926"/>
              <a:gd name="T31" fmla="*/ 3540 h 4045"/>
              <a:gd name="T32" fmla="*/ 156 w 1926"/>
              <a:gd name="T33" fmla="*/ 434 h 4045"/>
              <a:gd name="T34" fmla="*/ 716 w 1926"/>
              <a:gd name="T35" fmla="*/ 200 h 4045"/>
              <a:gd name="T36" fmla="*/ 701 w 1926"/>
              <a:gd name="T37" fmla="*/ 217 h 4045"/>
              <a:gd name="T38" fmla="*/ 701 w 1926"/>
              <a:gd name="T39" fmla="*/ 243 h 4045"/>
              <a:gd name="T40" fmla="*/ 716 w 1926"/>
              <a:gd name="T41" fmla="*/ 260 h 4045"/>
              <a:gd name="T42" fmla="*/ 1199 w 1926"/>
              <a:gd name="T43" fmla="*/ 262 h 4045"/>
              <a:gd name="T44" fmla="*/ 1218 w 1926"/>
              <a:gd name="T45" fmla="*/ 254 h 4045"/>
              <a:gd name="T46" fmla="*/ 1226 w 1926"/>
              <a:gd name="T47" fmla="*/ 230 h 4045"/>
              <a:gd name="T48" fmla="*/ 1218 w 1926"/>
              <a:gd name="T49" fmla="*/ 207 h 4045"/>
              <a:gd name="T50" fmla="*/ 1199 w 1926"/>
              <a:gd name="T51" fmla="*/ 197 h 4045"/>
              <a:gd name="T52" fmla="*/ 224 w 1926"/>
              <a:gd name="T53" fmla="*/ 0 h 4045"/>
              <a:gd name="T54" fmla="*/ 1738 w 1926"/>
              <a:gd name="T55" fmla="*/ 4 h 4045"/>
              <a:gd name="T56" fmla="*/ 1805 w 1926"/>
              <a:gd name="T57" fmla="*/ 31 h 4045"/>
              <a:gd name="T58" fmla="*/ 1860 w 1926"/>
              <a:gd name="T59" fmla="*/ 81 h 4045"/>
              <a:gd name="T60" fmla="*/ 1900 w 1926"/>
              <a:gd name="T61" fmla="*/ 148 h 4045"/>
              <a:gd name="T62" fmla="*/ 1923 w 1926"/>
              <a:gd name="T63" fmla="*/ 229 h 4045"/>
              <a:gd name="T64" fmla="*/ 1926 w 1926"/>
              <a:gd name="T65" fmla="*/ 3772 h 4045"/>
              <a:gd name="T66" fmla="*/ 1915 w 1926"/>
              <a:gd name="T67" fmla="*/ 3857 h 4045"/>
              <a:gd name="T68" fmla="*/ 1882 w 1926"/>
              <a:gd name="T69" fmla="*/ 3932 h 4045"/>
              <a:gd name="T70" fmla="*/ 1834 w 1926"/>
              <a:gd name="T71" fmla="*/ 3992 h 4045"/>
              <a:gd name="T72" fmla="*/ 1773 w 1926"/>
              <a:gd name="T73" fmla="*/ 4032 h 4045"/>
              <a:gd name="T74" fmla="*/ 1702 w 1926"/>
              <a:gd name="T75" fmla="*/ 4045 h 4045"/>
              <a:gd name="T76" fmla="*/ 188 w 1926"/>
              <a:gd name="T77" fmla="*/ 4041 h 4045"/>
              <a:gd name="T78" fmla="*/ 122 w 1926"/>
              <a:gd name="T79" fmla="*/ 4014 h 4045"/>
              <a:gd name="T80" fmla="*/ 66 w 1926"/>
              <a:gd name="T81" fmla="*/ 3964 h 4045"/>
              <a:gd name="T82" fmla="*/ 25 w 1926"/>
              <a:gd name="T83" fmla="*/ 3897 h 4045"/>
              <a:gd name="T84" fmla="*/ 3 w 1926"/>
              <a:gd name="T85" fmla="*/ 3816 h 4045"/>
              <a:gd name="T86" fmla="*/ 0 w 1926"/>
              <a:gd name="T87" fmla="*/ 273 h 4045"/>
              <a:gd name="T88" fmla="*/ 12 w 1926"/>
              <a:gd name="T89" fmla="*/ 188 h 4045"/>
              <a:gd name="T90" fmla="*/ 43 w 1926"/>
              <a:gd name="T91" fmla="*/ 113 h 4045"/>
              <a:gd name="T92" fmla="*/ 92 w 1926"/>
              <a:gd name="T93" fmla="*/ 53 h 4045"/>
              <a:gd name="T94" fmla="*/ 154 w 1926"/>
              <a:gd name="T95" fmla="*/ 13 h 4045"/>
              <a:gd name="T96" fmla="*/ 224 w 1926"/>
              <a:gd name="T97" fmla="*/ 0 h 40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926" h="4045">
                <a:moveTo>
                  <a:pt x="963" y="3636"/>
                </a:moveTo>
                <a:lnTo>
                  <a:pt x="937" y="3639"/>
                </a:lnTo>
                <a:lnTo>
                  <a:pt x="914" y="3649"/>
                </a:lnTo>
                <a:lnTo>
                  <a:pt x="893" y="3665"/>
                </a:lnTo>
                <a:lnTo>
                  <a:pt x="876" y="3686"/>
                </a:lnTo>
                <a:lnTo>
                  <a:pt x="863" y="3712"/>
                </a:lnTo>
                <a:lnTo>
                  <a:pt x="854" y="3741"/>
                </a:lnTo>
                <a:lnTo>
                  <a:pt x="851" y="3772"/>
                </a:lnTo>
                <a:lnTo>
                  <a:pt x="854" y="3804"/>
                </a:lnTo>
                <a:lnTo>
                  <a:pt x="863" y="3832"/>
                </a:lnTo>
                <a:lnTo>
                  <a:pt x="876" y="3857"/>
                </a:lnTo>
                <a:lnTo>
                  <a:pt x="893" y="3878"/>
                </a:lnTo>
                <a:lnTo>
                  <a:pt x="914" y="3894"/>
                </a:lnTo>
                <a:lnTo>
                  <a:pt x="937" y="3905"/>
                </a:lnTo>
                <a:lnTo>
                  <a:pt x="963" y="3909"/>
                </a:lnTo>
                <a:lnTo>
                  <a:pt x="988" y="3905"/>
                </a:lnTo>
                <a:lnTo>
                  <a:pt x="1013" y="3894"/>
                </a:lnTo>
                <a:lnTo>
                  <a:pt x="1033" y="3878"/>
                </a:lnTo>
                <a:lnTo>
                  <a:pt x="1051" y="3857"/>
                </a:lnTo>
                <a:lnTo>
                  <a:pt x="1064" y="3832"/>
                </a:lnTo>
                <a:lnTo>
                  <a:pt x="1072" y="3804"/>
                </a:lnTo>
                <a:lnTo>
                  <a:pt x="1075" y="3772"/>
                </a:lnTo>
                <a:lnTo>
                  <a:pt x="1072" y="3741"/>
                </a:lnTo>
                <a:lnTo>
                  <a:pt x="1064" y="3712"/>
                </a:lnTo>
                <a:lnTo>
                  <a:pt x="1051" y="3686"/>
                </a:lnTo>
                <a:lnTo>
                  <a:pt x="1033" y="3665"/>
                </a:lnTo>
                <a:lnTo>
                  <a:pt x="1013" y="3649"/>
                </a:lnTo>
                <a:lnTo>
                  <a:pt x="988" y="3639"/>
                </a:lnTo>
                <a:lnTo>
                  <a:pt x="963" y="3636"/>
                </a:lnTo>
                <a:close/>
                <a:moveTo>
                  <a:pt x="156" y="434"/>
                </a:moveTo>
                <a:lnTo>
                  <a:pt x="156" y="3540"/>
                </a:lnTo>
                <a:lnTo>
                  <a:pt x="1770" y="3540"/>
                </a:lnTo>
                <a:lnTo>
                  <a:pt x="1770" y="434"/>
                </a:lnTo>
                <a:lnTo>
                  <a:pt x="156" y="434"/>
                </a:lnTo>
                <a:close/>
                <a:moveTo>
                  <a:pt x="727" y="197"/>
                </a:moveTo>
                <a:lnTo>
                  <a:pt x="716" y="200"/>
                </a:lnTo>
                <a:lnTo>
                  <a:pt x="707" y="207"/>
                </a:lnTo>
                <a:lnTo>
                  <a:pt x="701" y="217"/>
                </a:lnTo>
                <a:lnTo>
                  <a:pt x="699" y="230"/>
                </a:lnTo>
                <a:lnTo>
                  <a:pt x="701" y="243"/>
                </a:lnTo>
                <a:lnTo>
                  <a:pt x="707" y="254"/>
                </a:lnTo>
                <a:lnTo>
                  <a:pt x="716" y="260"/>
                </a:lnTo>
                <a:lnTo>
                  <a:pt x="727" y="262"/>
                </a:lnTo>
                <a:lnTo>
                  <a:pt x="1199" y="262"/>
                </a:lnTo>
                <a:lnTo>
                  <a:pt x="1210" y="260"/>
                </a:lnTo>
                <a:lnTo>
                  <a:pt x="1218" y="254"/>
                </a:lnTo>
                <a:lnTo>
                  <a:pt x="1224" y="243"/>
                </a:lnTo>
                <a:lnTo>
                  <a:pt x="1226" y="230"/>
                </a:lnTo>
                <a:lnTo>
                  <a:pt x="1224" y="217"/>
                </a:lnTo>
                <a:lnTo>
                  <a:pt x="1218" y="207"/>
                </a:lnTo>
                <a:lnTo>
                  <a:pt x="1210" y="200"/>
                </a:lnTo>
                <a:lnTo>
                  <a:pt x="1199" y="197"/>
                </a:lnTo>
                <a:lnTo>
                  <a:pt x="727" y="197"/>
                </a:lnTo>
                <a:close/>
                <a:moveTo>
                  <a:pt x="224" y="0"/>
                </a:moveTo>
                <a:lnTo>
                  <a:pt x="1702" y="0"/>
                </a:lnTo>
                <a:lnTo>
                  <a:pt x="1738" y="4"/>
                </a:lnTo>
                <a:lnTo>
                  <a:pt x="1773" y="13"/>
                </a:lnTo>
                <a:lnTo>
                  <a:pt x="1805" y="31"/>
                </a:lnTo>
                <a:lnTo>
                  <a:pt x="1834" y="53"/>
                </a:lnTo>
                <a:lnTo>
                  <a:pt x="1860" y="81"/>
                </a:lnTo>
                <a:lnTo>
                  <a:pt x="1882" y="113"/>
                </a:lnTo>
                <a:lnTo>
                  <a:pt x="1900" y="148"/>
                </a:lnTo>
                <a:lnTo>
                  <a:pt x="1915" y="188"/>
                </a:lnTo>
                <a:lnTo>
                  <a:pt x="1923" y="229"/>
                </a:lnTo>
                <a:lnTo>
                  <a:pt x="1926" y="273"/>
                </a:lnTo>
                <a:lnTo>
                  <a:pt x="1926" y="3772"/>
                </a:lnTo>
                <a:lnTo>
                  <a:pt x="1923" y="3816"/>
                </a:lnTo>
                <a:lnTo>
                  <a:pt x="1915" y="3857"/>
                </a:lnTo>
                <a:lnTo>
                  <a:pt x="1900" y="3897"/>
                </a:lnTo>
                <a:lnTo>
                  <a:pt x="1882" y="3932"/>
                </a:lnTo>
                <a:lnTo>
                  <a:pt x="1860" y="3964"/>
                </a:lnTo>
                <a:lnTo>
                  <a:pt x="1834" y="3992"/>
                </a:lnTo>
                <a:lnTo>
                  <a:pt x="1805" y="4014"/>
                </a:lnTo>
                <a:lnTo>
                  <a:pt x="1773" y="4032"/>
                </a:lnTo>
                <a:lnTo>
                  <a:pt x="1738" y="4041"/>
                </a:lnTo>
                <a:lnTo>
                  <a:pt x="1702" y="4045"/>
                </a:lnTo>
                <a:lnTo>
                  <a:pt x="224" y="4045"/>
                </a:lnTo>
                <a:lnTo>
                  <a:pt x="188" y="4041"/>
                </a:lnTo>
                <a:lnTo>
                  <a:pt x="154" y="4032"/>
                </a:lnTo>
                <a:lnTo>
                  <a:pt x="122" y="4014"/>
                </a:lnTo>
                <a:lnTo>
                  <a:pt x="92" y="3992"/>
                </a:lnTo>
                <a:lnTo>
                  <a:pt x="66" y="3964"/>
                </a:lnTo>
                <a:lnTo>
                  <a:pt x="43" y="3932"/>
                </a:lnTo>
                <a:lnTo>
                  <a:pt x="25" y="3897"/>
                </a:lnTo>
                <a:lnTo>
                  <a:pt x="12" y="3857"/>
                </a:lnTo>
                <a:lnTo>
                  <a:pt x="3" y="3816"/>
                </a:lnTo>
                <a:lnTo>
                  <a:pt x="0" y="3772"/>
                </a:lnTo>
                <a:lnTo>
                  <a:pt x="0" y="273"/>
                </a:lnTo>
                <a:lnTo>
                  <a:pt x="3" y="229"/>
                </a:lnTo>
                <a:lnTo>
                  <a:pt x="12" y="188"/>
                </a:lnTo>
                <a:lnTo>
                  <a:pt x="25" y="148"/>
                </a:lnTo>
                <a:lnTo>
                  <a:pt x="43" y="113"/>
                </a:lnTo>
                <a:lnTo>
                  <a:pt x="66" y="81"/>
                </a:lnTo>
                <a:lnTo>
                  <a:pt x="92" y="53"/>
                </a:lnTo>
                <a:lnTo>
                  <a:pt x="122" y="31"/>
                </a:lnTo>
                <a:lnTo>
                  <a:pt x="154" y="13"/>
                </a:lnTo>
                <a:lnTo>
                  <a:pt x="188" y="4"/>
                </a:lnTo>
                <a:lnTo>
                  <a:pt x="224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lvl="0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24" name="자유형 23"/>
          <p:cNvSpPr/>
          <p:nvPr/>
        </p:nvSpPr>
        <p:spPr>
          <a:xfrm>
            <a:off x="462778" y="3768685"/>
            <a:ext cx="170716" cy="149410"/>
          </a:xfrm>
          <a:custGeom>
            <a:avLst/>
            <a:gdLst>
              <a:gd name="connsiteX0" fmla="*/ 149021 w 448462"/>
              <a:gd name="connsiteY0" fmla="*/ 328125 h 392491"/>
              <a:gd name="connsiteX1" fmla="*/ 210588 w 448462"/>
              <a:gd name="connsiteY1" fmla="*/ 357224 h 392491"/>
              <a:gd name="connsiteX2" fmla="*/ 160375 w 448462"/>
              <a:gd name="connsiteY2" fmla="*/ 391211 h 392491"/>
              <a:gd name="connsiteX3" fmla="*/ 158502 w 448462"/>
              <a:gd name="connsiteY3" fmla="*/ 392025 h 392491"/>
              <a:gd name="connsiteX4" fmla="*/ 156629 w 448462"/>
              <a:gd name="connsiteY4" fmla="*/ 392491 h 392491"/>
              <a:gd name="connsiteX5" fmla="*/ 154757 w 448462"/>
              <a:gd name="connsiteY5" fmla="*/ 392375 h 392491"/>
              <a:gd name="connsiteX6" fmla="*/ 153001 w 448462"/>
              <a:gd name="connsiteY6" fmla="*/ 391676 h 392491"/>
              <a:gd name="connsiteX7" fmla="*/ 151362 w 448462"/>
              <a:gd name="connsiteY7" fmla="*/ 390396 h 392491"/>
              <a:gd name="connsiteX8" fmla="*/ 150075 w 448462"/>
              <a:gd name="connsiteY8" fmla="*/ 388883 h 392491"/>
              <a:gd name="connsiteX9" fmla="*/ 149255 w 448462"/>
              <a:gd name="connsiteY9" fmla="*/ 387137 h 392491"/>
              <a:gd name="connsiteX10" fmla="*/ 149021 w 448462"/>
              <a:gd name="connsiteY10" fmla="*/ 385158 h 392491"/>
              <a:gd name="connsiteX11" fmla="*/ 441235 w 448462"/>
              <a:gd name="connsiteY11" fmla="*/ 0 h 392491"/>
              <a:gd name="connsiteX12" fmla="*/ 442983 w 448462"/>
              <a:gd name="connsiteY12" fmla="*/ 233 h 392491"/>
              <a:gd name="connsiteX13" fmla="*/ 444615 w 448462"/>
              <a:gd name="connsiteY13" fmla="*/ 816 h 392491"/>
              <a:gd name="connsiteX14" fmla="*/ 446131 w 448462"/>
              <a:gd name="connsiteY14" fmla="*/ 1866 h 392491"/>
              <a:gd name="connsiteX15" fmla="*/ 447530 w 448462"/>
              <a:gd name="connsiteY15" fmla="*/ 3615 h 392491"/>
              <a:gd name="connsiteX16" fmla="*/ 448346 w 448462"/>
              <a:gd name="connsiteY16" fmla="*/ 5714 h 392491"/>
              <a:gd name="connsiteX17" fmla="*/ 448462 w 448462"/>
              <a:gd name="connsiteY17" fmla="*/ 7696 h 392491"/>
              <a:gd name="connsiteX18" fmla="*/ 447879 w 448462"/>
              <a:gd name="connsiteY18" fmla="*/ 9911 h 392491"/>
              <a:gd name="connsiteX19" fmla="*/ 307990 w 448462"/>
              <a:gd name="connsiteY19" fmla="*/ 362641 h 392491"/>
              <a:gd name="connsiteX20" fmla="*/ 306708 w 448462"/>
              <a:gd name="connsiteY20" fmla="*/ 364973 h 392491"/>
              <a:gd name="connsiteX21" fmla="*/ 305076 w 448462"/>
              <a:gd name="connsiteY21" fmla="*/ 366955 h 392491"/>
              <a:gd name="connsiteX22" fmla="*/ 303094 w 448462"/>
              <a:gd name="connsiteY22" fmla="*/ 368588 h 392491"/>
              <a:gd name="connsiteX23" fmla="*/ 300646 w 448462"/>
              <a:gd name="connsiteY23" fmla="*/ 369870 h 392491"/>
              <a:gd name="connsiteX24" fmla="*/ 298314 w 448462"/>
              <a:gd name="connsiteY24" fmla="*/ 370570 h 392491"/>
              <a:gd name="connsiteX25" fmla="*/ 295983 w 448462"/>
              <a:gd name="connsiteY25" fmla="*/ 370803 h 392491"/>
              <a:gd name="connsiteX26" fmla="*/ 293068 w 448462"/>
              <a:gd name="connsiteY26" fmla="*/ 370453 h 392491"/>
              <a:gd name="connsiteX27" fmla="*/ 290387 w 448462"/>
              <a:gd name="connsiteY27" fmla="*/ 369404 h 392491"/>
              <a:gd name="connsiteX28" fmla="*/ 148982 w 448462"/>
              <a:gd name="connsiteY28" fmla="*/ 302123 h 392491"/>
              <a:gd name="connsiteX29" fmla="*/ 347858 w 448462"/>
              <a:gd name="connsiteY29" fmla="*/ 102379 h 392491"/>
              <a:gd name="connsiteX30" fmla="*/ 120771 w 448462"/>
              <a:gd name="connsiteY30" fmla="*/ 288830 h 392491"/>
              <a:gd name="connsiteX31" fmla="*/ 7344 w 448462"/>
              <a:gd name="connsiteY31" fmla="*/ 234842 h 392491"/>
              <a:gd name="connsiteX32" fmla="*/ 4896 w 448462"/>
              <a:gd name="connsiteY32" fmla="*/ 233209 h 392491"/>
              <a:gd name="connsiteX33" fmla="*/ 2798 w 448462"/>
              <a:gd name="connsiteY33" fmla="*/ 231227 h 392491"/>
              <a:gd name="connsiteX34" fmla="*/ 1282 w 448462"/>
              <a:gd name="connsiteY34" fmla="*/ 228895 h 392491"/>
              <a:gd name="connsiteX35" fmla="*/ 349 w 448462"/>
              <a:gd name="connsiteY35" fmla="*/ 226213 h 392491"/>
              <a:gd name="connsiteX36" fmla="*/ 0 w 448462"/>
              <a:gd name="connsiteY36" fmla="*/ 223298 h 392491"/>
              <a:gd name="connsiteX37" fmla="*/ 233 w 448462"/>
              <a:gd name="connsiteY37" fmla="*/ 220499 h 392491"/>
              <a:gd name="connsiteX38" fmla="*/ 1165 w 448462"/>
              <a:gd name="connsiteY38" fmla="*/ 217701 h 392491"/>
              <a:gd name="connsiteX39" fmla="*/ 2681 w 448462"/>
              <a:gd name="connsiteY39" fmla="*/ 215252 h 392491"/>
              <a:gd name="connsiteX40" fmla="*/ 4779 w 448462"/>
              <a:gd name="connsiteY40" fmla="*/ 213270 h 392491"/>
              <a:gd name="connsiteX41" fmla="*/ 7227 w 448462"/>
              <a:gd name="connsiteY41" fmla="*/ 211754 h 392491"/>
              <a:gd name="connsiteX42" fmla="*/ 437971 w 448462"/>
              <a:gd name="connsiteY42" fmla="*/ 583 h 392491"/>
              <a:gd name="connsiteX43" fmla="*/ 439603 w 448462"/>
              <a:gd name="connsiteY43" fmla="*/ 117 h 392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448462" h="392491">
                <a:moveTo>
                  <a:pt x="149021" y="328125"/>
                </a:moveTo>
                <a:lnTo>
                  <a:pt x="210588" y="357224"/>
                </a:lnTo>
                <a:lnTo>
                  <a:pt x="160375" y="391211"/>
                </a:lnTo>
                <a:lnTo>
                  <a:pt x="158502" y="392025"/>
                </a:lnTo>
                <a:lnTo>
                  <a:pt x="156629" y="392491"/>
                </a:lnTo>
                <a:lnTo>
                  <a:pt x="154757" y="392375"/>
                </a:lnTo>
                <a:lnTo>
                  <a:pt x="153001" y="391676"/>
                </a:lnTo>
                <a:lnTo>
                  <a:pt x="151362" y="390396"/>
                </a:lnTo>
                <a:lnTo>
                  <a:pt x="150075" y="388883"/>
                </a:lnTo>
                <a:lnTo>
                  <a:pt x="149255" y="387137"/>
                </a:lnTo>
                <a:lnTo>
                  <a:pt x="149021" y="385158"/>
                </a:lnTo>
                <a:close/>
                <a:moveTo>
                  <a:pt x="441235" y="0"/>
                </a:moveTo>
                <a:lnTo>
                  <a:pt x="442983" y="233"/>
                </a:lnTo>
                <a:lnTo>
                  <a:pt x="444615" y="816"/>
                </a:lnTo>
                <a:lnTo>
                  <a:pt x="446131" y="1866"/>
                </a:lnTo>
                <a:lnTo>
                  <a:pt x="447530" y="3615"/>
                </a:lnTo>
                <a:lnTo>
                  <a:pt x="448346" y="5714"/>
                </a:lnTo>
                <a:lnTo>
                  <a:pt x="448462" y="7696"/>
                </a:lnTo>
                <a:lnTo>
                  <a:pt x="447879" y="9911"/>
                </a:lnTo>
                <a:lnTo>
                  <a:pt x="307990" y="362641"/>
                </a:lnTo>
                <a:lnTo>
                  <a:pt x="306708" y="364973"/>
                </a:lnTo>
                <a:lnTo>
                  <a:pt x="305076" y="366955"/>
                </a:lnTo>
                <a:lnTo>
                  <a:pt x="303094" y="368588"/>
                </a:lnTo>
                <a:lnTo>
                  <a:pt x="300646" y="369870"/>
                </a:lnTo>
                <a:lnTo>
                  <a:pt x="298314" y="370570"/>
                </a:lnTo>
                <a:lnTo>
                  <a:pt x="295983" y="370803"/>
                </a:lnTo>
                <a:lnTo>
                  <a:pt x="293068" y="370453"/>
                </a:lnTo>
                <a:lnTo>
                  <a:pt x="290387" y="369404"/>
                </a:lnTo>
                <a:lnTo>
                  <a:pt x="148982" y="302123"/>
                </a:lnTo>
                <a:lnTo>
                  <a:pt x="347858" y="102379"/>
                </a:lnTo>
                <a:lnTo>
                  <a:pt x="120771" y="288830"/>
                </a:lnTo>
                <a:lnTo>
                  <a:pt x="7344" y="234842"/>
                </a:lnTo>
                <a:lnTo>
                  <a:pt x="4896" y="233209"/>
                </a:lnTo>
                <a:lnTo>
                  <a:pt x="2798" y="231227"/>
                </a:lnTo>
                <a:lnTo>
                  <a:pt x="1282" y="228895"/>
                </a:lnTo>
                <a:lnTo>
                  <a:pt x="349" y="226213"/>
                </a:lnTo>
                <a:lnTo>
                  <a:pt x="0" y="223298"/>
                </a:lnTo>
                <a:lnTo>
                  <a:pt x="233" y="220499"/>
                </a:lnTo>
                <a:lnTo>
                  <a:pt x="1165" y="217701"/>
                </a:lnTo>
                <a:lnTo>
                  <a:pt x="2681" y="215252"/>
                </a:lnTo>
                <a:lnTo>
                  <a:pt x="4779" y="213270"/>
                </a:lnTo>
                <a:lnTo>
                  <a:pt x="7227" y="211754"/>
                </a:lnTo>
                <a:lnTo>
                  <a:pt x="437971" y="583"/>
                </a:lnTo>
                <a:lnTo>
                  <a:pt x="439603" y="117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noAutofit/>
          </a:bodyPr>
          <a:lstStyle/>
          <a:p>
            <a:pPr lvl="0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25" name="Freeform 6"/>
          <p:cNvSpPr/>
          <p:nvPr/>
        </p:nvSpPr>
        <p:spPr>
          <a:xfrm rot="10800000" flipH="1" flipV="1">
            <a:off x="461886" y="3136838"/>
            <a:ext cx="172500" cy="152938"/>
          </a:xfrm>
          <a:custGeom>
            <a:avLst/>
            <a:gdLst>
              <a:gd name="T0" fmla="*/ 2689 w 3491"/>
              <a:gd name="T1" fmla="*/ 15 h 3097"/>
              <a:gd name="T2" fmla="*/ 2963 w 3491"/>
              <a:gd name="T3" fmla="*/ 108 h 3097"/>
              <a:gd name="T4" fmla="*/ 3204 w 3491"/>
              <a:gd name="T5" fmla="*/ 281 h 3097"/>
              <a:gd name="T6" fmla="*/ 3382 w 3491"/>
              <a:gd name="T7" fmla="*/ 518 h 3097"/>
              <a:gd name="T8" fmla="*/ 3475 w 3491"/>
              <a:gd name="T9" fmla="*/ 786 h 3097"/>
              <a:gd name="T10" fmla="*/ 3486 w 3491"/>
              <a:gd name="T11" fmla="*/ 1066 h 3097"/>
              <a:gd name="T12" fmla="*/ 3413 w 3491"/>
              <a:gd name="T13" fmla="*/ 1339 h 3097"/>
              <a:gd name="T14" fmla="*/ 3256 w 3491"/>
              <a:gd name="T15" fmla="*/ 1586 h 3097"/>
              <a:gd name="T16" fmla="*/ 1965 w 3491"/>
              <a:gd name="T17" fmla="*/ 2838 h 3097"/>
              <a:gd name="T18" fmla="*/ 1873 w 3491"/>
              <a:gd name="T19" fmla="*/ 2828 h 3097"/>
              <a:gd name="T20" fmla="*/ 1821 w 3491"/>
              <a:gd name="T21" fmla="*/ 2749 h 3097"/>
              <a:gd name="T22" fmla="*/ 1853 w 3491"/>
              <a:gd name="T23" fmla="*/ 2662 h 3097"/>
              <a:gd name="T24" fmla="*/ 3153 w 3491"/>
              <a:gd name="T25" fmla="*/ 1355 h 3097"/>
              <a:gd name="T26" fmla="*/ 3242 w 3491"/>
              <a:gd name="T27" fmla="*/ 1126 h 3097"/>
              <a:gd name="T28" fmla="*/ 3253 w 3491"/>
              <a:gd name="T29" fmla="*/ 885 h 3097"/>
              <a:gd name="T30" fmla="*/ 3183 w 3491"/>
              <a:gd name="T31" fmla="*/ 653 h 3097"/>
              <a:gd name="T32" fmla="*/ 3035 w 3491"/>
              <a:gd name="T33" fmla="*/ 448 h 3097"/>
              <a:gd name="T34" fmla="*/ 2825 w 3491"/>
              <a:gd name="T35" fmla="*/ 301 h 3097"/>
              <a:gd name="T36" fmla="*/ 2586 w 3491"/>
              <a:gd name="T37" fmla="*/ 234 h 3097"/>
              <a:gd name="T38" fmla="*/ 2340 w 3491"/>
              <a:gd name="T39" fmla="*/ 243 h 3097"/>
              <a:gd name="T40" fmla="*/ 2108 w 3491"/>
              <a:gd name="T41" fmla="*/ 331 h 3097"/>
              <a:gd name="T42" fmla="*/ 378 w 3491"/>
              <a:gd name="T43" fmla="*/ 1972 h 3097"/>
              <a:gd name="T44" fmla="*/ 258 w 3491"/>
              <a:gd name="T45" fmla="*/ 2149 h 3097"/>
              <a:gd name="T46" fmla="*/ 218 w 3491"/>
              <a:gd name="T47" fmla="*/ 2350 h 3097"/>
              <a:gd name="T48" fmla="*/ 258 w 3491"/>
              <a:gd name="T49" fmla="*/ 2551 h 3097"/>
              <a:gd name="T50" fmla="*/ 378 w 3491"/>
              <a:gd name="T51" fmla="*/ 2728 h 3097"/>
              <a:gd name="T52" fmla="*/ 558 w 3491"/>
              <a:gd name="T53" fmla="*/ 2846 h 3097"/>
              <a:gd name="T54" fmla="*/ 763 w 3491"/>
              <a:gd name="T55" fmla="*/ 2885 h 3097"/>
              <a:gd name="T56" fmla="*/ 968 w 3491"/>
              <a:gd name="T57" fmla="*/ 2846 h 3097"/>
              <a:gd name="T58" fmla="*/ 1149 w 3491"/>
              <a:gd name="T59" fmla="*/ 2728 h 3097"/>
              <a:gd name="T60" fmla="*/ 2809 w 3491"/>
              <a:gd name="T61" fmla="*/ 1091 h 3097"/>
              <a:gd name="T62" fmla="*/ 2837 w 3491"/>
              <a:gd name="T63" fmla="*/ 942 h 3097"/>
              <a:gd name="T64" fmla="*/ 2791 w 3491"/>
              <a:gd name="T65" fmla="*/ 797 h 3097"/>
              <a:gd name="T66" fmla="*/ 2677 w 3491"/>
              <a:gd name="T67" fmla="*/ 685 h 3097"/>
              <a:gd name="T68" fmla="*/ 2528 w 3491"/>
              <a:gd name="T69" fmla="*/ 641 h 3097"/>
              <a:gd name="T70" fmla="*/ 2377 w 3491"/>
              <a:gd name="T71" fmla="*/ 668 h 3097"/>
              <a:gd name="T72" fmla="*/ 1082 w 3491"/>
              <a:gd name="T73" fmla="*/ 1906 h 3097"/>
              <a:gd name="T74" fmla="*/ 992 w 3491"/>
              <a:gd name="T75" fmla="*/ 1937 h 3097"/>
              <a:gd name="T76" fmla="*/ 911 w 3491"/>
              <a:gd name="T77" fmla="*/ 1887 h 3097"/>
              <a:gd name="T78" fmla="*/ 900 w 3491"/>
              <a:gd name="T79" fmla="*/ 1796 h 3097"/>
              <a:gd name="T80" fmla="*/ 2165 w 3491"/>
              <a:gd name="T81" fmla="*/ 546 h 3097"/>
              <a:gd name="T82" fmla="*/ 2354 w 3491"/>
              <a:gd name="T83" fmla="*/ 449 h 3097"/>
              <a:gd name="T84" fmla="*/ 2562 w 3491"/>
              <a:gd name="T85" fmla="*/ 429 h 3097"/>
              <a:gd name="T86" fmla="*/ 2763 w 3491"/>
              <a:gd name="T87" fmla="*/ 488 h 3097"/>
              <a:gd name="T88" fmla="*/ 2932 w 3491"/>
              <a:gd name="T89" fmla="*/ 623 h 3097"/>
              <a:gd name="T90" fmla="*/ 3032 w 3491"/>
              <a:gd name="T91" fmla="*/ 809 h 3097"/>
              <a:gd name="T92" fmla="*/ 3053 w 3491"/>
              <a:gd name="T93" fmla="*/ 1012 h 3097"/>
              <a:gd name="T94" fmla="*/ 2993 w 3491"/>
              <a:gd name="T95" fmla="*/ 1209 h 3097"/>
              <a:gd name="T96" fmla="*/ 1303 w 3491"/>
              <a:gd name="T97" fmla="*/ 2879 h 3097"/>
              <a:gd name="T98" fmla="*/ 1094 w 3491"/>
              <a:gd name="T99" fmla="*/ 3025 h 3097"/>
              <a:gd name="T100" fmla="*/ 855 w 3491"/>
              <a:gd name="T101" fmla="*/ 3092 h 3097"/>
              <a:gd name="T102" fmla="*/ 609 w 3491"/>
              <a:gd name="T103" fmla="*/ 3083 h 3097"/>
              <a:gd name="T104" fmla="*/ 377 w 3491"/>
              <a:gd name="T105" fmla="*/ 2995 h 3097"/>
              <a:gd name="T106" fmla="*/ 178 w 3491"/>
              <a:gd name="T107" fmla="*/ 2832 h 3097"/>
              <a:gd name="T108" fmla="*/ 51 w 3491"/>
              <a:gd name="T109" fmla="*/ 2617 h 3097"/>
              <a:gd name="T110" fmla="*/ 0 w 3491"/>
              <a:gd name="T111" fmla="*/ 2381 h 3097"/>
              <a:gd name="T112" fmla="*/ 30 w 3491"/>
              <a:gd name="T113" fmla="*/ 2141 h 3097"/>
              <a:gd name="T114" fmla="*/ 139 w 3491"/>
              <a:gd name="T115" fmla="*/ 1920 h 3097"/>
              <a:gd name="T116" fmla="*/ 1872 w 3491"/>
              <a:gd name="T117" fmla="*/ 230 h 3097"/>
              <a:gd name="T118" fmla="*/ 2123 w 3491"/>
              <a:gd name="T119" fmla="*/ 76 h 3097"/>
              <a:gd name="T120" fmla="*/ 2402 w 3491"/>
              <a:gd name="T121" fmla="*/ 5 h 30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3491" h="3097">
                <a:moveTo>
                  <a:pt x="2474" y="0"/>
                </a:moveTo>
                <a:lnTo>
                  <a:pt x="2546" y="0"/>
                </a:lnTo>
                <a:lnTo>
                  <a:pt x="2618" y="5"/>
                </a:lnTo>
                <a:lnTo>
                  <a:pt x="2689" y="15"/>
                </a:lnTo>
                <a:lnTo>
                  <a:pt x="2758" y="31"/>
                </a:lnTo>
                <a:lnTo>
                  <a:pt x="2828" y="51"/>
                </a:lnTo>
                <a:lnTo>
                  <a:pt x="2896" y="76"/>
                </a:lnTo>
                <a:lnTo>
                  <a:pt x="2963" y="108"/>
                </a:lnTo>
                <a:lnTo>
                  <a:pt x="3026" y="143"/>
                </a:lnTo>
                <a:lnTo>
                  <a:pt x="3088" y="183"/>
                </a:lnTo>
                <a:lnTo>
                  <a:pt x="3147" y="230"/>
                </a:lnTo>
                <a:lnTo>
                  <a:pt x="3204" y="281"/>
                </a:lnTo>
                <a:lnTo>
                  <a:pt x="3256" y="336"/>
                </a:lnTo>
                <a:lnTo>
                  <a:pt x="3303" y="394"/>
                </a:lnTo>
                <a:lnTo>
                  <a:pt x="3345" y="455"/>
                </a:lnTo>
                <a:lnTo>
                  <a:pt x="3382" y="518"/>
                </a:lnTo>
                <a:lnTo>
                  <a:pt x="3413" y="582"/>
                </a:lnTo>
                <a:lnTo>
                  <a:pt x="3439" y="650"/>
                </a:lnTo>
                <a:lnTo>
                  <a:pt x="3460" y="717"/>
                </a:lnTo>
                <a:lnTo>
                  <a:pt x="3475" y="786"/>
                </a:lnTo>
                <a:lnTo>
                  <a:pt x="3486" y="856"/>
                </a:lnTo>
                <a:lnTo>
                  <a:pt x="3491" y="926"/>
                </a:lnTo>
                <a:lnTo>
                  <a:pt x="3491" y="996"/>
                </a:lnTo>
                <a:lnTo>
                  <a:pt x="3486" y="1066"/>
                </a:lnTo>
                <a:lnTo>
                  <a:pt x="3475" y="1136"/>
                </a:lnTo>
                <a:lnTo>
                  <a:pt x="3460" y="1205"/>
                </a:lnTo>
                <a:lnTo>
                  <a:pt x="3439" y="1273"/>
                </a:lnTo>
                <a:lnTo>
                  <a:pt x="3413" y="1339"/>
                </a:lnTo>
                <a:lnTo>
                  <a:pt x="3382" y="1404"/>
                </a:lnTo>
                <a:lnTo>
                  <a:pt x="3345" y="1467"/>
                </a:lnTo>
                <a:lnTo>
                  <a:pt x="3303" y="1528"/>
                </a:lnTo>
                <a:lnTo>
                  <a:pt x="3256" y="1586"/>
                </a:lnTo>
                <a:lnTo>
                  <a:pt x="3204" y="1641"/>
                </a:lnTo>
                <a:lnTo>
                  <a:pt x="2007" y="2813"/>
                </a:lnTo>
                <a:lnTo>
                  <a:pt x="1988" y="2828"/>
                </a:lnTo>
                <a:lnTo>
                  <a:pt x="1965" y="2838"/>
                </a:lnTo>
                <a:lnTo>
                  <a:pt x="1942" y="2844"/>
                </a:lnTo>
                <a:lnTo>
                  <a:pt x="1918" y="2844"/>
                </a:lnTo>
                <a:lnTo>
                  <a:pt x="1894" y="2838"/>
                </a:lnTo>
                <a:lnTo>
                  <a:pt x="1873" y="2828"/>
                </a:lnTo>
                <a:lnTo>
                  <a:pt x="1853" y="2813"/>
                </a:lnTo>
                <a:lnTo>
                  <a:pt x="1837" y="2793"/>
                </a:lnTo>
                <a:lnTo>
                  <a:pt x="1827" y="2772"/>
                </a:lnTo>
                <a:lnTo>
                  <a:pt x="1821" y="2749"/>
                </a:lnTo>
                <a:lnTo>
                  <a:pt x="1821" y="2726"/>
                </a:lnTo>
                <a:lnTo>
                  <a:pt x="1827" y="2703"/>
                </a:lnTo>
                <a:lnTo>
                  <a:pt x="1837" y="2681"/>
                </a:lnTo>
                <a:lnTo>
                  <a:pt x="1853" y="2662"/>
                </a:lnTo>
                <a:lnTo>
                  <a:pt x="3035" y="1505"/>
                </a:lnTo>
                <a:lnTo>
                  <a:pt x="3079" y="1458"/>
                </a:lnTo>
                <a:lnTo>
                  <a:pt x="3118" y="1407"/>
                </a:lnTo>
                <a:lnTo>
                  <a:pt x="3153" y="1355"/>
                </a:lnTo>
                <a:lnTo>
                  <a:pt x="3183" y="1300"/>
                </a:lnTo>
                <a:lnTo>
                  <a:pt x="3208" y="1243"/>
                </a:lnTo>
                <a:lnTo>
                  <a:pt x="3228" y="1185"/>
                </a:lnTo>
                <a:lnTo>
                  <a:pt x="3242" y="1126"/>
                </a:lnTo>
                <a:lnTo>
                  <a:pt x="3253" y="1066"/>
                </a:lnTo>
                <a:lnTo>
                  <a:pt x="3257" y="1006"/>
                </a:lnTo>
                <a:lnTo>
                  <a:pt x="3257" y="946"/>
                </a:lnTo>
                <a:lnTo>
                  <a:pt x="3253" y="885"/>
                </a:lnTo>
                <a:lnTo>
                  <a:pt x="3242" y="826"/>
                </a:lnTo>
                <a:lnTo>
                  <a:pt x="3228" y="766"/>
                </a:lnTo>
                <a:lnTo>
                  <a:pt x="3208" y="709"/>
                </a:lnTo>
                <a:lnTo>
                  <a:pt x="3183" y="653"/>
                </a:lnTo>
                <a:lnTo>
                  <a:pt x="3153" y="598"/>
                </a:lnTo>
                <a:lnTo>
                  <a:pt x="3118" y="545"/>
                </a:lnTo>
                <a:lnTo>
                  <a:pt x="3079" y="495"/>
                </a:lnTo>
                <a:lnTo>
                  <a:pt x="3035" y="448"/>
                </a:lnTo>
                <a:lnTo>
                  <a:pt x="2985" y="403"/>
                </a:lnTo>
                <a:lnTo>
                  <a:pt x="2935" y="364"/>
                </a:lnTo>
                <a:lnTo>
                  <a:pt x="2881" y="331"/>
                </a:lnTo>
                <a:lnTo>
                  <a:pt x="2825" y="301"/>
                </a:lnTo>
                <a:lnTo>
                  <a:pt x="2767" y="277"/>
                </a:lnTo>
                <a:lnTo>
                  <a:pt x="2708" y="258"/>
                </a:lnTo>
                <a:lnTo>
                  <a:pt x="2648" y="243"/>
                </a:lnTo>
                <a:lnTo>
                  <a:pt x="2586" y="234"/>
                </a:lnTo>
                <a:lnTo>
                  <a:pt x="2525" y="229"/>
                </a:lnTo>
                <a:lnTo>
                  <a:pt x="2464" y="229"/>
                </a:lnTo>
                <a:lnTo>
                  <a:pt x="2402" y="234"/>
                </a:lnTo>
                <a:lnTo>
                  <a:pt x="2340" y="243"/>
                </a:lnTo>
                <a:lnTo>
                  <a:pt x="2280" y="258"/>
                </a:lnTo>
                <a:lnTo>
                  <a:pt x="2221" y="277"/>
                </a:lnTo>
                <a:lnTo>
                  <a:pt x="2164" y="301"/>
                </a:lnTo>
                <a:lnTo>
                  <a:pt x="2108" y="331"/>
                </a:lnTo>
                <a:lnTo>
                  <a:pt x="2055" y="364"/>
                </a:lnTo>
                <a:lnTo>
                  <a:pt x="2003" y="403"/>
                </a:lnTo>
                <a:lnTo>
                  <a:pt x="1955" y="448"/>
                </a:lnTo>
                <a:lnTo>
                  <a:pt x="378" y="1972"/>
                </a:lnTo>
                <a:lnTo>
                  <a:pt x="341" y="2013"/>
                </a:lnTo>
                <a:lnTo>
                  <a:pt x="307" y="2057"/>
                </a:lnTo>
                <a:lnTo>
                  <a:pt x="280" y="2102"/>
                </a:lnTo>
                <a:lnTo>
                  <a:pt x="258" y="2149"/>
                </a:lnTo>
                <a:lnTo>
                  <a:pt x="241" y="2199"/>
                </a:lnTo>
                <a:lnTo>
                  <a:pt x="228" y="2248"/>
                </a:lnTo>
                <a:lnTo>
                  <a:pt x="220" y="2299"/>
                </a:lnTo>
                <a:lnTo>
                  <a:pt x="218" y="2350"/>
                </a:lnTo>
                <a:lnTo>
                  <a:pt x="220" y="2402"/>
                </a:lnTo>
                <a:lnTo>
                  <a:pt x="228" y="2452"/>
                </a:lnTo>
                <a:lnTo>
                  <a:pt x="241" y="2503"/>
                </a:lnTo>
                <a:lnTo>
                  <a:pt x="258" y="2551"/>
                </a:lnTo>
                <a:lnTo>
                  <a:pt x="280" y="2599"/>
                </a:lnTo>
                <a:lnTo>
                  <a:pt x="307" y="2644"/>
                </a:lnTo>
                <a:lnTo>
                  <a:pt x="341" y="2687"/>
                </a:lnTo>
                <a:lnTo>
                  <a:pt x="378" y="2728"/>
                </a:lnTo>
                <a:lnTo>
                  <a:pt x="419" y="2765"/>
                </a:lnTo>
                <a:lnTo>
                  <a:pt x="463" y="2796"/>
                </a:lnTo>
                <a:lnTo>
                  <a:pt x="509" y="2824"/>
                </a:lnTo>
                <a:lnTo>
                  <a:pt x="558" y="2846"/>
                </a:lnTo>
                <a:lnTo>
                  <a:pt x="608" y="2863"/>
                </a:lnTo>
                <a:lnTo>
                  <a:pt x="660" y="2874"/>
                </a:lnTo>
                <a:lnTo>
                  <a:pt x="711" y="2882"/>
                </a:lnTo>
                <a:lnTo>
                  <a:pt x="763" y="2885"/>
                </a:lnTo>
                <a:lnTo>
                  <a:pt x="816" y="2882"/>
                </a:lnTo>
                <a:lnTo>
                  <a:pt x="867" y="2874"/>
                </a:lnTo>
                <a:lnTo>
                  <a:pt x="919" y="2863"/>
                </a:lnTo>
                <a:lnTo>
                  <a:pt x="968" y="2846"/>
                </a:lnTo>
                <a:lnTo>
                  <a:pt x="1018" y="2824"/>
                </a:lnTo>
                <a:lnTo>
                  <a:pt x="1064" y="2796"/>
                </a:lnTo>
                <a:lnTo>
                  <a:pt x="1108" y="2765"/>
                </a:lnTo>
                <a:lnTo>
                  <a:pt x="1149" y="2728"/>
                </a:lnTo>
                <a:lnTo>
                  <a:pt x="2741" y="1187"/>
                </a:lnTo>
                <a:lnTo>
                  <a:pt x="2768" y="1158"/>
                </a:lnTo>
                <a:lnTo>
                  <a:pt x="2791" y="1125"/>
                </a:lnTo>
                <a:lnTo>
                  <a:pt x="2809" y="1091"/>
                </a:lnTo>
                <a:lnTo>
                  <a:pt x="2823" y="1055"/>
                </a:lnTo>
                <a:lnTo>
                  <a:pt x="2831" y="1018"/>
                </a:lnTo>
                <a:lnTo>
                  <a:pt x="2837" y="980"/>
                </a:lnTo>
                <a:lnTo>
                  <a:pt x="2837" y="942"/>
                </a:lnTo>
                <a:lnTo>
                  <a:pt x="2831" y="904"/>
                </a:lnTo>
                <a:lnTo>
                  <a:pt x="2823" y="867"/>
                </a:lnTo>
                <a:lnTo>
                  <a:pt x="2809" y="832"/>
                </a:lnTo>
                <a:lnTo>
                  <a:pt x="2791" y="797"/>
                </a:lnTo>
                <a:lnTo>
                  <a:pt x="2768" y="764"/>
                </a:lnTo>
                <a:lnTo>
                  <a:pt x="2741" y="734"/>
                </a:lnTo>
                <a:lnTo>
                  <a:pt x="2710" y="707"/>
                </a:lnTo>
                <a:lnTo>
                  <a:pt x="2677" y="685"/>
                </a:lnTo>
                <a:lnTo>
                  <a:pt x="2642" y="668"/>
                </a:lnTo>
                <a:lnTo>
                  <a:pt x="2605" y="654"/>
                </a:lnTo>
                <a:lnTo>
                  <a:pt x="2567" y="645"/>
                </a:lnTo>
                <a:lnTo>
                  <a:pt x="2528" y="641"/>
                </a:lnTo>
                <a:lnTo>
                  <a:pt x="2490" y="641"/>
                </a:lnTo>
                <a:lnTo>
                  <a:pt x="2452" y="645"/>
                </a:lnTo>
                <a:lnTo>
                  <a:pt x="2415" y="654"/>
                </a:lnTo>
                <a:lnTo>
                  <a:pt x="2377" y="668"/>
                </a:lnTo>
                <a:lnTo>
                  <a:pt x="2343" y="685"/>
                </a:lnTo>
                <a:lnTo>
                  <a:pt x="2309" y="707"/>
                </a:lnTo>
                <a:lnTo>
                  <a:pt x="2278" y="734"/>
                </a:lnTo>
                <a:lnTo>
                  <a:pt x="1082" y="1906"/>
                </a:lnTo>
                <a:lnTo>
                  <a:pt x="1062" y="1922"/>
                </a:lnTo>
                <a:lnTo>
                  <a:pt x="1040" y="1931"/>
                </a:lnTo>
                <a:lnTo>
                  <a:pt x="1017" y="1937"/>
                </a:lnTo>
                <a:lnTo>
                  <a:pt x="992" y="1937"/>
                </a:lnTo>
                <a:lnTo>
                  <a:pt x="969" y="1931"/>
                </a:lnTo>
                <a:lnTo>
                  <a:pt x="947" y="1922"/>
                </a:lnTo>
                <a:lnTo>
                  <a:pt x="927" y="1906"/>
                </a:lnTo>
                <a:lnTo>
                  <a:pt x="911" y="1887"/>
                </a:lnTo>
                <a:lnTo>
                  <a:pt x="900" y="1865"/>
                </a:lnTo>
                <a:lnTo>
                  <a:pt x="896" y="1842"/>
                </a:lnTo>
                <a:lnTo>
                  <a:pt x="896" y="1819"/>
                </a:lnTo>
                <a:lnTo>
                  <a:pt x="900" y="1796"/>
                </a:lnTo>
                <a:lnTo>
                  <a:pt x="911" y="1775"/>
                </a:lnTo>
                <a:lnTo>
                  <a:pt x="927" y="1755"/>
                </a:lnTo>
                <a:lnTo>
                  <a:pt x="2123" y="583"/>
                </a:lnTo>
                <a:lnTo>
                  <a:pt x="2165" y="546"/>
                </a:lnTo>
                <a:lnTo>
                  <a:pt x="2209" y="515"/>
                </a:lnTo>
                <a:lnTo>
                  <a:pt x="2255" y="488"/>
                </a:lnTo>
                <a:lnTo>
                  <a:pt x="2304" y="465"/>
                </a:lnTo>
                <a:lnTo>
                  <a:pt x="2354" y="449"/>
                </a:lnTo>
                <a:lnTo>
                  <a:pt x="2405" y="436"/>
                </a:lnTo>
                <a:lnTo>
                  <a:pt x="2457" y="429"/>
                </a:lnTo>
                <a:lnTo>
                  <a:pt x="2509" y="427"/>
                </a:lnTo>
                <a:lnTo>
                  <a:pt x="2562" y="429"/>
                </a:lnTo>
                <a:lnTo>
                  <a:pt x="2613" y="436"/>
                </a:lnTo>
                <a:lnTo>
                  <a:pt x="2665" y="449"/>
                </a:lnTo>
                <a:lnTo>
                  <a:pt x="2714" y="465"/>
                </a:lnTo>
                <a:lnTo>
                  <a:pt x="2763" y="488"/>
                </a:lnTo>
                <a:lnTo>
                  <a:pt x="2810" y="515"/>
                </a:lnTo>
                <a:lnTo>
                  <a:pt x="2854" y="546"/>
                </a:lnTo>
                <a:lnTo>
                  <a:pt x="2895" y="583"/>
                </a:lnTo>
                <a:lnTo>
                  <a:pt x="2932" y="623"/>
                </a:lnTo>
                <a:lnTo>
                  <a:pt x="2965" y="666"/>
                </a:lnTo>
                <a:lnTo>
                  <a:pt x="2993" y="713"/>
                </a:lnTo>
                <a:lnTo>
                  <a:pt x="3015" y="760"/>
                </a:lnTo>
                <a:lnTo>
                  <a:pt x="3032" y="809"/>
                </a:lnTo>
                <a:lnTo>
                  <a:pt x="3045" y="859"/>
                </a:lnTo>
                <a:lnTo>
                  <a:pt x="3053" y="910"/>
                </a:lnTo>
                <a:lnTo>
                  <a:pt x="3055" y="961"/>
                </a:lnTo>
                <a:lnTo>
                  <a:pt x="3053" y="1012"/>
                </a:lnTo>
                <a:lnTo>
                  <a:pt x="3045" y="1063"/>
                </a:lnTo>
                <a:lnTo>
                  <a:pt x="3032" y="1113"/>
                </a:lnTo>
                <a:lnTo>
                  <a:pt x="3015" y="1162"/>
                </a:lnTo>
                <a:lnTo>
                  <a:pt x="2993" y="1209"/>
                </a:lnTo>
                <a:lnTo>
                  <a:pt x="2965" y="1255"/>
                </a:lnTo>
                <a:lnTo>
                  <a:pt x="2932" y="1298"/>
                </a:lnTo>
                <a:lnTo>
                  <a:pt x="2895" y="1339"/>
                </a:lnTo>
                <a:lnTo>
                  <a:pt x="1303" y="2879"/>
                </a:lnTo>
                <a:lnTo>
                  <a:pt x="1255" y="2923"/>
                </a:lnTo>
                <a:lnTo>
                  <a:pt x="1203" y="2962"/>
                </a:lnTo>
                <a:lnTo>
                  <a:pt x="1150" y="2995"/>
                </a:lnTo>
                <a:lnTo>
                  <a:pt x="1094" y="3025"/>
                </a:lnTo>
                <a:lnTo>
                  <a:pt x="1036" y="3049"/>
                </a:lnTo>
                <a:lnTo>
                  <a:pt x="977" y="3068"/>
                </a:lnTo>
                <a:lnTo>
                  <a:pt x="917" y="3083"/>
                </a:lnTo>
                <a:lnTo>
                  <a:pt x="855" y="3092"/>
                </a:lnTo>
                <a:lnTo>
                  <a:pt x="794" y="3097"/>
                </a:lnTo>
                <a:lnTo>
                  <a:pt x="733" y="3097"/>
                </a:lnTo>
                <a:lnTo>
                  <a:pt x="671" y="3092"/>
                </a:lnTo>
                <a:lnTo>
                  <a:pt x="609" y="3083"/>
                </a:lnTo>
                <a:lnTo>
                  <a:pt x="549" y="3068"/>
                </a:lnTo>
                <a:lnTo>
                  <a:pt x="490" y="3049"/>
                </a:lnTo>
                <a:lnTo>
                  <a:pt x="433" y="3025"/>
                </a:lnTo>
                <a:lnTo>
                  <a:pt x="377" y="2995"/>
                </a:lnTo>
                <a:lnTo>
                  <a:pt x="323" y="2962"/>
                </a:lnTo>
                <a:lnTo>
                  <a:pt x="272" y="2923"/>
                </a:lnTo>
                <a:lnTo>
                  <a:pt x="224" y="2879"/>
                </a:lnTo>
                <a:lnTo>
                  <a:pt x="178" y="2832"/>
                </a:lnTo>
                <a:lnTo>
                  <a:pt x="139" y="2782"/>
                </a:lnTo>
                <a:lnTo>
                  <a:pt x="104" y="2729"/>
                </a:lnTo>
                <a:lnTo>
                  <a:pt x="75" y="2674"/>
                </a:lnTo>
                <a:lnTo>
                  <a:pt x="51" y="2617"/>
                </a:lnTo>
                <a:lnTo>
                  <a:pt x="30" y="2560"/>
                </a:lnTo>
                <a:lnTo>
                  <a:pt x="15" y="2501"/>
                </a:lnTo>
                <a:lnTo>
                  <a:pt x="5" y="2441"/>
                </a:lnTo>
                <a:lnTo>
                  <a:pt x="0" y="2381"/>
                </a:lnTo>
                <a:lnTo>
                  <a:pt x="0" y="2321"/>
                </a:lnTo>
                <a:lnTo>
                  <a:pt x="5" y="2260"/>
                </a:lnTo>
                <a:lnTo>
                  <a:pt x="15" y="2200"/>
                </a:lnTo>
                <a:lnTo>
                  <a:pt x="30" y="2141"/>
                </a:lnTo>
                <a:lnTo>
                  <a:pt x="51" y="2083"/>
                </a:lnTo>
                <a:lnTo>
                  <a:pt x="75" y="2027"/>
                </a:lnTo>
                <a:lnTo>
                  <a:pt x="104" y="1972"/>
                </a:lnTo>
                <a:lnTo>
                  <a:pt x="139" y="1920"/>
                </a:lnTo>
                <a:lnTo>
                  <a:pt x="178" y="1869"/>
                </a:lnTo>
                <a:lnTo>
                  <a:pt x="224" y="1822"/>
                </a:lnTo>
                <a:lnTo>
                  <a:pt x="1815" y="281"/>
                </a:lnTo>
                <a:lnTo>
                  <a:pt x="1872" y="230"/>
                </a:lnTo>
                <a:lnTo>
                  <a:pt x="1931" y="183"/>
                </a:lnTo>
                <a:lnTo>
                  <a:pt x="1992" y="143"/>
                </a:lnTo>
                <a:lnTo>
                  <a:pt x="2057" y="108"/>
                </a:lnTo>
                <a:lnTo>
                  <a:pt x="2123" y="76"/>
                </a:lnTo>
                <a:lnTo>
                  <a:pt x="2191" y="51"/>
                </a:lnTo>
                <a:lnTo>
                  <a:pt x="2261" y="31"/>
                </a:lnTo>
                <a:lnTo>
                  <a:pt x="2331" y="15"/>
                </a:lnTo>
                <a:lnTo>
                  <a:pt x="2402" y="5"/>
                </a:lnTo>
                <a:lnTo>
                  <a:pt x="2474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lvl="0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27" name="그룹 26"/>
          <p:cNvGrpSpPr/>
          <p:nvPr/>
        </p:nvGrpSpPr>
        <p:grpSpPr>
          <a:xfrm>
            <a:off x="393568" y="656552"/>
            <a:ext cx="323769" cy="323769"/>
            <a:chOff x="1593332" y="2172798"/>
            <a:chExt cx="1083168" cy="1083168"/>
          </a:xfrm>
        </p:grpSpPr>
        <p:sp>
          <p:nvSpPr>
            <p:cNvPr id="28" name="타원 27"/>
            <p:cNvSpPr/>
            <p:nvPr/>
          </p:nvSpPr>
          <p:spPr>
            <a:xfrm>
              <a:off x="1593332" y="2172798"/>
              <a:ext cx="1083168" cy="1083168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b="1">
                <a:solidFill>
                  <a:prstClr val="white"/>
                </a:solidFill>
              </a:endParaRPr>
            </a:p>
          </p:txBody>
        </p:sp>
        <p:pic>
          <p:nvPicPr>
            <p:cNvPr id="29" name="그림 28"/>
            <p:cNvPicPr>
              <a:picLocks noChangeAspect="1"/>
            </p:cNvPicPr>
            <p:nvPr/>
          </p:nvPicPr>
          <p:blipFill rotWithShape="1">
            <a:blip r:embed="rId2"/>
            <a:stretch>
              <a:fillRect/>
            </a:stretch>
          </p:blipFill>
          <p:spPr>
            <a:xfrm>
              <a:off x="1741655" y="2321121"/>
              <a:ext cx="786521" cy="786521"/>
            </a:xfrm>
            <a:prstGeom prst="rect">
              <a:avLst/>
            </a:prstGeom>
          </p:spPr>
        </p:pic>
      </p:grpSp>
      <p:sp>
        <p:nvSpPr>
          <p:cNvPr id="32" name="모서리가 둥근 직사각형 31"/>
          <p:cNvSpPr/>
          <p:nvPr/>
        </p:nvSpPr>
        <p:spPr>
          <a:xfrm>
            <a:off x="350136" y="1719059"/>
            <a:ext cx="396000" cy="396000"/>
          </a:xfrm>
          <a:prstGeom prst="roundRect">
            <a:avLst>
              <a:gd name="adj" fmla="val 16667"/>
            </a:avLst>
          </a:prstGeom>
          <a:solidFill>
            <a:srgbClr val="00D6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" anchor="ctr"/>
          <a:lstStyle/>
          <a:p>
            <a:pPr lvl="0">
              <a:defRPr/>
            </a:pPr>
            <a:endParaRPr lang="en-US" altLang="ko-KR" sz="1050">
              <a:solidFill>
                <a:prstClr val="white"/>
              </a:solidFill>
            </a:endParaRPr>
          </a:p>
        </p:txBody>
      </p:sp>
      <p:grpSp>
        <p:nvGrpSpPr>
          <p:cNvPr id="20" name="Group 12"/>
          <p:cNvGrpSpPr>
            <a:grpSpLocks noChangeAspect="1"/>
          </p:cNvGrpSpPr>
          <p:nvPr/>
        </p:nvGrpSpPr>
        <p:grpSpPr>
          <a:xfrm>
            <a:off x="433464" y="1832474"/>
            <a:ext cx="229344" cy="182438"/>
            <a:chOff x="6124" y="305"/>
            <a:chExt cx="841" cy="669"/>
          </a:xfrm>
          <a:solidFill>
            <a:schemeClr val="bg1"/>
          </a:solidFill>
        </p:grpSpPr>
        <p:sp>
          <p:nvSpPr>
            <p:cNvPr id="21" name="Freeform 13"/>
            <p:cNvSpPr/>
            <p:nvPr/>
          </p:nvSpPr>
          <p:spPr>
            <a:xfrm>
              <a:off x="6244" y="440"/>
              <a:ext cx="601" cy="534"/>
            </a:xfrm>
            <a:custGeom>
              <a:avLst/>
              <a:gdLst>
                <a:gd name="T0" fmla="*/ 902 w 1802"/>
                <a:gd name="T1" fmla="*/ 0 h 1602"/>
                <a:gd name="T2" fmla="*/ 2 w 1802"/>
                <a:gd name="T3" fmla="*/ 742 h 1602"/>
                <a:gd name="T4" fmla="*/ 2 w 1802"/>
                <a:gd name="T5" fmla="*/ 743 h 1602"/>
                <a:gd name="T6" fmla="*/ 2 w 1802"/>
                <a:gd name="T7" fmla="*/ 746 h 1602"/>
                <a:gd name="T8" fmla="*/ 0 w 1802"/>
                <a:gd name="T9" fmla="*/ 749 h 1602"/>
                <a:gd name="T10" fmla="*/ 0 w 1802"/>
                <a:gd name="T11" fmla="*/ 751 h 1602"/>
                <a:gd name="T12" fmla="*/ 0 w 1802"/>
                <a:gd name="T13" fmla="*/ 1501 h 1602"/>
                <a:gd name="T14" fmla="*/ 2 w 1802"/>
                <a:gd name="T15" fmla="*/ 1521 h 1602"/>
                <a:gd name="T16" fmla="*/ 16 w 1802"/>
                <a:gd name="T17" fmla="*/ 1557 h 1602"/>
                <a:gd name="T18" fmla="*/ 30 w 1802"/>
                <a:gd name="T19" fmla="*/ 1572 h 1602"/>
                <a:gd name="T20" fmla="*/ 45 w 1802"/>
                <a:gd name="T21" fmla="*/ 1586 h 1602"/>
                <a:gd name="T22" fmla="*/ 81 w 1802"/>
                <a:gd name="T23" fmla="*/ 1601 h 1602"/>
                <a:gd name="T24" fmla="*/ 100 w 1802"/>
                <a:gd name="T25" fmla="*/ 1602 h 1602"/>
                <a:gd name="T26" fmla="*/ 702 w 1802"/>
                <a:gd name="T27" fmla="*/ 1602 h 1602"/>
                <a:gd name="T28" fmla="*/ 702 w 1802"/>
                <a:gd name="T29" fmla="*/ 1001 h 1602"/>
                <a:gd name="T30" fmla="*/ 1102 w 1802"/>
                <a:gd name="T31" fmla="*/ 1001 h 1602"/>
                <a:gd name="T32" fmla="*/ 1102 w 1802"/>
                <a:gd name="T33" fmla="*/ 1602 h 1602"/>
                <a:gd name="T34" fmla="*/ 1703 w 1802"/>
                <a:gd name="T35" fmla="*/ 1602 h 1602"/>
                <a:gd name="T36" fmla="*/ 1723 w 1802"/>
                <a:gd name="T37" fmla="*/ 1601 h 1602"/>
                <a:gd name="T38" fmla="*/ 1758 w 1802"/>
                <a:gd name="T39" fmla="*/ 1586 h 1602"/>
                <a:gd name="T40" fmla="*/ 1773 w 1802"/>
                <a:gd name="T41" fmla="*/ 1572 h 1602"/>
                <a:gd name="T42" fmla="*/ 1786 w 1802"/>
                <a:gd name="T43" fmla="*/ 1557 h 1602"/>
                <a:gd name="T44" fmla="*/ 1802 w 1802"/>
                <a:gd name="T45" fmla="*/ 1521 h 1602"/>
                <a:gd name="T46" fmla="*/ 1802 w 1802"/>
                <a:gd name="T47" fmla="*/ 1501 h 1602"/>
                <a:gd name="T48" fmla="*/ 1802 w 1802"/>
                <a:gd name="T49" fmla="*/ 751 h 1602"/>
                <a:gd name="T50" fmla="*/ 1802 w 1802"/>
                <a:gd name="T51" fmla="*/ 745 h 1602"/>
                <a:gd name="T52" fmla="*/ 1801 w 1802"/>
                <a:gd name="T53" fmla="*/ 742 h 1602"/>
                <a:gd name="T54" fmla="*/ 902 w 1802"/>
                <a:gd name="T55" fmla="*/ 0 h 1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802" h="1602">
                  <a:moveTo>
                    <a:pt x="902" y="0"/>
                  </a:moveTo>
                  <a:lnTo>
                    <a:pt x="2" y="742"/>
                  </a:lnTo>
                  <a:lnTo>
                    <a:pt x="2" y="743"/>
                  </a:lnTo>
                  <a:lnTo>
                    <a:pt x="2" y="746"/>
                  </a:lnTo>
                  <a:lnTo>
                    <a:pt x="0" y="749"/>
                  </a:lnTo>
                  <a:lnTo>
                    <a:pt x="0" y="751"/>
                  </a:lnTo>
                  <a:lnTo>
                    <a:pt x="0" y="1501"/>
                  </a:lnTo>
                  <a:lnTo>
                    <a:pt x="2" y="1521"/>
                  </a:lnTo>
                  <a:lnTo>
                    <a:pt x="16" y="1557"/>
                  </a:lnTo>
                  <a:lnTo>
                    <a:pt x="30" y="1572"/>
                  </a:lnTo>
                  <a:lnTo>
                    <a:pt x="45" y="1586"/>
                  </a:lnTo>
                  <a:lnTo>
                    <a:pt x="81" y="1601"/>
                  </a:lnTo>
                  <a:lnTo>
                    <a:pt x="100" y="1602"/>
                  </a:lnTo>
                  <a:lnTo>
                    <a:pt x="702" y="1602"/>
                  </a:lnTo>
                  <a:lnTo>
                    <a:pt x="702" y="1001"/>
                  </a:lnTo>
                  <a:lnTo>
                    <a:pt x="1102" y="1001"/>
                  </a:lnTo>
                  <a:lnTo>
                    <a:pt x="1102" y="1602"/>
                  </a:lnTo>
                  <a:lnTo>
                    <a:pt x="1703" y="1602"/>
                  </a:lnTo>
                  <a:lnTo>
                    <a:pt x="1723" y="1601"/>
                  </a:lnTo>
                  <a:lnTo>
                    <a:pt x="1758" y="1586"/>
                  </a:lnTo>
                  <a:lnTo>
                    <a:pt x="1773" y="1572"/>
                  </a:lnTo>
                  <a:lnTo>
                    <a:pt x="1786" y="1557"/>
                  </a:lnTo>
                  <a:lnTo>
                    <a:pt x="1802" y="1521"/>
                  </a:lnTo>
                  <a:lnTo>
                    <a:pt x="1802" y="1501"/>
                  </a:lnTo>
                  <a:lnTo>
                    <a:pt x="1802" y="751"/>
                  </a:lnTo>
                  <a:lnTo>
                    <a:pt x="1802" y="745"/>
                  </a:lnTo>
                  <a:lnTo>
                    <a:pt x="1801" y="742"/>
                  </a:lnTo>
                  <a:lnTo>
                    <a:pt x="90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anchor="t" anchorCtr="0">
              <a:prstTxWarp prst="textNoShape">
                <a:avLst/>
              </a:prstTxWarp>
            </a:bodyPr>
            <a:lstStyle/>
            <a:p>
              <a:pPr lvl="0"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22" name="Freeform 14"/>
            <p:cNvSpPr/>
            <p:nvPr/>
          </p:nvSpPr>
          <p:spPr>
            <a:xfrm>
              <a:off x="6124" y="305"/>
              <a:ext cx="841" cy="394"/>
            </a:xfrm>
            <a:custGeom>
              <a:avLst/>
              <a:gdLst>
                <a:gd name="T0" fmla="*/ 2505 w 2522"/>
                <a:gd name="T1" fmla="*/ 978 h 1181"/>
                <a:gd name="T2" fmla="*/ 2162 w 2522"/>
                <a:gd name="T3" fmla="*/ 694 h 1181"/>
                <a:gd name="T4" fmla="*/ 2162 w 2522"/>
                <a:gd name="T5" fmla="*/ 54 h 1181"/>
                <a:gd name="T6" fmla="*/ 2162 w 2522"/>
                <a:gd name="T7" fmla="*/ 44 h 1181"/>
                <a:gd name="T8" fmla="*/ 2155 w 2522"/>
                <a:gd name="T9" fmla="*/ 26 h 1181"/>
                <a:gd name="T10" fmla="*/ 2149 w 2522"/>
                <a:gd name="T11" fmla="*/ 18 h 1181"/>
                <a:gd name="T12" fmla="*/ 2141 w 2522"/>
                <a:gd name="T13" fmla="*/ 13 h 1181"/>
                <a:gd name="T14" fmla="*/ 2123 w 2522"/>
                <a:gd name="T15" fmla="*/ 5 h 1181"/>
                <a:gd name="T16" fmla="*/ 2113 w 2522"/>
                <a:gd name="T17" fmla="*/ 5 h 1181"/>
                <a:gd name="T18" fmla="*/ 1812 w 2522"/>
                <a:gd name="T19" fmla="*/ 5 h 1181"/>
                <a:gd name="T20" fmla="*/ 1802 w 2522"/>
                <a:gd name="T21" fmla="*/ 5 h 1181"/>
                <a:gd name="T22" fmla="*/ 1783 w 2522"/>
                <a:gd name="T23" fmla="*/ 13 h 1181"/>
                <a:gd name="T24" fmla="*/ 1776 w 2522"/>
                <a:gd name="T25" fmla="*/ 18 h 1181"/>
                <a:gd name="T26" fmla="*/ 1770 w 2522"/>
                <a:gd name="T27" fmla="*/ 26 h 1181"/>
                <a:gd name="T28" fmla="*/ 1763 w 2522"/>
                <a:gd name="T29" fmla="*/ 44 h 1181"/>
                <a:gd name="T30" fmla="*/ 1762 w 2522"/>
                <a:gd name="T31" fmla="*/ 54 h 1181"/>
                <a:gd name="T32" fmla="*/ 1762 w 2522"/>
                <a:gd name="T33" fmla="*/ 360 h 1181"/>
                <a:gd name="T34" fmla="*/ 1380 w 2522"/>
                <a:gd name="T35" fmla="*/ 41 h 1181"/>
                <a:gd name="T36" fmla="*/ 1354 w 2522"/>
                <a:gd name="T37" fmla="*/ 23 h 1181"/>
                <a:gd name="T38" fmla="*/ 1295 w 2522"/>
                <a:gd name="T39" fmla="*/ 1 h 1181"/>
                <a:gd name="T40" fmla="*/ 1262 w 2522"/>
                <a:gd name="T41" fmla="*/ 0 h 1181"/>
                <a:gd name="T42" fmla="*/ 1227 w 2522"/>
                <a:gd name="T43" fmla="*/ 1 h 1181"/>
                <a:gd name="T44" fmla="*/ 1168 w 2522"/>
                <a:gd name="T45" fmla="*/ 23 h 1181"/>
                <a:gd name="T46" fmla="*/ 1142 w 2522"/>
                <a:gd name="T47" fmla="*/ 41 h 1181"/>
                <a:gd name="T48" fmla="*/ 17 w 2522"/>
                <a:gd name="T49" fmla="*/ 978 h 1181"/>
                <a:gd name="T50" fmla="*/ 10 w 2522"/>
                <a:gd name="T51" fmla="*/ 985 h 1181"/>
                <a:gd name="T52" fmla="*/ 1 w 2522"/>
                <a:gd name="T53" fmla="*/ 1001 h 1181"/>
                <a:gd name="T54" fmla="*/ 0 w 2522"/>
                <a:gd name="T55" fmla="*/ 1012 h 1181"/>
                <a:gd name="T56" fmla="*/ 0 w 2522"/>
                <a:gd name="T57" fmla="*/ 1023 h 1181"/>
                <a:gd name="T58" fmla="*/ 6 w 2522"/>
                <a:gd name="T59" fmla="*/ 1040 h 1181"/>
                <a:gd name="T60" fmla="*/ 12 w 2522"/>
                <a:gd name="T61" fmla="*/ 1048 h 1181"/>
                <a:gd name="T62" fmla="*/ 108 w 2522"/>
                <a:gd name="T63" fmla="*/ 1164 h 1181"/>
                <a:gd name="T64" fmla="*/ 122 w 2522"/>
                <a:gd name="T65" fmla="*/ 1177 h 1181"/>
                <a:gd name="T66" fmla="*/ 141 w 2522"/>
                <a:gd name="T67" fmla="*/ 1181 h 1181"/>
                <a:gd name="T68" fmla="*/ 160 w 2522"/>
                <a:gd name="T69" fmla="*/ 1181 h 1181"/>
                <a:gd name="T70" fmla="*/ 179 w 2522"/>
                <a:gd name="T71" fmla="*/ 1171 h 1181"/>
                <a:gd name="T72" fmla="*/ 1262 w 2522"/>
                <a:gd name="T73" fmla="*/ 268 h 1181"/>
                <a:gd name="T74" fmla="*/ 2344 w 2522"/>
                <a:gd name="T75" fmla="*/ 1171 h 1181"/>
                <a:gd name="T76" fmla="*/ 2358 w 2522"/>
                <a:gd name="T77" fmla="*/ 1180 h 1181"/>
                <a:gd name="T78" fmla="*/ 2377 w 2522"/>
                <a:gd name="T79" fmla="*/ 1181 h 1181"/>
                <a:gd name="T80" fmla="*/ 2383 w 2522"/>
                <a:gd name="T81" fmla="*/ 1181 h 1181"/>
                <a:gd name="T82" fmla="*/ 2401 w 2522"/>
                <a:gd name="T83" fmla="*/ 1177 h 1181"/>
                <a:gd name="T84" fmla="*/ 2414 w 2522"/>
                <a:gd name="T85" fmla="*/ 1164 h 1181"/>
                <a:gd name="T86" fmla="*/ 2512 w 2522"/>
                <a:gd name="T87" fmla="*/ 1048 h 1181"/>
                <a:gd name="T88" fmla="*/ 2518 w 2522"/>
                <a:gd name="T89" fmla="*/ 1040 h 1181"/>
                <a:gd name="T90" fmla="*/ 2522 w 2522"/>
                <a:gd name="T91" fmla="*/ 1023 h 1181"/>
                <a:gd name="T92" fmla="*/ 2522 w 2522"/>
                <a:gd name="T93" fmla="*/ 1012 h 1181"/>
                <a:gd name="T94" fmla="*/ 2521 w 2522"/>
                <a:gd name="T95" fmla="*/ 1001 h 1181"/>
                <a:gd name="T96" fmla="*/ 2512 w 2522"/>
                <a:gd name="T97" fmla="*/ 985 h 1181"/>
                <a:gd name="T98" fmla="*/ 2505 w 2522"/>
                <a:gd name="T99" fmla="*/ 978 h 1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22" h="1181">
                  <a:moveTo>
                    <a:pt x="2505" y="978"/>
                  </a:moveTo>
                  <a:lnTo>
                    <a:pt x="2162" y="694"/>
                  </a:lnTo>
                  <a:lnTo>
                    <a:pt x="2162" y="54"/>
                  </a:lnTo>
                  <a:lnTo>
                    <a:pt x="2162" y="44"/>
                  </a:lnTo>
                  <a:lnTo>
                    <a:pt x="2155" y="26"/>
                  </a:lnTo>
                  <a:lnTo>
                    <a:pt x="2149" y="18"/>
                  </a:lnTo>
                  <a:lnTo>
                    <a:pt x="2141" y="13"/>
                  </a:lnTo>
                  <a:lnTo>
                    <a:pt x="2123" y="5"/>
                  </a:lnTo>
                  <a:lnTo>
                    <a:pt x="2113" y="5"/>
                  </a:lnTo>
                  <a:lnTo>
                    <a:pt x="1812" y="5"/>
                  </a:lnTo>
                  <a:lnTo>
                    <a:pt x="1802" y="5"/>
                  </a:lnTo>
                  <a:lnTo>
                    <a:pt x="1783" y="13"/>
                  </a:lnTo>
                  <a:lnTo>
                    <a:pt x="1776" y="18"/>
                  </a:lnTo>
                  <a:lnTo>
                    <a:pt x="1770" y="26"/>
                  </a:lnTo>
                  <a:lnTo>
                    <a:pt x="1763" y="44"/>
                  </a:lnTo>
                  <a:lnTo>
                    <a:pt x="1762" y="54"/>
                  </a:lnTo>
                  <a:lnTo>
                    <a:pt x="1762" y="360"/>
                  </a:lnTo>
                  <a:lnTo>
                    <a:pt x="1380" y="41"/>
                  </a:lnTo>
                  <a:lnTo>
                    <a:pt x="1354" y="23"/>
                  </a:lnTo>
                  <a:lnTo>
                    <a:pt x="1295" y="1"/>
                  </a:lnTo>
                  <a:lnTo>
                    <a:pt x="1262" y="0"/>
                  </a:lnTo>
                  <a:lnTo>
                    <a:pt x="1227" y="1"/>
                  </a:lnTo>
                  <a:lnTo>
                    <a:pt x="1168" y="23"/>
                  </a:lnTo>
                  <a:lnTo>
                    <a:pt x="1142" y="41"/>
                  </a:lnTo>
                  <a:lnTo>
                    <a:pt x="17" y="978"/>
                  </a:lnTo>
                  <a:lnTo>
                    <a:pt x="10" y="985"/>
                  </a:lnTo>
                  <a:lnTo>
                    <a:pt x="1" y="1001"/>
                  </a:lnTo>
                  <a:lnTo>
                    <a:pt x="0" y="1012"/>
                  </a:lnTo>
                  <a:lnTo>
                    <a:pt x="0" y="1023"/>
                  </a:lnTo>
                  <a:lnTo>
                    <a:pt x="6" y="1040"/>
                  </a:lnTo>
                  <a:lnTo>
                    <a:pt x="12" y="1048"/>
                  </a:lnTo>
                  <a:lnTo>
                    <a:pt x="108" y="1164"/>
                  </a:lnTo>
                  <a:lnTo>
                    <a:pt x="122" y="1177"/>
                  </a:lnTo>
                  <a:lnTo>
                    <a:pt x="141" y="1181"/>
                  </a:lnTo>
                  <a:lnTo>
                    <a:pt x="160" y="1181"/>
                  </a:lnTo>
                  <a:lnTo>
                    <a:pt x="179" y="1171"/>
                  </a:lnTo>
                  <a:lnTo>
                    <a:pt x="1262" y="268"/>
                  </a:lnTo>
                  <a:lnTo>
                    <a:pt x="2344" y="1171"/>
                  </a:lnTo>
                  <a:lnTo>
                    <a:pt x="2358" y="1180"/>
                  </a:lnTo>
                  <a:lnTo>
                    <a:pt x="2377" y="1181"/>
                  </a:lnTo>
                  <a:lnTo>
                    <a:pt x="2383" y="1181"/>
                  </a:lnTo>
                  <a:lnTo>
                    <a:pt x="2401" y="1177"/>
                  </a:lnTo>
                  <a:lnTo>
                    <a:pt x="2414" y="1164"/>
                  </a:lnTo>
                  <a:lnTo>
                    <a:pt x="2512" y="1048"/>
                  </a:lnTo>
                  <a:lnTo>
                    <a:pt x="2518" y="1040"/>
                  </a:lnTo>
                  <a:lnTo>
                    <a:pt x="2522" y="1023"/>
                  </a:lnTo>
                  <a:lnTo>
                    <a:pt x="2522" y="1012"/>
                  </a:lnTo>
                  <a:lnTo>
                    <a:pt x="2521" y="1001"/>
                  </a:lnTo>
                  <a:lnTo>
                    <a:pt x="2512" y="985"/>
                  </a:lnTo>
                  <a:lnTo>
                    <a:pt x="2505" y="97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anchor="t" anchorCtr="0">
              <a:prstTxWarp prst="textNoShape">
                <a:avLst/>
              </a:prstTxWarp>
            </a:bodyPr>
            <a:lstStyle/>
            <a:p>
              <a:pPr lvl="0"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35" name="타원 34"/>
          <p:cNvSpPr/>
          <p:nvPr/>
        </p:nvSpPr>
        <p:spPr>
          <a:xfrm>
            <a:off x="578088" y="2370814"/>
            <a:ext cx="177525" cy="17752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anchor="ctr"/>
          <a:lstStyle/>
          <a:p>
            <a:pPr algn="ctr">
              <a:defRPr/>
            </a:pPr>
            <a:r>
              <a:rPr lang="en-US" altLang="ko-KR" sz="1000">
                <a:solidFill>
                  <a:prstClr val="white"/>
                </a:solidFill>
              </a:rPr>
              <a:t>14</a:t>
            </a:r>
          </a:p>
        </p:txBody>
      </p:sp>
      <p:sp>
        <p:nvSpPr>
          <p:cNvPr id="38" name="직사각형 37"/>
          <p:cNvSpPr/>
          <p:nvPr/>
        </p:nvSpPr>
        <p:spPr>
          <a:xfrm>
            <a:off x="1420813" y="537998"/>
            <a:ext cx="6096000" cy="907897"/>
          </a:xfrm>
          <a:prstGeom prst="rect">
            <a:avLst/>
          </a:prstGeom>
        </p:spPr>
        <p:txBody>
          <a:bodyPr>
            <a:spAutoFit/>
          </a:bodyPr>
          <a:lstStyle/>
          <a:p>
            <a:pPr latinLnBrk="0">
              <a:lnSpc>
                <a:spcPct val="150000"/>
              </a:lnSpc>
              <a:defRPr/>
            </a:pPr>
            <a:r>
              <a:rPr lang="en-US" altLang="ko-KR" sz="2600" b="1" i="1" kern="0">
                <a:solidFill>
                  <a:prstClr val="black">
                    <a:lumMod val="65000"/>
                    <a:lumOff val="35000"/>
                  </a:prstClr>
                </a:solidFill>
              </a:rPr>
              <a:t>DESIGN</a:t>
            </a:r>
            <a:endParaRPr lang="ko-KR" altLang="en-US" sz="2600" b="1" i="1" kern="0">
              <a:solidFill>
                <a:prstClr val="black">
                  <a:lumMod val="65000"/>
                  <a:lumOff val="35000"/>
                </a:prstClr>
              </a:solidFill>
            </a:endParaRPr>
          </a:p>
          <a:p>
            <a:pPr latinLnBrk="0">
              <a:lnSpc>
                <a:spcPct val="150000"/>
              </a:lnSpc>
              <a:defRPr/>
            </a:pPr>
            <a:r>
              <a:rPr lang="en-US" altLang="ko-KR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LOGIN&gt;SIGN UP&gt;MAIN&gt;</a:t>
            </a:r>
            <a:r>
              <a:rPr lang="en-US" altLang="ko-KR" sz="1000" b="1" kern="0">
                <a:solidFill>
                  <a:schemeClr val="accent6"/>
                </a:solidFill>
              </a:rPr>
              <a:t>SURVEY</a:t>
            </a:r>
            <a:r>
              <a:rPr lang="en-US" altLang="ko-KR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&gt;CHALLENGE&gt;CHAT</a:t>
            </a:r>
            <a:endParaRPr lang="ko-KR" altLang="en-US" sz="1000" kern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40" name="모서리가 둥근 직사각형 39"/>
          <p:cNvSpPr/>
          <p:nvPr/>
        </p:nvSpPr>
        <p:spPr>
          <a:xfrm>
            <a:off x="3838799" y="1646917"/>
            <a:ext cx="7540401" cy="4279543"/>
          </a:xfrm>
          <a:prstGeom prst="roundRect">
            <a:avLst>
              <a:gd name="adj" fmla="val 3424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" anchor="ctr"/>
          <a:lstStyle/>
          <a:p>
            <a:pPr lvl="0">
              <a:defRPr/>
            </a:pPr>
            <a:endParaRPr lang="en-US" altLang="ko-KR" sz="1050">
              <a:solidFill>
                <a:srgbClr val="264259"/>
              </a:solidFill>
            </a:endParaRPr>
          </a:p>
        </p:txBody>
      </p:sp>
      <p:sp>
        <p:nvSpPr>
          <p:cNvPr id="51" name="타원 50"/>
          <p:cNvSpPr/>
          <p:nvPr/>
        </p:nvSpPr>
        <p:spPr>
          <a:xfrm>
            <a:off x="555404" y="4304681"/>
            <a:ext cx="177525" cy="17752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anchor="ctr"/>
          <a:lstStyle/>
          <a:p>
            <a:pPr algn="ctr">
              <a:defRPr/>
            </a:pPr>
            <a:r>
              <a:rPr lang="en-US" altLang="ko-KR" sz="600">
                <a:solidFill>
                  <a:prstClr val="white"/>
                </a:solidFill>
              </a:rPr>
              <a:t>off</a:t>
            </a:r>
            <a:endParaRPr lang="ko-KR" altLang="en-US" sz="600">
              <a:solidFill>
                <a:prstClr val="white"/>
              </a:solidFill>
            </a:endParaRPr>
          </a:p>
        </p:txBody>
      </p:sp>
      <p:pic>
        <p:nvPicPr>
          <p:cNvPr id="58" name="그림 57"/>
          <p:cNvPicPr/>
          <p:nvPr/>
        </p:nvPicPr>
        <p:blipFill rotWithShape="1">
          <a:blip r:embed="rId3">
            <a:lum/>
          </a:blip>
          <a:srcRect/>
          <a:stretch>
            <a:fillRect/>
          </a:stretch>
        </p:blipFill>
        <p:spPr>
          <a:xfrm>
            <a:off x="1456689" y="1666874"/>
            <a:ext cx="2315210" cy="4297172"/>
          </a:xfrm>
          <a:prstGeom prst="rect">
            <a:avLst/>
          </a:prstGeom>
        </p:spPr>
      </p:pic>
      <p:sp>
        <p:nvSpPr>
          <p:cNvPr id="59" name="직사각형 49"/>
          <p:cNvSpPr/>
          <p:nvPr/>
        </p:nvSpPr>
        <p:spPr>
          <a:xfrm>
            <a:off x="4017637" y="1875915"/>
            <a:ext cx="5589350" cy="3084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l" defTabSz="914400" rtl="0" eaLnBrk="1" latinLnBrk="1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lang="en-US" altLang="ko-KR" sz="1600" b="1">
                <a:solidFill>
                  <a:srgbClr val="00D65E"/>
                </a:solidFill>
                <a:latin typeface="맑은 고딕"/>
                <a:ea typeface="맑은 고딕"/>
                <a:cs typeface="맑은 고딕"/>
              </a:rPr>
              <a:t>SURVEY</a:t>
            </a:r>
            <a:endParaRPr kumimoji="0" lang="ko-KR" altLang="en-US" sz="1600" b="1" i="0" u="none" strike="noStrike" kern="1200" cap="none" spc="0" normalizeH="0" baseline="0">
              <a:solidFill>
                <a:srgbClr val="00D65E"/>
              </a:solidFill>
              <a:latin typeface="맑은 고딕"/>
              <a:ea typeface="맑은 고딕"/>
              <a:cs typeface="맑은 고딕"/>
            </a:endParaRPr>
          </a:p>
          <a:p>
            <a:pPr marL="0" indent="0" algn="ctr" defTabSz="914400" rtl="0" eaLnBrk="1" latinLnBrk="1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2300" b="0" i="0" u="none" strike="noStrike" kern="1200" cap="none" spc="0" normalizeH="0" baseline="0">
                <a:solidFill>
                  <a:srgbClr val="808080"/>
                </a:solidFill>
                <a:latin typeface="맑은 고딕"/>
                <a:ea typeface="맑은 고딕"/>
                <a:cs typeface="맑은 고딕"/>
              </a:rPr>
              <a:t>Survey question bar</a:t>
            </a:r>
            <a:endParaRPr kumimoji="0" lang="ko-KR" altLang="en-US" sz="2300" b="0" i="0" u="none" strike="noStrike" kern="1200" cap="none" spc="0" normalizeH="0" baseline="0">
              <a:solidFill>
                <a:srgbClr val="808080"/>
              </a:solidFill>
              <a:latin typeface="맑은 고딕"/>
              <a:ea typeface="맑은 고딕"/>
              <a:cs typeface="맑은 고딕"/>
            </a:endParaRPr>
          </a:p>
          <a:p>
            <a:pPr marL="0" indent="0" algn="ctr" defTabSz="914400" rtl="0" eaLnBrk="1" latinLnBrk="1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2300" b="0" i="0" u="none" strike="noStrike" kern="1200" cap="none" spc="0" normalizeH="0" baseline="0">
              <a:solidFill>
                <a:srgbClr val="808080"/>
              </a:solidFill>
              <a:latin typeface="맑은 고딕"/>
              <a:ea typeface="맑은 고딕"/>
              <a:cs typeface="맑은 고딕"/>
            </a:endParaRPr>
          </a:p>
          <a:p>
            <a:pPr marL="0" indent="0" algn="ctr" defTabSz="914400" rtl="0" eaLnBrk="1" latinLnBrk="1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lang="en-US" altLang="ko-KR" sz="2300">
                <a:solidFill>
                  <a:srgbClr val="808080"/>
                </a:solidFill>
                <a:latin typeface="맑은 고딕"/>
                <a:ea typeface="맑은 고딕"/>
                <a:cs typeface="맑은 고딕"/>
              </a:rPr>
              <a:t>Four Multiple-choice check</a:t>
            </a:r>
            <a:r>
              <a:rPr lang="ko-KR" altLang="en-US" sz="2300">
                <a:solidFill>
                  <a:srgbClr val="80808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altLang="ko-KR" sz="2300">
                <a:solidFill>
                  <a:srgbClr val="808080"/>
                </a:solidFill>
                <a:latin typeface="맑은 고딕"/>
                <a:ea typeface="맑은 고딕"/>
                <a:cs typeface="맑은 고딕"/>
              </a:rPr>
              <a:t>box</a:t>
            </a:r>
            <a:endParaRPr kumimoji="0" lang="ko-KR" altLang="en-US" sz="2300" b="0" i="0" u="none" strike="noStrike" kern="1200" cap="none" spc="0" normalizeH="0" baseline="0">
              <a:solidFill>
                <a:srgbClr val="808080"/>
              </a:solidFill>
              <a:latin typeface="맑은 고딕"/>
              <a:ea typeface="맑은 고딕"/>
              <a:cs typeface="맑은 고딕"/>
            </a:endParaRPr>
          </a:p>
          <a:p>
            <a:pPr marL="0" indent="0" algn="ctr" defTabSz="914400" rtl="0" eaLnBrk="1" latinLnBrk="1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2300" b="0" i="0" u="none" strike="noStrike" kern="1200" cap="none" spc="0" normalizeH="0" baseline="0">
              <a:solidFill>
                <a:srgbClr val="808080"/>
              </a:solidFill>
              <a:latin typeface="맑은 고딕"/>
              <a:ea typeface="맑은 고딕"/>
              <a:cs typeface="맑은 고딕"/>
            </a:endParaRPr>
          </a:p>
          <a:p>
            <a:pPr marL="0" indent="0" algn="ctr" defTabSz="914400" rtl="0" eaLnBrk="1" latinLnBrk="1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lang="en-US" altLang="ko-KR" sz="2300">
                <a:solidFill>
                  <a:srgbClr val="808080"/>
                </a:solidFill>
                <a:latin typeface="맑은 고딕"/>
                <a:ea typeface="맑은 고딕"/>
                <a:cs typeface="맑은 고딕"/>
              </a:rPr>
              <a:t>Accept / Cancel button</a:t>
            </a:r>
            <a:endParaRPr kumimoji="0" lang="ko-KR" altLang="en-US" sz="2300" b="0" i="0" u="none" strike="noStrike" kern="1200" cap="none" spc="0" normalizeH="0" baseline="0">
              <a:solidFill>
                <a:srgbClr val="808080"/>
              </a:solidFill>
              <a:latin typeface="맑은 고딕"/>
              <a:ea typeface="맑은 고딕"/>
              <a:cs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한쪽 모서리가 둥근 사각형 35"/>
          <p:cNvSpPr/>
          <p:nvPr/>
        </p:nvSpPr>
        <p:spPr>
          <a:xfrm>
            <a:off x="0" y="0"/>
            <a:ext cx="3848100" cy="5549900"/>
          </a:xfrm>
          <a:prstGeom prst="round1Rect">
            <a:avLst>
              <a:gd name="adj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5" name="모서리가 둥근 직사각형 4"/>
          <p:cNvSpPr/>
          <p:nvPr/>
        </p:nvSpPr>
        <p:spPr>
          <a:xfrm>
            <a:off x="236537" y="304800"/>
            <a:ext cx="11669713" cy="6265862"/>
          </a:xfrm>
          <a:prstGeom prst="roundRect">
            <a:avLst>
              <a:gd name="adj" fmla="val 4810"/>
            </a:avLst>
          </a:prstGeom>
          <a:solidFill>
            <a:srgbClr val="264259"/>
          </a:solidFill>
          <a:ln w="63500">
            <a:solidFill>
              <a:schemeClr val="tx2">
                <a:lumMod val="50000"/>
              </a:schemeClr>
            </a:solidFill>
          </a:ln>
          <a:effectLst>
            <a:outerShdw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6" name="양쪽 모서리가 둥근 사각형 5"/>
          <p:cNvSpPr/>
          <p:nvPr/>
        </p:nvSpPr>
        <p:spPr>
          <a:xfrm rot="5400000">
            <a:off x="3271463" y="-2062957"/>
            <a:ext cx="6192000" cy="11001376"/>
          </a:xfrm>
          <a:prstGeom prst="round2SameRect">
            <a:avLst>
              <a:gd name="adj1" fmla="val 4506"/>
              <a:gd name="adj2" fmla="val 0"/>
            </a:avLst>
          </a:prstGeom>
          <a:solidFill>
            <a:schemeClr val="bg1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5" name="자유형 14"/>
          <p:cNvSpPr/>
          <p:nvPr/>
        </p:nvSpPr>
        <p:spPr>
          <a:xfrm>
            <a:off x="1574800" y="1863725"/>
            <a:ext cx="73025" cy="85725"/>
          </a:xfrm>
          <a:custGeom>
            <a:avLst/>
            <a:gdLst>
              <a:gd name="connsiteX0" fmla="*/ 0 w 73025"/>
              <a:gd name="connsiteY0" fmla="*/ 31750 h 85725"/>
              <a:gd name="connsiteX1" fmla="*/ 31750 w 73025"/>
              <a:gd name="connsiteY1" fmla="*/ 85725 h 85725"/>
              <a:gd name="connsiteX2" fmla="*/ 73025 w 73025"/>
              <a:gd name="connsiteY2" fmla="*/ 0 h 85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3025" h="85725">
                <a:moveTo>
                  <a:pt x="0" y="31750"/>
                </a:moveTo>
                <a:lnTo>
                  <a:pt x="31750" y="85725"/>
                </a:lnTo>
                <a:lnTo>
                  <a:pt x="73025" y="0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9" name="Freeform 9"/>
          <p:cNvSpPr/>
          <p:nvPr/>
        </p:nvSpPr>
        <p:spPr>
          <a:xfrm>
            <a:off x="477298" y="2470961"/>
            <a:ext cx="141676" cy="186968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lvl="0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23" name="Freeform 36"/>
          <p:cNvSpPr>
            <a:spLocks noEditPoints="1"/>
          </p:cNvSpPr>
          <p:nvPr/>
        </p:nvSpPr>
        <p:spPr>
          <a:xfrm>
            <a:off x="491434" y="4397002"/>
            <a:ext cx="113404" cy="190736"/>
          </a:xfrm>
          <a:custGeom>
            <a:avLst/>
            <a:gdLst>
              <a:gd name="T0" fmla="*/ 937 w 1926"/>
              <a:gd name="T1" fmla="*/ 3639 h 4045"/>
              <a:gd name="T2" fmla="*/ 893 w 1926"/>
              <a:gd name="T3" fmla="*/ 3665 h 4045"/>
              <a:gd name="T4" fmla="*/ 863 w 1926"/>
              <a:gd name="T5" fmla="*/ 3712 h 4045"/>
              <a:gd name="T6" fmla="*/ 851 w 1926"/>
              <a:gd name="T7" fmla="*/ 3772 h 4045"/>
              <a:gd name="T8" fmla="*/ 863 w 1926"/>
              <a:gd name="T9" fmla="*/ 3832 h 4045"/>
              <a:gd name="T10" fmla="*/ 893 w 1926"/>
              <a:gd name="T11" fmla="*/ 3878 h 4045"/>
              <a:gd name="T12" fmla="*/ 937 w 1926"/>
              <a:gd name="T13" fmla="*/ 3905 h 4045"/>
              <a:gd name="T14" fmla="*/ 988 w 1926"/>
              <a:gd name="T15" fmla="*/ 3905 h 4045"/>
              <a:gd name="T16" fmla="*/ 1033 w 1926"/>
              <a:gd name="T17" fmla="*/ 3878 h 4045"/>
              <a:gd name="T18" fmla="*/ 1064 w 1926"/>
              <a:gd name="T19" fmla="*/ 3832 h 4045"/>
              <a:gd name="T20" fmla="*/ 1075 w 1926"/>
              <a:gd name="T21" fmla="*/ 3772 h 4045"/>
              <a:gd name="T22" fmla="*/ 1064 w 1926"/>
              <a:gd name="T23" fmla="*/ 3712 h 4045"/>
              <a:gd name="T24" fmla="*/ 1033 w 1926"/>
              <a:gd name="T25" fmla="*/ 3665 h 4045"/>
              <a:gd name="T26" fmla="*/ 988 w 1926"/>
              <a:gd name="T27" fmla="*/ 3639 h 4045"/>
              <a:gd name="T28" fmla="*/ 156 w 1926"/>
              <a:gd name="T29" fmla="*/ 434 h 4045"/>
              <a:gd name="T30" fmla="*/ 1770 w 1926"/>
              <a:gd name="T31" fmla="*/ 3540 h 4045"/>
              <a:gd name="T32" fmla="*/ 156 w 1926"/>
              <a:gd name="T33" fmla="*/ 434 h 4045"/>
              <a:gd name="T34" fmla="*/ 716 w 1926"/>
              <a:gd name="T35" fmla="*/ 200 h 4045"/>
              <a:gd name="T36" fmla="*/ 701 w 1926"/>
              <a:gd name="T37" fmla="*/ 217 h 4045"/>
              <a:gd name="T38" fmla="*/ 701 w 1926"/>
              <a:gd name="T39" fmla="*/ 243 h 4045"/>
              <a:gd name="T40" fmla="*/ 716 w 1926"/>
              <a:gd name="T41" fmla="*/ 260 h 4045"/>
              <a:gd name="T42" fmla="*/ 1199 w 1926"/>
              <a:gd name="T43" fmla="*/ 262 h 4045"/>
              <a:gd name="T44" fmla="*/ 1218 w 1926"/>
              <a:gd name="T45" fmla="*/ 254 h 4045"/>
              <a:gd name="T46" fmla="*/ 1226 w 1926"/>
              <a:gd name="T47" fmla="*/ 230 h 4045"/>
              <a:gd name="T48" fmla="*/ 1218 w 1926"/>
              <a:gd name="T49" fmla="*/ 207 h 4045"/>
              <a:gd name="T50" fmla="*/ 1199 w 1926"/>
              <a:gd name="T51" fmla="*/ 197 h 4045"/>
              <a:gd name="T52" fmla="*/ 224 w 1926"/>
              <a:gd name="T53" fmla="*/ 0 h 4045"/>
              <a:gd name="T54" fmla="*/ 1738 w 1926"/>
              <a:gd name="T55" fmla="*/ 4 h 4045"/>
              <a:gd name="T56" fmla="*/ 1805 w 1926"/>
              <a:gd name="T57" fmla="*/ 31 h 4045"/>
              <a:gd name="T58" fmla="*/ 1860 w 1926"/>
              <a:gd name="T59" fmla="*/ 81 h 4045"/>
              <a:gd name="T60" fmla="*/ 1900 w 1926"/>
              <a:gd name="T61" fmla="*/ 148 h 4045"/>
              <a:gd name="T62" fmla="*/ 1923 w 1926"/>
              <a:gd name="T63" fmla="*/ 229 h 4045"/>
              <a:gd name="T64" fmla="*/ 1926 w 1926"/>
              <a:gd name="T65" fmla="*/ 3772 h 4045"/>
              <a:gd name="T66" fmla="*/ 1915 w 1926"/>
              <a:gd name="T67" fmla="*/ 3857 h 4045"/>
              <a:gd name="T68" fmla="*/ 1882 w 1926"/>
              <a:gd name="T69" fmla="*/ 3932 h 4045"/>
              <a:gd name="T70" fmla="*/ 1834 w 1926"/>
              <a:gd name="T71" fmla="*/ 3992 h 4045"/>
              <a:gd name="T72" fmla="*/ 1773 w 1926"/>
              <a:gd name="T73" fmla="*/ 4032 h 4045"/>
              <a:gd name="T74" fmla="*/ 1702 w 1926"/>
              <a:gd name="T75" fmla="*/ 4045 h 4045"/>
              <a:gd name="T76" fmla="*/ 188 w 1926"/>
              <a:gd name="T77" fmla="*/ 4041 h 4045"/>
              <a:gd name="T78" fmla="*/ 122 w 1926"/>
              <a:gd name="T79" fmla="*/ 4014 h 4045"/>
              <a:gd name="T80" fmla="*/ 66 w 1926"/>
              <a:gd name="T81" fmla="*/ 3964 h 4045"/>
              <a:gd name="T82" fmla="*/ 25 w 1926"/>
              <a:gd name="T83" fmla="*/ 3897 h 4045"/>
              <a:gd name="T84" fmla="*/ 3 w 1926"/>
              <a:gd name="T85" fmla="*/ 3816 h 4045"/>
              <a:gd name="T86" fmla="*/ 0 w 1926"/>
              <a:gd name="T87" fmla="*/ 273 h 4045"/>
              <a:gd name="T88" fmla="*/ 12 w 1926"/>
              <a:gd name="T89" fmla="*/ 188 h 4045"/>
              <a:gd name="T90" fmla="*/ 43 w 1926"/>
              <a:gd name="T91" fmla="*/ 113 h 4045"/>
              <a:gd name="T92" fmla="*/ 92 w 1926"/>
              <a:gd name="T93" fmla="*/ 53 h 4045"/>
              <a:gd name="T94" fmla="*/ 154 w 1926"/>
              <a:gd name="T95" fmla="*/ 13 h 4045"/>
              <a:gd name="T96" fmla="*/ 224 w 1926"/>
              <a:gd name="T97" fmla="*/ 0 h 40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926" h="4045">
                <a:moveTo>
                  <a:pt x="963" y="3636"/>
                </a:moveTo>
                <a:lnTo>
                  <a:pt x="937" y="3639"/>
                </a:lnTo>
                <a:lnTo>
                  <a:pt x="914" y="3649"/>
                </a:lnTo>
                <a:lnTo>
                  <a:pt x="893" y="3665"/>
                </a:lnTo>
                <a:lnTo>
                  <a:pt x="876" y="3686"/>
                </a:lnTo>
                <a:lnTo>
                  <a:pt x="863" y="3712"/>
                </a:lnTo>
                <a:lnTo>
                  <a:pt x="854" y="3741"/>
                </a:lnTo>
                <a:lnTo>
                  <a:pt x="851" y="3772"/>
                </a:lnTo>
                <a:lnTo>
                  <a:pt x="854" y="3804"/>
                </a:lnTo>
                <a:lnTo>
                  <a:pt x="863" y="3832"/>
                </a:lnTo>
                <a:lnTo>
                  <a:pt x="876" y="3857"/>
                </a:lnTo>
                <a:lnTo>
                  <a:pt x="893" y="3878"/>
                </a:lnTo>
                <a:lnTo>
                  <a:pt x="914" y="3894"/>
                </a:lnTo>
                <a:lnTo>
                  <a:pt x="937" y="3905"/>
                </a:lnTo>
                <a:lnTo>
                  <a:pt x="963" y="3909"/>
                </a:lnTo>
                <a:lnTo>
                  <a:pt x="988" y="3905"/>
                </a:lnTo>
                <a:lnTo>
                  <a:pt x="1013" y="3894"/>
                </a:lnTo>
                <a:lnTo>
                  <a:pt x="1033" y="3878"/>
                </a:lnTo>
                <a:lnTo>
                  <a:pt x="1051" y="3857"/>
                </a:lnTo>
                <a:lnTo>
                  <a:pt x="1064" y="3832"/>
                </a:lnTo>
                <a:lnTo>
                  <a:pt x="1072" y="3804"/>
                </a:lnTo>
                <a:lnTo>
                  <a:pt x="1075" y="3772"/>
                </a:lnTo>
                <a:lnTo>
                  <a:pt x="1072" y="3741"/>
                </a:lnTo>
                <a:lnTo>
                  <a:pt x="1064" y="3712"/>
                </a:lnTo>
                <a:lnTo>
                  <a:pt x="1051" y="3686"/>
                </a:lnTo>
                <a:lnTo>
                  <a:pt x="1033" y="3665"/>
                </a:lnTo>
                <a:lnTo>
                  <a:pt x="1013" y="3649"/>
                </a:lnTo>
                <a:lnTo>
                  <a:pt x="988" y="3639"/>
                </a:lnTo>
                <a:lnTo>
                  <a:pt x="963" y="3636"/>
                </a:lnTo>
                <a:close/>
                <a:moveTo>
                  <a:pt x="156" y="434"/>
                </a:moveTo>
                <a:lnTo>
                  <a:pt x="156" y="3540"/>
                </a:lnTo>
                <a:lnTo>
                  <a:pt x="1770" y="3540"/>
                </a:lnTo>
                <a:lnTo>
                  <a:pt x="1770" y="434"/>
                </a:lnTo>
                <a:lnTo>
                  <a:pt x="156" y="434"/>
                </a:lnTo>
                <a:close/>
                <a:moveTo>
                  <a:pt x="727" y="197"/>
                </a:moveTo>
                <a:lnTo>
                  <a:pt x="716" y="200"/>
                </a:lnTo>
                <a:lnTo>
                  <a:pt x="707" y="207"/>
                </a:lnTo>
                <a:lnTo>
                  <a:pt x="701" y="217"/>
                </a:lnTo>
                <a:lnTo>
                  <a:pt x="699" y="230"/>
                </a:lnTo>
                <a:lnTo>
                  <a:pt x="701" y="243"/>
                </a:lnTo>
                <a:lnTo>
                  <a:pt x="707" y="254"/>
                </a:lnTo>
                <a:lnTo>
                  <a:pt x="716" y="260"/>
                </a:lnTo>
                <a:lnTo>
                  <a:pt x="727" y="262"/>
                </a:lnTo>
                <a:lnTo>
                  <a:pt x="1199" y="262"/>
                </a:lnTo>
                <a:lnTo>
                  <a:pt x="1210" y="260"/>
                </a:lnTo>
                <a:lnTo>
                  <a:pt x="1218" y="254"/>
                </a:lnTo>
                <a:lnTo>
                  <a:pt x="1224" y="243"/>
                </a:lnTo>
                <a:lnTo>
                  <a:pt x="1226" y="230"/>
                </a:lnTo>
                <a:lnTo>
                  <a:pt x="1224" y="217"/>
                </a:lnTo>
                <a:lnTo>
                  <a:pt x="1218" y="207"/>
                </a:lnTo>
                <a:lnTo>
                  <a:pt x="1210" y="200"/>
                </a:lnTo>
                <a:lnTo>
                  <a:pt x="1199" y="197"/>
                </a:lnTo>
                <a:lnTo>
                  <a:pt x="727" y="197"/>
                </a:lnTo>
                <a:close/>
                <a:moveTo>
                  <a:pt x="224" y="0"/>
                </a:moveTo>
                <a:lnTo>
                  <a:pt x="1702" y="0"/>
                </a:lnTo>
                <a:lnTo>
                  <a:pt x="1738" y="4"/>
                </a:lnTo>
                <a:lnTo>
                  <a:pt x="1773" y="13"/>
                </a:lnTo>
                <a:lnTo>
                  <a:pt x="1805" y="31"/>
                </a:lnTo>
                <a:lnTo>
                  <a:pt x="1834" y="53"/>
                </a:lnTo>
                <a:lnTo>
                  <a:pt x="1860" y="81"/>
                </a:lnTo>
                <a:lnTo>
                  <a:pt x="1882" y="113"/>
                </a:lnTo>
                <a:lnTo>
                  <a:pt x="1900" y="148"/>
                </a:lnTo>
                <a:lnTo>
                  <a:pt x="1915" y="188"/>
                </a:lnTo>
                <a:lnTo>
                  <a:pt x="1923" y="229"/>
                </a:lnTo>
                <a:lnTo>
                  <a:pt x="1926" y="273"/>
                </a:lnTo>
                <a:lnTo>
                  <a:pt x="1926" y="3772"/>
                </a:lnTo>
                <a:lnTo>
                  <a:pt x="1923" y="3816"/>
                </a:lnTo>
                <a:lnTo>
                  <a:pt x="1915" y="3857"/>
                </a:lnTo>
                <a:lnTo>
                  <a:pt x="1900" y="3897"/>
                </a:lnTo>
                <a:lnTo>
                  <a:pt x="1882" y="3932"/>
                </a:lnTo>
                <a:lnTo>
                  <a:pt x="1860" y="3964"/>
                </a:lnTo>
                <a:lnTo>
                  <a:pt x="1834" y="3992"/>
                </a:lnTo>
                <a:lnTo>
                  <a:pt x="1805" y="4014"/>
                </a:lnTo>
                <a:lnTo>
                  <a:pt x="1773" y="4032"/>
                </a:lnTo>
                <a:lnTo>
                  <a:pt x="1738" y="4041"/>
                </a:lnTo>
                <a:lnTo>
                  <a:pt x="1702" y="4045"/>
                </a:lnTo>
                <a:lnTo>
                  <a:pt x="224" y="4045"/>
                </a:lnTo>
                <a:lnTo>
                  <a:pt x="188" y="4041"/>
                </a:lnTo>
                <a:lnTo>
                  <a:pt x="154" y="4032"/>
                </a:lnTo>
                <a:lnTo>
                  <a:pt x="122" y="4014"/>
                </a:lnTo>
                <a:lnTo>
                  <a:pt x="92" y="3992"/>
                </a:lnTo>
                <a:lnTo>
                  <a:pt x="66" y="3964"/>
                </a:lnTo>
                <a:lnTo>
                  <a:pt x="43" y="3932"/>
                </a:lnTo>
                <a:lnTo>
                  <a:pt x="25" y="3897"/>
                </a:lnTo>
                <a:lnTo>
                  <a:pt x="12" y="3857"/>
                </a:lnTo>
                <a:lnTo>
                  <a:pt x="3" y="3816"/>
                </a:lnTo>
                <a:lnTo>
                  <a:pt x="0" y="3772"/>
                </a:lnTo>
                <a:lnTo>
                  <a:pt x="0" y="273"/>
                </a:lnTo>
                <a:lnTo>
                  <a:pt x="3" y="229"/>
                </a:lnTo>
                <a:lnTo>
                  <a:pt x="12" y="188"/>
                </a:lnTo>
                <a:lnTo>
                  <a:pt x="25" y="148"/>
                </a:lnTo>
                <a:lnTo>
                  <a:pt x="43" y="113"/>
                </a:lnTo>
                <a:lnTo>
                  <a:pt x="66" y="81"/>
                </a:lnTo>
                <a:lnTo>
                  <a:pt x="92" y="53"/>
                </a:lnTo>
                <a:lnTo>
                  <a:pt x="122" y="31"/>
                </a:lnTo>
                <a:lnTo>
                  <a:pt x="154" y="13"/>
                </a:lnTo>
                <a:lnTo>
                  <a:pt x="188" y="4"/>
                </a:lnTo>
                <a:lnTo>
                  <a:pt x="224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lvl="0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24" name="자유형 23"/>
          <p:cNvSpPr/>
          <p:nvPr/>
        </p:nvSpPr>
        <p:spPr>
          <a:xfrm>
            <a:off x="462778" y="3768685"/>
            <a:ext cx="170716" cy="149410"/>
          </a:xfrm>
          <a:custGeom>
            <a:avLst/>
            <a:gdLst>
              <a:gd name="connsiteX0" fmla="*/ 149021 w 448462"/>
              <a:gd name="connsiteY0" fmla="*/ 328125 h 392491"/>
              <a:gd name="connsiteX1" fmla="*/ 210588 w 448462"/>
              <a:gd name="connsiteY1" fmla="*/ 357224 h 392491"/>
              <a:gd name="connsiteX2" fmla="*/ 160375 w 448462"/>
              <a:gd name="connsiteY2" fmla="*/ 391211 h 392491"/>
              <a:gd name="connsiteX3" fmla="*/ 158502 w 448462"/>
              <a:gd name="connsiteY3" fmla="*/ 392025 h 392491"/>
              <a:gd name="connsiteX4" fmla="*/ 156629 w 448462"/>
              <a:gd name="connsiteY4" fmla="*/ 392491 h 392491"/>
              <a:gd name="connsiteX5" fmla="*/ 154757 w 448462"/>
              <a:gd name="connsiteY5" fmla="*/ 392375 h 392491"/>
              <a:gd name="connsiteX6" fmla="*/ 153001 w 448462"/>
              <a:gd name="connsiteY6" fmla="*/ 391676 h 392491"/>
              <a:gd name="connsiteX7" fmla="*/ 151362 w 448462"/>
              <a:gd name="connsiteY7" fmla="*/ 390396 h 392491"/>
              <a:gd name="connsiteX8" fmla="*/ 150075 w 448462"/>
              <a:gd name="connsiteY8" fmla="*/ 388883 h 392491"/>
              <a:gd name="connsiteX9" fmla="*/ 149255 w 448462"/>
              <a:gd name="connsiteY9" fmla="*/ 387137 h 392491"/>
              <a:gd name="connsiteX10" fmla="*/ 149021 w 448462"/>
              <a:gd name="connsiteY10" fmla="*/ 385158 h 392491"/>
              <a:gd name="connsiteX11" fmla="*/ 441235 w 448462"/>
              <a:gd name="connsiteY11" fmla="*/ 0 h 392491"/>
              <a:gd name="connsiteX12" fmla="*/ 442983 w 448462"/>
              <a:gd name="connsiteY12" fmla="*/ 233 h 392491"/>
              <a:gd name="connsiteX13" fmla="*/ 444615 w 448462"/>
              <a:gd name="connsiteY13" fmla="*/ 816 h 392491"/>
              <a:gd name="connsiteX14" fmla="*/ 446131 w 448462"/>
              <a:gd name="connsiteY14" fmla="*/ 1866 h 392491"/>
              <a:gd name="connsiteX15" fmla="*/ 447530 w 448462"/>
              <a:gd name="connsiteY15" fmla="*/ 3615 h 392491"/>
              <a:gd name="connsiteX16" fmla="*/ 448346 w 448462"/>
              <a:gd name="connsiteY16" fmla="*/ 5714 h 392491"/>
              <a:gd name="connsiteX17" fmla="*/ 448462 w 448462"/>
              <a:gd name="connsiteY17" fmla="*/ 7696 h 392491"/>
              <a:gd name="connsiteX18" fmla="*/ 447879 w 448462"/>
              <a:gd name="connsiteY18" fmla="*/ 9911 h 392491"/>
              <a:gd name="connsiteX19" fmla="*/ 307990 w 448462"/>
              <a:gd name="connsiteY19" fmla="*/ 362641 h 392491"/>
              <a:gd name="connsiteX20" fmla="*/ 306708 w 448462"/>
              <a:gd name="connsiteY20" fmla="*/ 364973 h 392491"/>
              <a:gd name="connsiteX21" fmla="*/ 305076 w 448462"/>
              <a:gd name="connsiteY21" fmla="*/ 366955 h 392491"/>
              <a:gd name="connsiteX22" fmla="*/ 303094 w 448462"/>
              <a:gd name="connsiteY22" fmla="*/ 368588 h 392491"/>
              <a:gd name="connsiteX23" fmla="*/ 300646 w 448462"/>
              <a:gd name="connsiteY23" fmla="*/ 369870 h 392491"/>
              <a:gd name="connsiteX24" fmla="*/ 298314 w 448462"/>
              <a:gd name="connsiteY24" fmla="*/ 370570 h 392491"/>
              <a:gd name="connsiteX25" fmla="*/ 295983 w 448462"/>
              <a:gd name="connsiteY25" fmla="*/ 370803 h 392491"/>
              <a:gd name="connsiteX26" fmla="*/ 293068 w 448462"/>
              <a:gd name="connsiteY26" fmla="*/ 370453 h 392491"/>
              <a:gd name="connsiteX27" fmla="*/ 290387 w 448462"/>
              <a:gd name="connsiteY27" fmla="*/ 369404 h 392491"/>
              <a:gd name="connsiteX28" fmla="*/ 148982 w 448462"/>
              <a:gd name="connsiteY28" fmla="*/ 302123 h 392491"/>
              <a:gd name="connsiteX29" fmla="*/ 347858 w 448462"/>
              <a:gd name="connsiteY29" fmla="*/ 102379 h 392491"/>
              <a:gd name="connsiteX30" fmla="*/ 120771 w 448462"/>
              <a:gd name="connsiteY30" fmla="*/ 288830 h 392491"/>
              <a:gd name="connsiteX31" fmla="*/ 7344 w 448462"/>
              <a:gd name="connsiteY31" fmla="*/ 234842 h 392491"/>
              <a:gd name="connsiteX32" fmla="*/ 4896 w 448462"/>
              <a:gd name="connsiteY32" fmla="*/ 233209 h 392491"/>
              <a:gd name="connsiteX33" fmla="*/ 2798 w 448462"/>
              <a:gd name="connsiteY33" fmla="*/ 231227 h 392491"/>
              <a:gd name="connsiteX34" fmla="*/ 1282 w 448462"/>
              <a:gd name="connsiteY34" fmla="*/ 228895 h 392491"/>
              <a:gd name="connsiteX35" fmla="*/ 349 w 448462"/>
              <a:gd name="connsiteY35" fmla="*/ 226213 h 392491"/>
              <a:gd name="connsiteX36" fmla="*/ 0 w 448462"/>
              <a:gd name="connsiteY36" fmla="*/ 223298 h 392491"/>
              <a:gd name="connsiteX37" fmla="*/ 233 w 448462"/>
              <a:gd name="connsiteY37" fmla="*/ 220499 h 392491"/>
              <a:gd name="connsiteX38" fmla="*/ 1165 w 448462"/>
              <a:gd name="connsiteY38" fmla="*/ 217701 h 392491"/>
              <a:gd name="connsiteX39" fmla="*/ 2681 w 448462"/>
              <a:gd name="connsiteY39" fmla="*/ 215252 h 392491"/>
              <a:gd name="connsiteX40" fmla="*/ 4779 w 448462"/>
              <a:gd name="connsiteY40" fmla="*/ 213270 h 392491"/>
              <a:gd name="connsiteX41" fmla="*/ 7227 w 448462"/>
              <a:gd name="connsiteY41" fmla="*/ 211754 h 392491"/>
              <a:gd name="connsiteX42" fmla="*/ 437971 w 448462"/>
              <a:gd name="connsiteY42" fmla="*/ 583 h 392491"/>
              <a:gd name="connsiteX43" fmla="*/ 439603 w 448462"/>
              <a:gd name="connsiteY43" fmla="*/ 117 h 392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448462" h="392491">
                <a:moveTo>
                  <a:pt x="149021" y="328125"/>
                </a:moveTo>
                <a:lnTo>
                  <a:pt x="210588" y="357224"/>
                </a:lnTo>
                <a:lnTo>
                  <a:pt x="160375" y="391211"/>
                </a:lnTo>
                <a:lnTo>
                  <a:pt x="158502" y="392025"/>
                </a:lnTo>
                <a:lnTo>
                  <a:pt x="156629" y="392491"/>
                </a:lnTo>
                <a:lnTo>
                  <a:pt x="154757" y="392375"/>
                </a:lnTo>
                <a:lnTo>
                  <a:pt x="153001" y="391676"/>
                </a:lnTo>
                <a:lnTo>
                  <a:pt x="151362" y="390396"/>
                </a:lnTo>
                <a:lnTo>
                  <a:pt x="150075" y="388883"/>
                </a:lnTo>
                <a:lnTo>
                  <a:pt x="149255" y="387137"/>
                </a:lnTo>
                <a:lnTo>
                  <a:pt x="149021" y="385158"/>
                </a:lnTo>
                <a:close/>
                <a:moveTo>
                  <a:pt x="441235" y="0"/>
                </a:moveTo>
                <a:lnTo>
                  <a:pt x="442983" y="233"/>
                </a:lnTo>
                <a:lnTo>
                  <a:pt x="444615" y="816"/>
                </a:lnTo>
                <a:lnTo>
                  <a:pt x="446131" y="1866"/>
                </a:lnTo>
                <a:lnTo>
                  <a:pt x="447530" y="3615"/>
                </a:lnTo>
                <a:lnTo>
                  <a:pt x="448346" y="5714"/>
                </a:lnTo>
                <a:lnTo>
                  <a:pt x="448462" y="7696"/>
                </a:lnTo>
                <a:lnTo>
                  <a:pt x="447879" y="9911"/>
                </a:lnTo>
                <a:lnTo>
                  <a:pt x="307990" y="362641"/>
                </a:lnTo>
                <a:lnTo>
                  <a:pt x="306708" y="364973"/>
                </a:lnTo>
                <a:lnTo>
                  <a:pt x="305076" y="366955"/>
                </a:lnTo>
                <a:lnTo>
                  <a:pt x="303094" y="368588"/>
                </a:lnTo>
                <a:lnTo>
                  <a:pt x="300646" y="369870"/>
                </a:lnTo>
                <a:lnTo>
                  <a:pt x="298314" y="370570"/>
                </a:lnTo>
                <a:lnTo>
                  <a:pt x="295983" y="370803"/>
                </a:lnTo>
                <a:lnTo>
                  <a:pt x="293068" y="370453"/>
                </a:lnTo>
                <a:lnTo>
                  <a:pt x="290387" y="369404"/>
                </a:lnTo>
                <a:lnTo>
                  <a:pt x="148982" y="302123"/>
                </a:lnTo>
                <a:lnTo>
                  <a:pt x="347858" y="102379"/>
                </a:lnTo>
                <a:lnTo>
                  <a:pt x="120771" y="288830"/>
                </a:lnTo>
                <a:lnTo>
                  <a:pt x="7344" y="234842"/>
                </a:lnTo>
                <a:lnTo>
                  <a:pt x="4896" y="233209"/>
                </a:lnTo>
                <a:lnTo>
                  <a:pt x="2798" y="231227"/>
                </a:lnTo>
                <a:lnTo>
                  <a:pt x="1282" y="228895"/>
                </a:lnTo>
                <a:lnTo>
                  <a:pt x="349" y="226213"/>
                </a:lnTo>
                <a:lnTo>
                  <a:pt x="0" y="223298"/>
                </a:lnTo>
                <a:lnTo>
                  <a:pt x="233" y="220499"/>
                </a:lnTo>
                <a:lnTo>
                  <a:pt x="1165" y="217701"/>
                </a:lnTo>
                <a:lnTo>
                  <a:pt x="2681" y="215252"/>
                </a:lnTo>
                <a:lnTo>
                  <a:pt x="4779" y="213270"/>
                </a:lnTo>
                <a:lnTo>
                  <a:pt x="7227" y="211754"/>
                </a:lnTo>
                <a:lnTo>
                  <a:pt x="437971" y="583"/>
                </a:lnTo>
                <a:lnTo>
                  <a:pt x="439603" y="117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noAutofit/>
          </a:bodyPr>
          <a:lstStyle/>
          <a:p>
            <a:pPr lvl="0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25" name="Freeform 6"/>
          <p:cNvSpPr/>
          <p:nvPr/>
        </p:nvSpPr>
        <p:spPr>
          <a:xfrm rot="10800000" flipH="1" flipV="1">
            <a:off x="461886" y="3136838"/>
            <a:ext cx="172500" cy="152938"/>
          </a:xfrm>
          <a:custGeom>
            <a:avLst/>
            <a:gdLst>
              <a:gd name="T0" fmla="*/ 2689 w 3491"/>
              <a:gd name="T1" fmla="*/ 15 h 3097"/>
              <a:gd name="T2" fmla="*/ 2963 w 3491"/>
              <a:gd name="T3" fmla="*/ 108 h 3097"/>
              <a:gd name="T4" fmla="*/ 3204 w 3491"/>
              <a:gd name="T5" fmla="*/ 281 h 3097"/>
              <a:gd name="T6" fmla="*/ 3382 w 3491"/>
              <a:gd name="T7" fmla="*/ 518 h 3097"/>
              <a:gd name="T8" fmla="*/ 3475 w 3491"/>
              <a:gd name="T9" fmla="*/ 786 h 3097"/>
              <a:gd name="T10" fmla="*/ 3486 w 3491"/>
              <a:gd name="T11" fmla="*/ 1066 h 3097"/>
              <a:gd name="T12" fmla="*/ 3413 w 3491"/>
              <a:gd name="T13" fmla="*/ 1339 h 3097"/>
              <a:gd name="T14" fmla="*/ 3256 w 3491"/>
              <a:gd name="T15" fmla="*/ 1586 h 3097"/>
              <a:gd name="T16" fmla="*/ 1965 w 3491"/>
              <a:gd name="T17" fmla="*/ 2838 h 3097"/>
              <a:gd name="T18" fmla="*/ 1873 w 3491"/>
              <a:gd name="T19" fmla="*/ 2828 h 3097"/>
              <a:gd name="T20" fmla="*/ 1821 w 3491"/>
              <a:gd name="T21" fmla="*/ 2749 h 3097"/>
              <a:gd name="T22" fmla="*/ 1853 w 3491"/>
              <a:gd name="T23" fmla="*/ 2662 h 3097"/>
              <a:gd name="T24" fmla="*/ 3153 w 3491"/>
              <a:gd name="T25" fmla="*/ 1355 h 3097"/>
              <a:gd name="T26" fmla="*/ 3242 w 3491"/>
              <a:gd name="T27" fmla="*/ 1126 h 3097"/>
              <a:gd name="T28" fmla="*/ 3253 w 3491"/>
              <a:gd name="T29" fmla="*/ 885 h 3097"/>
              <a:gd name="T30" fmla="*/ 3183 w 3491"/>
              <a:gd name="T31" fmla="*/ 653 h 3097"/>
              <a:gd name="T32" fmla="*/ 3035 w 3491"/>
              <a:gd name="T33" fmla="*/ 448 h 3097"/>
              <a:gd name="T34" fmla="*/ 2825 w 3491"/>
              <a:gd name="T35" fmla="*/ 301 h 3097"/>
              <a:gd name="T36" fmla="*/ 2586 w 3491"/>
              <a:gd name="T37" fmla="*/ 234 h 3097"/>
              <a:gd name="T38" fmla="*/ 2340 w 3491"/>
              <a:gd name="T39" fmla="*/ 243 h 3097"/>
              <a:gd name="T40" fmla="*/ 2108 w 3491"/>
              <a:gd name="T41" fmla="*/ 331 h 3097"/>
              <a:gd name="T42" fmla="*/ 378 w 3491"/>
              <a:gd name="T43" fmla="*/ 1972 h 3097"/>
              <a:gd name="T44" fmla="*/ 258 w 3491"/>
              <a:gd name="T45" fmla="*/ 2149 h 3097"/>
              <a:gd name="T46" fmla="*/ 218 w 3491"/>
              <a:gd name="T47" fmla="*/ 2350 h 3097"/>
              <a:gd name="T48" fmla="*/ 258 w 3491"/>
              <a:gd name="T49" fmla="*/ 2551 h 3097"/>
              <a:gd name="T50" fmla="*/ 378 w 3491"/>
              <a:gd name="T51" fmla="*/ 2728 h 3097"/>
              <a:gd name="T52" fmla="*/ 558 w 3491"/>
              <a:gd name="T53" fmla="*/ 2846 h 3097"/>
              <a:gd name="T54" fmla="*/ 763 w 3491"/>
              <a:gd name="T55" fmla="*/ 2885 h 3097"/>
              <a:gd name="T56" fmla="*/ 968 w 3491"/>
              <a:gd name="T57" fmla="*/ 2846 h 3097"/>
              <a:gd name="T58" fmla="*/ 1149 w 3491"/>
              <a:gd name="T59" fmla="*/ 2728 h 3097"/>
              <a:gd name="T60" fmla="*/ 2809 w 3491"/>
              <a:gd name="T61" fmla="*/ 1091 h 3097"/>
              <a:gd name="T62" fmla="*/ 2837 w 3491"/>
              <a:gd name="T63" fmla="*/ 942 h 3097"/>
              <a:gd name="T64" fmla="*/ 2791 w 3491"/>
              <a:gd name="T65" fmla="*/ 797 h 3097"/>
              <a:gd name="T66" fmla="*/ 2677 w 3491"/>
              <a:gd name="T67" fmla="*/ 685 h 3097"/>
              <a:gd name="T68" fmla="*/ 2528 w 3491"/>
              <a:gd name="T69" fmla="*/ 641 h 3097"/>
              <a:gd name="T70" fmla="*/ 2377 w 3491"/>
              <a:gd name="T71" fmla="*/ 668 h 3097"/>
              <a:gd name="T72" fmla="*/ 1082 w 3491"/>
              <a:gd name="T73" fmla="*/ 1906 h 3097"/>
              <a:gd name="T74" fmla="*/ 992 w 3491"/>
              <a:gd name="T75" fmla="*/ 1937 h 3097"/>
              <a:gd name="T76" fmla="*/ 911 w 3491"/>
              <a:gd name="T77" fmla="*/ 1887 h 3097"/>
              <a:gd name="T78" fmla="*/ 900 w 3491"/>
              <a:gd name="T79" fmla="*/ 1796 h 3097"/>
              <a:gd name="T80" fmla="*/ 2165 w 3491"/>
              <a:gd name="T81" fmla="*/ 546 h 3097"/>
              <a:gd name="T82" fmla="*/ 2354 w 3491"/>
              <a:gd name="T83" fmla="*/ 449 h 3097"/>
              <a:gd name="T84" fmla="*/ 2562 w 3491"/>
              <a:gd name="T85" fmla="*/ 429 h 3097"/>
              <a:gd name="T86" fmla="*/ 2763 w 3491"/>
              <a:gd name="T87" fmla="*/ 488 h 3097"/>
              <a:gd name="T88" fmla="*/ 2932 w 3491"/>
              <a:gd name="T89" fmla="*/ 623 h 3097"/>
              <a:gd name="T90" fmla="*/ 3032 w 3491"/>
              <a:gd name="T91" fmla="*/ 809 h 3097"/>
              <a:gd name="T92" fmla="*/ 3053 w 3491"/>
              <a:gd name="T93" fmla="*/ 1012 h 3097"/>
              <a:gd name="T94" fmla="*/ 2993 w 3491"/>
              <a:gd name="T95" fmla="*/ 1209 h 3097"/>
              <a:gd name="T96" fmla="*/ 1303 w 3491"/>
              <a:gd name="T97" fmla="*/ 2879 h 3097"/>
              <a:gd name="T98" fmla="*/ 1094 w 3491"/>
              <a:gd name="T99" fmla="*/ 3025 h 3097"/>
              <a:gd name="T100" fmla="*/ 855 w 3491"/>
              <a:gd name="T101" fmla="*/ 3092 h 3097"/>
              <a:gd name="T102" fmla="*/ 609 w 3491"/>
              <a:gd name="T103" fmla="*/ 3083 h 3097"/>
              <a:gd name="T104" fmla="*/ 377 w 3491"/>
              <a:gd name="T105" fmla="*/ 2995 h 3097"/>
              <a:gd name="T106" fmla="*/ 178 w 3491"/>
              <a:gd name="T107" fmla="*/ 2832 h 3097"/>
              <a:gd name="T108" fmla="*/ 51 w 3491"/>
              <a:gd name="T109" fmla="*/ 2617 h 3097"/>
              <a:gd name="T110" fmla="*/ 0 w 3491"/>
              <a:gd name="T111" fmla="*/ 2381 h 3097"/>
              <a:gd name="T112" fmla="*/ 30 w 3491"/>
              <a:gd name="T113" fmla="*/ 2141 h 3097"/>
              <a:gd name="T114" fmla="*/ 139 w 3491"/>
              <a:gd name="T115" fmla="*/ 1920 h 3097"/>
              <a:gd name="T116" fmla="*/ 1872 w 3491"/>
              <a:gd name="T117" fmla="*/ 230 h 3097"/>
              <a:gd name="T118" fmla="*/ 2123 w 3491"/>
              <a:gd name="T119" fmla="*/ 76 h 3097"/>
              <a:gd name="T120" fmla="*/ 2402 w 3491"/>
              <a:gd name="T121" fmla="*/ 5 h 30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3491" h="3097">
                <a:moveTo>
                  <a:pt x="2474" y="0"/>
                </a:moveTo>
                <a:lnTo>
                  <a:pt x="2546" y="0"/>
                </a:lnTo>
                <a:lnTo>
                  <a:pt x="2618" y="5"/>
                </a:lnTo>
                <a:lnTo>
                  <a:pt x="2689" y="15"/>
                </a:lnTo>
                <a:lnTo>
                  <a:pt x="2758" y="31"/>
                </a:lnTo>
                <a:lnTo>
                  <a:pt x="2828" y="51"/>
                </a:lnTo>
                <a:lnTo>
                  <a:pt x="2896" y="76"/>
                </a:lnTo>
                <a:lnTo>
                  <a:pt x="2963" y="108"/>
                </a:lnTo>
                <a:lnTo>
                  <a:pt x="3026" y="143"/>
                </a:lnTo>
                <a:lnTo>
                  <a:pt x="3088" y="183"/>
                </a:lnTo>
                <a:lnTo>
                  <a:pt x="3147" y="230"/>
                </a:lnTo>
                <a:lnTo>
                  <a:pt x="3204" y="281"/>
                </a:lnTo>
                <a:lnTo>
                  <a:pt x="3256" y="336"/>
                </a:lnTo>
                <a:lnTo>
                  <a:pt x="3303" y="394"/>
                </a:lnTo>
                <a:lnTo>
                  <a:pt x="3345" y="455"/>
                </a:lnTo>
                <a:lnTo>
                  <a:pt x="3382" y="518"/>
                </a:lnTo>
                <a:lnTo>
                  <a:pt x="3413" y="582"/>
                </a:lnTo>
                <a:lnTo>
                  <a:pt x="3439" y="650"/>
                </a:lnTo>
                <a:lnTo>
                  <a:pt x="3460" y="717"/>
                </a:lnTo>
                <a:lnTo>
                  <a:pt x="3475" y="786"/>
                </a:lnTo>
                <a:lnTo>
                  <a:pt x="3486" y="856"/>
                </a:lnTo>
                <a:lnTo>
                  <a:pt x="3491" y="926"/>
                </a:lnTo>
                <a:lnTo>
                  <a:pt x="3491" y="996"/>
                </a:lnTo>
                <a:lnTo>
                  <a:pt x="3486" y="1066"/>
                </a:lnTo>
                <a:lnTo>
                  <a:pt x="3475" y="1136"/>
                </a:lnTo>
                <a:lnTo>
                  <a:pt x="3460" y="1205"/>
                </a:lnTo>
                <a:lnTo>
                  <a:pt x="3439" y="1273"/>
                </a:lnTo>
                <a:lnTo>
                  <a:pt x="3413" y="1339"/>
                </a:lnTo>
                <a:lnTo>
                  <a:pt x="3382" y="1404"/>
                </a:lnTo>
                <a:lnTo>
                  <a:pt x="3345" y="1467"/>
                </a:lnTo>
                <a:lnTo>
                  <a:pt x="3303" y="1528"/>
                </a:lnTo>
                <a:lnTo>
                  <a:pt x="3256" y="1586"/>
                </a:lnTo>
                <a:lnTo>
                  <a:pt x="3204" y="1641"/>
                </a:lnTo>
                <a:lnTo>
                  <a:pt x="2007" y="2813"/>
                </a:lnTo>
                <a:lnTo>
                  <a:pt x="1988" y="2828"/>
                </a:lnTo>
                <a:lnTo>
                  <a:pt x="1965" y="2838"/>
                </a:lnTo>
                <a:lnTo>
                  <a:pt x="1942" y="2844"/>
                </a:lnTo>
                <a:lnTo>
                  <a:pt x="1918" y="2844"/>
                </a:lnTo>
                <a:lnTo>
                  <a:pt x="1894" y="2838"/>
                </a:lnTo>
                <a:lnTo>
                  <a:pt x="1873" y="2828"/>
                </a:lnTo>
                <a:lnTo>
                  <a:pt x="1853" y="2813"/>
                </a:lnTo>
                <a:lnTo>
                  <a:pt x="1837" y="2793"/>
                </a:lnTo>
                <a:lnTo>
                  <a:pt x="1827" y="2772"/>
                </a:lnTo>
                <a:lnTo>
                  <a:pt x="1821" y="2749"/>
                </a:lnTo>
                <a:lnTo>
                  <a:pt x="1821" y="2726"/>
                </a:lnTo>
                <a:lnTo>
                  <a:pt x="1827" y="2703"/>
                </a:lnTo>
                <a:lnTo>
                  <a:pt x="1837" y="2681"/>
                </a:lnTo>
                <a:lnTo>
                  <a:pt x="1853" y="2662"/>
                </a:lnTo>
                <a:lnTo>
                  <a:pt x="3035" y="1505"/>
                </a:lnTo>
                <a:lnTo>
                  <a:pt x="3079" y="1458"/>
                </a:lnTo>
                <a:lnTo>
                  <a:pt x="3118" y="1407"/>
                </a:lnTo>
                <a:lnTo>
                  <a:pt x="3153" y="1355"/>
                </a:lnTo>
                <a:lnTo>
                  <a:pt x="3183" y="1300"/>
                </a:lnTo>
                <a:lnTo>
                  <a:pt x="3208" y="1243"/>
                </a:lnTo>
                <a:lnTo>
                  <a:pt x="3228" y="1185"/>
                </a:lnTo>
                <a:lnTo>
                  <a:pt x="3242" y="1126"/>
                </a:lnTo>
                <a:lnTo>
                  <a:pt x="3253" y="1066"/>
                </a:lnTo>
                <a:lnTo>
                  <a:pt x="3257" y="1006"/>
                </a:lnTo>
                <a:lnTo>
                  <a:pt x="3257" y="946"/>
                </a:lnTo>
                <a:lnTo>
                  <a:pt x="3253" y="885"/>
                </a:lnTo>
                <a:lnTo>
                  <a:pt x="3242" y="826"/>
                </a:lnTo>
                <a:lnTo>
                  <a:pt x="3228" y="766"/>
                </a:lnTo>
                <a:lnTo>
                  <a:pt x="3208" y="709"/>
                </a:lnTo>
                <a:lnTo>
                  <a:pt x="3183" y="653"/>
                </a:lnTo>
                <a:lnTo>
                  <a:pt x="3153" y="598"/>
                </a:lnTo>
                <a:lnTo>
                  <a:pt x="3118" y="545"/>
                </a:lnTo>
                <a:lnTo>
                  <a:pt x="3079" y="495"/>
                </a:lnTo>
                <a:lnTo>
                  <a:pt x="3035" y="448"/>
                </a:lnTo>
                <a:lnTo>
                  <a:pt x="2985" y="403"/>
                </a:lnTo>
                <a:lnTo>
                  <a:pt x="2935" y="364"/>
                </a:lnTo>
                <a:lnTo>
                  <a:pt x="2881" y="331"/>
                </a:lnTo>
                <a:lnTo>
                  <a:pt x="2825" y="301"/>
                </a:lnTo>
                <a:lnTo>
                  <a:pt x="2767" y="277"/>
                </a:lnTo>
                <a:lnTo>
                  <a:pt x="2708" y="258"/>
                </a:lnTo>
                <a:lnTo>
                  <a:pt x="2648" y="243"/>
                </a:lnTo>
                <a:lnTo>
                  <a:pt x="2586" y="234"/>
                </a:lnTo>
                <a:lnTo>
                  <a:pt x="2525" y="229"/>
                </a:lnTo>
                <a:lnTo>
                  <a:pt x="2464" y="229"/>
                </a:lnTo>
                <a:lnTo>
                  <a:pt x="2402" y="234"/>
                </a:lnTo>
                <a:lnTo>
                  <a:pt x="2340" y="243"/>
                </a:lnTo>
                <a:lnTo>
                  <a:pt x="2280" y="258"/>
                </a:lnTo>
                <a:lnTo>
                  <a:pt x="2221" y="277"/>
                </a:lnTo>
                <a:lnTo>
                  <a:pt x="2164" y="301"/>
                </a:lnTo>
                <a:lnTo>
                  <a:pt x="2108" y="331"/>
                </a:lnTo>
                <a:lnTo>
                  <a:pt x="2055" y="364"/>
                </a:lnTo>
                <a:lnTo>
                  <a:pt x="2003" y="403"/>
                </a:lnTo>
                <a:lnTo>
                  <a:pt x="1955" y="448"/>
                </a:lnTo>
                <a:lnTo>
                  <a:pt x="378" y="1972"/>
                </a:lnTo>
                <a:lnTo>
                  <a:pt x="341" y="2013"/>
                </a:lnTo>
                <a:lnTo>
                  <a:pt x="307" y="2057"/>
                </a:lnTo>
                <a:lnTo>
                  <a:pt x="280" y="2102"/>
                </a:lnTo>
                <a:lnTo>
                  <a:pt x="258" y="2149"/>
                </a:lnTo>
                <a:lnTo>
                  <a:pt x="241" y="2199"/>
                </a:lnTo>
                <a:lnTo>
                  <a:pt x="228" y="2248"/>
                </a:lnTo>
                <a:lnTo>
                  <a:pt x="220" y="2299"/>
                </a:lnTo>
                <a:lnTo>
                  <a:pt x="218" y="2350"/>
                </a:lnTo>
                <a:lnTo>
                  <a:pt x="220" y="2402"/>
                </a:lnTo>
                <a:lnTo>
                  <a:pt x="228" y="2452"/>
                </a:lnTo>
                <a:lnTo>
                  <a:pt x="241" y="2503"/>
                </a:lnTo>
                <a:lnTo>
                  <a:pt x="258" y="2551"/>
                </a:lnTo>
                <a:lnTo>
                  <a:pt x="280" y="2599"/>
                </a:lnTo>
                <a:lnTo>
                  <a:pt x="307" y="2644"/>
                </a:lnTo>
                <a:lnTo>
                  <a:pt x="341" y="2687"/>
                </a:lnTo>
                <a:lnTo>
                  <a:pt x="378" y="2728"/>
                </a:lnTo>
                <a:lnTo>
                  <a:pt x="419" y="2765"/>
                </a:lnTo>
                <a:lnTo>
                  <a:pt x="463" y="2796"/>
                </a:lnTo>
                <a:lnTo>
                  <a:pt x="509" y="2824"/>
                </a:lnTo>
                <a:lnTo>
                  <a:pt x="558" y="2846"/>
                </a:lnTo>
                <a:lnTo>
                  <a:pt x="608" y="2863"/>
                </a:lnTo>
                <a:lnTo>
                  <a:pt x="660" y="2874"/>
                </a:lnTo>
                <a:lnTo>
                  <a:pt x="711" y="2882"/>
                </a:lnTo>
                <a:lnTo>
                  <a:pt x="763" y="2885"/>
                </a:lnTo>
                <a:lnTo>
                  <a:pt x="816" y="2882"/>
                </a:lnTo>
                <a:lnTo>
                  <a:pt x="867" y="2874"/>
                </a:lnTo>
                <a:lnTo>
                  <a:pt x="919" y="2863"/>
                </a:lnTo>
                <a:lnTo>
                  <a:pt x="968" y="2846"/>
                </a:lnTo>
                <a:lnTo>
                  <a:pt x="1018" y="2824"/>
                </a:lnTo>
                <a:lnTo>
                  <a:pt x="1064" y="2796"/>
                </a:lnTo>
                <a:lnTo>
                  <a:pt x="1108" y="2765"/>
                </a:lnTo>
                <a:lnTo>
                  <a:pt x="1149" y="2728"/>
                </a:lnTo>
                <a:lnTo>
                  <a:pt x="2741" y="1187"/>
                </a:lnTo>
                <a:lnTo>
                  <a:pt x="2768" y="1158"/>
                </a:lnTo>
                <a:lnTo>
                  <a:pt x="2791" y="1125"/>
                </a:lnTo>
                <a:lnTo>
                  <a:pt x="2809" y="1091"/>
                </a:lnTo>
                <a:lnTo>
                  <a:pt x="2823" y="1055"/>
                </a:lnTo>
                <a:lnTo>
                  <a:pt x="2831" y="1018"/>
                </a:lnTo>
                <a:lnTo>
                  <a:pt x="2837" y="980"/>
                </a:lnTo>
                <a:lnTo>
                  <a:pt x="2837" y="942"/>
                </a:lnTo>
                <a:lnTo>
                  <a:pt x="2831" y="904"/>
                </a:lnTo>
                <a:lnTo>
                  <a:pt x="2823" y="867"/>
                </a:lnTo>
                <a:lnTo>
                  <a:pt x="2809" y="832"/>
                </a:lnTo>
                <a:lnTo>
                  <a:pt x="2791" y="797"/>
                </a:lnTo>
                <a:lnTo>
                  <a:pt x="2768" y="764"/>
                </a:lnTo>
                <a:lnTo>
                  <a:pt x="2741" y="734"/>
                </a:lnTo>
                <a:lnTo>
                  <a:pt x="2710" y="707"/>
                </a:lnTo>
                <a:lnTo>
                  <a:pt x="2677" y="685"/>
                </a:lnTo>
                <a:lnTo>
                  <a:pt x="2642" y="668"/>
                </a:lnTo>
                <a:lnTo>
                  <a:pt x="2605" y="654"/>
                </a:lnTo>
                <a:lnTo>
                  <a:pt x="2567" y="645"/>
                </a:lnTo>
                <a:lnTo>
                  <a:pt x="2528" y="641"/>
                </a:lnTo>
                <a:lnTo>
                  <a:pt x="2490" y="641"/>
                </a:lnTo>
                <a:lnTo>
                  <a:pt x="2452" y="645"/>
                </a:lnTo>
                <a:lnTo>
                  <a:pt x="2415" y="654"/>
                </a:lnTo>
                <a:lnTo>
                  <a:pt x="2377" y="668"/>
                </a:lnTo>
                <a:lnTo>
                  <a:pt x="2343" y="685"/>
                </a:lnTo>
                <a:lnTo>
                  <a:pt x="2309" y="707"/>
                </a:lnTo>
                <a:lnTo>
                  <a:pt x="2278" y="734"/>
                </a:lnTo>
                <a:lnTo>
                  <a:pt x="1082" y="1906"/>
                </a:lnTo>
                <a:lnTo>
                  <a:pt x="1062" y="1922"/>
                </a:lnTo>
                <a:lnTo>
                  <a:pt x="1040" y="1931"/>
                </a:lnTo>
                <a:lnTo>
                  <a:pt x="1017" y="1937"/>
                </a:lnTo>
                <a:lnTo>
                  <a:pt x="992" y="1937"/>
                </a:lnTo>
                <a:lnTo>
                  <a:pt x="969" y="1931"/>
                </a:lnTo>
                <a:lnTo>
                  <a:pt x="947" y="1922"/>
                </a:lnTo>
                <a:lnTo>
                  <a:pt x="927" y="1906"/>
                </a:lnTo>
                <a:lnTo>
                  <a:pt x="911" y="1887"/>
                </a:lnTo>
                <a:lnTo>
                  <a:pt x="900" y="1865"/>
                </a:lnTo>
                <a:lnTo>
                  <a:pt x="896" y="1842"/>
                </a:lnTo>
                <a:lnTo>
                  <a:pt x="896" y="1819"/>
                </a:lnTo>
                <a:lnTo>
                  <a:pt x="900" y="1796"/>
                </a:lnTo>
                <a:lnTo>
                  <a:pt x="911" y="1775"/>
                </a:lnTo>
                <a:lnTo>
                  <a:pt x="927" y="1755"/>
                </a:lnTo>
                <a:lnTo>
                  <a:pt x="2123" y="583"/>
                </a:lnTo>
                <a:lnTo>
                  <a:pt x="2165" y="546"/>
                </a:lnTo>
                <a:lnTo>
                  <a:pt x="2209" y="515"/>
                </a:lnTo>
                <a:lnTo>
                  <a:pt x="2255" y="488"/>
                </a:lnTo>
                <a:lnTo>
                  <a:pt x="2304" y="465"/>
                </a:lnTo>
                <a:lnTo>
                  <a:pt x="2354" y="449"/>
                </a:lnTo>
                <a:lnTo>
                  <a:pt x="2405" y="436"/>
                </a:lnTo>
                <a:lnTo>
                  <a:pt x="2457" y="429"/>
                </a:lnTo>
                <a:lnTo>
                  <a:pt x="2509" y="427"/>
                </a:lnTo>
                <a:lnTo>
                  <a:pt x="2562" y="429"/>
                </a:lnTo>
                <a:lnTo>
                  <a:pt x="2613" y="436"/>
                </a:lnTo>
                <a:lnTo>
                  <a:pt x="2665" y="449"/>
                </a:lnTo>
                <a:lnTo>
                  <a:pt x="2714" y="465"/>
                </a:lnTo>
                <a:lnTo>
                  <a:pt x="2763" y="488"/>
                </a:lnTo>
                <a:lnTo>
                  <a:pt x="2810" y="515"/>
                </a:lnTo>
                <a:lnTo>
                  <a:pt x="2854" y="546"/>
                </a:lnTo>
                <a:lnTo>
                  <a:pt x="2895" y="583"/>
                </a:lnTo>
                <a:lnTo>
                  <a:pt x="2932" y="623"/>
                </a:lnTo>
                <a:lnTo>
                  <a:pt x="2965" y="666"/>
                </a:lnTo>
                <a:lnTo>
                  <a:pt x="2993" y="713"/>
                </a:lnTo>
                <a:lnTo>
                  <a:pt x="3015" y="760"/>
                </a:lnTo>
                <a:lnTo>
                  <a:pt x="3032" y="809"/>
                </a:lnTo>
                <a:lnTo>
                  <a:pt x="3045" y="859"/>
                </a:lnTo>
                <a:lnTo>
                  <a:pt x="3053" y="910"/>
                </a:lnTo>
                <a:lnTo>
                  <a:pt x="3055" y="961"/>
                </a:lnTo>
                <a:lnTo>
                  <a:pt x="3053" y="1012"/>
                </a:lnTo>
                <a:lnTo>
                  <a:pt x="3045" y="1063"/>
                </a:lnTo>
                <a:lnTo>
                  <a:pt x="3032" y="1113"/>
                </a:lnTo>
                <a:lnTo>
                  <a:pt x="3015" y="1162"/>
                </a:lnTo>
                <a:lnTo>
                  <a:pt x="2993" y="1209"/>
                </a:lnTo>
                <a:lnTo>
                  <a:pt x="2965" y="1255"/>
                </a:lnTo>
                <a:lnTo>
                  <a:pt x="2932" y="1298"/>
                </a:lnTo>
                <a:lnTo>
                  <a:pt x="2895" y="1339"/>
                </a:lnTo>
                <a:lnTo>
                  <a:pt x="1303" y="2879"/>
                </a:lnTo>
                <a:lnTo>
                  <a:pt x="1255" y="2923"/>
                </a:lnTo>
                <a:lnTo>
                  <a:pt x="1203" y="2962"/>
                </a:lnTo>
                <a:lnTo>
                  <a:pt x="1150" y="2995"/>
                </a:lnTo>
                <a:lnTo>
                  <a:pt x="1094" y="3025"/>
                </a:lnTo>
                <a:lnTo>
                  <a:pt x="1036" y="3049"/>
                </a:lnTo>
                <a:lnTo>
                  <a:pt x="977" y="3068"/>
                </a:lnTo>
                <a:lnTo>
                  <a:pt x="917" y="3083"/>
                </a:lnTo>
                <a:lnTo>
                  <a:pt x="855" y="3092"/>
                </a:lnTo>
                <a:lnTo>
                  <a:pt x="794" y="3097"/>
                </a:lnTo>
                <a:lnTo>
                  <a:pt x="733" y="3097"/>
                </a:lnTo>
                <a:lnTo>
                  <a:pt x="671" y="3092"/>
                </a:lnTo>
                <a:lnTo>
                  <a:pt x="609" y="3083"/>
                </a:lnTo>
                <a:lnTo>
                  <a:pt x="549" y="3068"/>
                </a:lnTo>
                <a:lnTo>
                  <a:pt x="490" y="3049"/>
                </a:lnTo>
                <a:lnTo>
                  <a:pt x="433" y="3025"/>
                </a:lnTo>
                <a:lnTo>
                  <a:pt x="377" y="2995"/>
                </a:lnTo>
                <a:lnTo>
                  <a:pt x="323" y="2962"/>
                </a:lnTo>
                <a:lnTo>
                  <a:pt x="272" y="2923"/>
                </a:lnTo>
                <a:lnTo>
                  <a:pt x="224" y="2879"/>
                </a:lnTo>
                <a:lnTo>
                  <a:pt x="178" y="2832"/>
                </a:lnTo>
                <a:lnTo>
                  <a:pt x="139" y="2782"/>
                </a:lnTo>
                <a:lnTo>
                  <a:pt x="104" y="2729"/>
                </a:lnTo>
                <a:lnTo>
                  <a:pt x="75" y="2674"/>
                </a:lnTo>
                <a:lnTo>
                  <a:pt x="51" y="2617"/>
                </a:lnTo>
                <a:lnTo>
                  <a:pt x="30" y="2560"/>
                </a:lnTo>
                <a:lnTo>
                  <a:pt x="15" y="2501"/>
                </a:lnTo>
                <a:lnTo>
                  <a:pt x="5" y="2441"/>
                </a:lnTo>
                <a:lnTo>
                  <a:pt x="0" y="2381"/>
                </a:lnTo>
                <a:lnTo>
                  <a:pt x="0" y="2321"/>
                </a:lnTo>
                <a:lnTo>
                  <a:pt x="5" y="2260"/>
                </a:lnTo>
                <a:lnTo>
                  <a:pt x="15" y="2200"/>
                </a:lnTo>
                <a:lnTo>
                  <a:pt x="30" y="2141"/>
                </a:lnTo>
                <a:lnTo>
                  <a:pt x="51" y="2083"/>
                </a:lnTo>
                <a:lnTo>
                  <a:pt x="75" y="2027"/>
                </a:lnTo>
                <a:lnTo>
                  <a:pt x="104" y="1972"/>
                </a:lnTo>
                <a:lnTo>
                  <a:pt x="139" y="1920"/>
                </a:lnTo>
                <a:lnTo>
                  <a:pt x="178" y="1869"/>
                </a:lnTo>
                <a:lnTo>
                  <a:pt x="224" y="1822"/>
                </a:lnTo>
                <a:lnTo>
                  <a:pt x="1815" y="281"/>
                </a:lnTo>
                <a:lnTo>
                  <a:pt x="1872" y="230"/>
                </a:lnTo>
                <a:lnTo>
                  <a:pt x="1931" y="183"/>
                </a:lnTo>
                <a:lnTo>
                  <a:pt x="1992" y="143"/>
                </a:lnTo>
                <a:lnTo>
                  <a:pt x="2057" y="108"/>
                </a:lnTo>
                <a:lnTo>
                  <a:pt x="2123" y="76"/>
                </a:lnTo>
                <a:lnTo>
                  <a:pt x="2191" y="51"/>
                </a:lnTo>
                <a:lnTo>
                  <a:pt x="2261" y="31"/>
                </a:lnTo>
                <a:lnTo>
                  <a:pt x="2331" y="15"/>
                </a:lnTo>
                <a:lnTo>
                  <a:pt x="2402" y="5"/>
                </a:lnTo>
                <a:lnTo>
                  <a:pt x="2474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lvl="0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27" name="그룹 26"/>
          <p:cNvGrpSpPr/>
          <p:nvPr/>
        </p:nvGrpSpPr>
        <p:grpSpPr>
          <a:xfrm>
            <a:off x="393568" y="656552"/>
            <a:ext cx="323769" cy="323769"/>
            <a:chOff x="1593332" y="2172798"/>
            <a:chExt cx="1083168" cy="1083168"/>
          </a:xfrm>
        </p:grpSpPr>
        <p:sp>
          <p:nvSpPr>
            <p:cNvPr id="28" name="타원 27"/>
            <p:cNvSpPr/>
            <p:nvPr/>
          </p:nvSpPr>
          <p:spPr>
            <a:xfrm>
              <a:off x="1593332" y="2172798"/>
              <a:ext cx="1083168" cy="1083168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b="1">
                <a:solidFill>
                  <a:prstClr val="white"/>
                </a:solidFill>
              </a:endParaRPr>
            </a:p>
          </p:txBody>
        </p:sp>
        <p:pic>
          <p:nvPicPr>
            <p:cNvPr id="29" name="그림 28"/>
            <p:cNvPicPr>
              <a:picLocks noChangeAspect="1"/>
            </p:cNvPicPr>
            <p:nvPr/>
          </p:nvPicPr>
          <p:blipFill rotWithShape="1">
            <a:blip r:embed="rId2"/>
            <a:stretch>
              <a:fillRect/>
            </a:stretch>
          </p:blipFill>
          <p:spPr>
            <a:xfrm>
              <a:off x="1741655" y="2321121"/>
              <a:ext cx="786521" cy="786521"/>
            </a:xfrm>
            <a:prstGeom prst="rect">
              <a:avLst/>
            </a:prstGeom>
          </p:spPr>
        </p:pic>
      </p:grpSp>
      <p:sp>
        <p:nvSpPr>
          <p:cNvPr id="32" name="모서리가 둥근 직사각형 31"/>
          <p:cNvSpPr/>
          <p:nvPr/>
        </p:nvSpPr>
        <p:spPr>
          <a:xfrm>
            <a:off x="350136" y="1719059"/>
            <a:ext cx="396000" cy="396000"/>
          </a:xfrm>
          <a:prstGeom prst="roundRect">
            <a:avLst>
              <a:gd name="adj" fmla="val 16667"/>
            </a:avLst>
          </a:prstGeom>
          <a:solidFill>
            <a:srgbClr val="00D6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" anchor="ctr"/>
          <a:lstStyle/>
          <a:p>
            <a:pPr lvl="0">
              <a:defRPr/>
            </a:pPr>
            <a:endParaRPr lang="en-US" altLang="ko-KR" sz="1050">
              <a:solidFill>
                <a:prstClr val="white"/>
              </a:solidFill>
            </a:endParaRPr>
          </a:p>
        </p:txBody>
      </p:sp>
      <p:grpSp>
        <p:nvGrpSpPr>
          <p:cNvPr id="20" name="Group 12"/>
          <p:cNvGrpSpPr>
            <a:grpSpLocks noChangeAspect="1"/>
          </p:cNvGrpSpPr>
          <p:nvPr/>
        </p:nvGrpSpPr>
        <p:grpSpPr>
          <a:xfrm>
            <a:off x="433464" y="1832474"/>
            <a:ext cx="229344" cy="182438"/>
            <a:chOff x="6124" y="305"/>
            <a:chExt cx="841" cy="669"/>
          </a:xfrm>
          <a:solidFill>
            <a:schemeClr val="bg1"/>
          </a:solidFill>
        </p:grpSpPr>
        <p:sp>
          <p:nvSpPr>
            <p:cNvPr id="21" name="Freeform 13"/>
            <p:cNvSpPr/>
            <p:nvPr/>
          </p:nvSpPr>
          <p:spPr>
            <a:xfrm>
              <a:off x="6244" y="440"/>
              <a:ext cx="601" cy="534"/>
            </a:xfrm>
            <a:custGeom>
              <a:avLst/>
              <a:gdLst>
                <a:gd name="T0" fmla="*/ 902 w 1802"/>
                <a:gd name="T1" fmla="*/ 0 h 1602"/>
                <a:gd name="T2" fmla="*/ 2 w 1802"/>
                <a:gd name="T3" fmla="*/ 742 h 1602"/>
                <a:gd name="T4" fmla="*/ 2 w 1802"/>
                <a:gd name="T5" fmla="*/ 743 h 1602"/>
                <a:gd name="T6" fmla="*/ 2 w 1802"/>
                <a:gd name="T7" fmla="*/ 746 h 1602"/>
                <a:gd name="T8" fmla="*/ 0 w 1802"/>
                <a:gd name="T9" fmla="*/ 749 h 1602"/>
                <a:gd name="T10" fmla="*/ 0 w 1802"/>
                <a:gd name="T11" fmla="*/ 751 h 1602"/>
                <a:gd name="T12" fmla="*/ 0 w 1802"/>
                <a:gd name="T13" fmla="*/ 1501 h 1602"/>
                <a:gd name="T14" fmla="*/ 2 w 1802"/>
                <a:gd name="T15" fmla="*/ 1521 h 1602"/>
                <a:gd name="T16" fmla="*/ 16 w 1802"/>
                <a:gd name="T17" fmla="*/ 1557 h 1602"/>
                <a:gd name="T18" fmla="*/ 30 w 1802"/>
                <a:gd name="T19" fmla="*/ 1572 h 1602"/>
                <a:gd name="T20" fmla="*/ 45 w 1802"/>
                <a:gd name="T21" fmla="*/ 1586 h 1602"/>
                <a:gd name="T22" fmla="*/ 81 w 1802"/>
                <a:gd name="T23" fmla="*/ 1601 h 1602"/>
                <a:gd name="T24" fmla="*/ 100 w 1802"/>
                <a:gd name="T25" fmla="*/ 1602 h 1602"/>
                <a:gd name="T26" fmla="*/ 702 w 1802"/>
                <a:gd name="T27" fmla="*/ 1602 h 1602"/>
                <a:gd name="T28" fmla="*/ 702 w 1802"/>
                <a:gd name="T29" fmla="*/ 1001 h 1602"/>
                <a:gd name="T30" fmla="*/ 1102 w 1802"/>
                <a:gd name="T31" fmla="*/ 1001 h 1602"/>
                <a:gd name="T32" fmla="*/ 1102 w 1802"/>
                <a:gd name="T33" fmla="*/ 1602 h 1602"/>
                <a:gd name="T34" fmla="*/ 1703 w 1802"/>
                <a:gd name="T35" fmla="*/ 1602 h 1602"/>
                <a:gd name="T36" fmla="*/ 1723 w 1802"/>
                <a:gd name="T37" fmla="*/ 1601 h 1602"/>
                <a:gd name="T38" fmla="*/ 1758 w 1802"/>
                <a:gd name="T39" fmla="*/ 1586 h 1602"/>
                <a:gd name="T40" fmla="*/ 1773 w 1802"/>
                <a:gd name="T41" fmla="*/ 1572 h 1602"/>
                <a:gd name="T42" fmla="*/ 1786 w 1802"/>
                <a:gd name="T43" fmla="*/ 1557 h 1602"/>
                <a:gd name="T44" fmla="*/ 1802 w 1802"/>
                <a:gd name="T45" fmla="*/ 1521 h 1602"/>
                <a:gd name="T46" fmla="*/ 1802 w 1802"/>
                <a:gd name="T47" fmla="*/ 1501 h 1602"/>
                <a:gd name="T48" fmla="*/ 1802 w 1802"/>
                <a:gd name="T49" fmla="*/ 751 h 1602"/>
                <a:gd name="T50" fmla="*/ 1802 w 1802"/>
                <a:gd name="T51" fmla="*/ 745 h 1602"/>
                <a:gd name="T52" fmla="*/ 1801 w 1802"/>
                <a:gd name="T53" fmla="*/ 742 h 1602"/>
                <a:gd name="T54" fmla="*/ 902 w 1802"/>
                <a:gd name="T55" fmla="*/ 0 h 1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802" h="1602">
                  <a:moveTo>
                    <a:pt x="902" y="0"/>
                  </a:moveTo>
                  <a:lnTo>
                    <a:pt x="2" y="742"/>
                  </a:lnTo>
                  <a:lnTo>
                    <a:pt x="2" y="743"/>
                  </a:lnTo>
                  <a:lnTo>
                    <a:pt x="2" y="746"/>
                  </a:lnTo>
                  <a:lnTo>
                    <a:pt x="0" y="749"/>
                  </a:lnTo>
                  <a:lnTo>
                    <a:pt x="0" y="751"/>
                  </a:lnTo>
                  <a:lnTo>
                    <a:pt x="0" y="1501"/>
                  </a:lnTo>
                  <a:lnTo>
                    <a:pt x="2" y="1521"/>
                  </a:lnTo>
                  <a:lnTo>
                    <a:pt x="16" y="1557"/>
                  </a:lnTo>
                  <a:lnTo>
                    <a:pt x="30" y="1572"/>
                  </a:lnTo>
                  <a:lnTo>
                    <a:pt x="45" y="1586"/>
                  </a:lnTo>
                  <a:lnTo>
                    <a:pt x="81" y="1601"/>
                  </a:lnTo>
                  <a:lnTo>
                    <a:pt x="100" y="1602"/>
                  </a:lnTo>
                  <a:lnTo>
                    <a:pt x="702" y="1602"/>
                  </a:lnTo>
                  <a:lnTo>
                    <a:pt x="702" y="1001"/>
                  </a:lnTo>
                  <a:lnTo>
                    <a:pt x="1102" y="1001"/>
                  </a:lnTo>
                  <a:lnTo>
                    <a:pt x="1102" y="1602"/>
                  </a:lnTo>
                  <a:lnTo>
                    <a:pt x="1703" y="1602"/>
                  </a:lnTo>
                  <a:lnTo>
                    <a:pt x="1723" y="1601"/>
                  </a:lnTo>
                  <a:lnTo>
                    <a:pt x="1758" y="1586"/>
                  </a:lnTo>
                  <a:lnTo>
                    <a:pt x="1773" y="1572"/>
                  </a:lnTo>
                  <a:lnTo>
                    <a:pt x="1786" y="1557"/>
                  </a:lnTo>
                  <a:lnTo>
                    <a:pt x="1802" y="1521"/>
                  </a:lnTo>
                  <a:lnTo>
                    <a:pt x="1802" y="1501"/>
                  </a:lnTo>
                  <a:lnTo>
                    <a:pt x="1802" y="751"/>
                  </a:lnTo>
                  <a:lnTo>
                    <a:pt x="1802" y="745"/>
                  </a:lnTo>
                  <a:lnTo>
                    <a:pt x="1801" y="742"/>
                  </a:lnTo>
                  <a:lnTo>
                    <a:pt x="90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anchor="t" anchorCtr="0">
              <a:prstTxWarp prst="textNoShape">
                <a:avLst/>
              </a:prstTxWarp>
            </a:bodyPr>
            <a:lstStyle/>
            <a:p>
              <a:pPr lvl="0"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22" name="Freeform 14"/>
            <p:cNvSpPr/>
            <p:nvPr/>
          </p:nvSpPr>
          <p:spPr>
            <a:xfrm>
              <a:off x="6124" y="305"/>
              <a:ext cx="841" cy="394"/>
            </a:xfrm>
            <a:custGeom>
              <a:avLst/>
              <a:gdLst>
                <a:gd name="T0" fmla="*/ 2505 w 2522"/>
                <a:gd name="T1" fmla="*/ 978 h 1181"/>
                <a:gd name="T2" fmla="*/ 2162 w 2522"/>
                <a:gd name="T3" fmla="*/ 694 h 1181"/>
                <a:gd name="T4" fmla="*/ 2162 w 2522"/>
                <a:gd name="T5" fmla="*/ 54 h 1181"/>
                <a:gd name="T6" fmla="*/ 2162 w 2522"/>
                <a:gd name="T7" fmla="*/ 44 h 1181"/>
                <a:gd name="T8" fmla="*/ 2155 w 2522"/>
                <a:gd name="T9" fmla="*/ 26 h 1181"/>
                <a:gd name="T10" fmla="*/ 2149 w 2522"/>
                <a:gd name="T11" fmla="*/ 18 h 1181"/>
                <a:gd name="T12" fmla="*/ 2141 w 2522"/>
                <a:gd name="T13" fmla="*/ 13 h 1181"/>
                <a:gd name="T14" fmla="*/ 2123 w 2522"/>
                <a:gd name="T15" fmla="*/ 5 h 1181"/>
                <a:gd name="T16" fmla="*/ 2113 w 2522"/>
                <a:gd name="T17" fmla="*/ 5 h 1181"/>
                <a:gd name="T18" fmla="*/ 1812 w 2522"/>
                <a:gd name="T19" fmla="*/ 5 h 1181"/>
                <a:gd name="T20" fmla="*/ 1802 w 2522"/>
                <a:gd name="T21" fmla="*/ 5 h 1181"/>
                <a:gd name="T22" fmla="*/ 1783 w 2522"/>
                <a:gd name="T23" fmla="*/ 13 h 1181"/>
                <a:gd name="T24" fmla="*/ 1776 w 2522"/>
                <a:gd name="T25" fmla="*/ 18 h 1181"/>
                <a:gd name="T26" fmla="*/ 1770 w 2522"/>
                <a:gd name="T27" fmla="*/ 26 h 1181"/>
                <a:gd name="T28" fmla="*/ 1763 w 2522"/>
                <a:gd name="T29" fmla="*/ 44 h 1181"/>
                <a:gd name="T30" fmla="*/ 1762 w 2522"/>
                <a:gd name="T31" fmla="*/ 54 h 1181"/>
                <a:gd name="T32" fmla="*/ 1762 w 2522"/>
                <a:gd name="T33" fmla="*/ 360 h 1181"/>
                <a:gd name="T34" fmla="*/ 1380 w 2522"/>
                <a:gd name="T35" fmla="*/ 41 h 1181"/>
                <a:gd name="T36" fmla="*/ 1354 w 2522"/>
                <a:gd name="T37" fmla="*/ 23 h 1181"/>
                <a:gd name="T38" fmla="*/ 1295 w 2522"/>
                <a:gd name="T39" fmla="*/ 1 h 1181"/>
                <a:gd name="T40" fmla="*/ 1262 w 2522"/>
                <a:gd name="T41" fmla="*/ 0 h 1181"/>
                <a:gd name="T42" fmla="*/ 1227 w 2522"/>
                <a:gd name="T43" fmla="*/ 1 h 1181"/>
                <a:gd name="T44" fmla="*/ 1168 w 2522"/>
                <a:gd name="T45" fmla="*/ 23 h 1181"/>
                <a:gd name="T46" fmla="*/ 1142 w 2522"/>
                <a:gd name="T47" fmla="*/ 41 h 1181"/>
                <a:gd name="T48" fmla="*/ 17 w 2522"/>
                <a:gd name="T49" fmla="*/ 978 h 1181"/>
                <a:gd name="T50" fmla="*/ 10 w 2522"/>
                <a:gd name="T51" fmla="*/ 985 h 1181"/>
                <a:gd name="T52" fmla="*/ 1 w 2522"/>
                <a:gd name="T53" fmla="*/ 1001 h 1181"/>
                <a:gd name="T54" fmla="*/ 0 w 2522"/>
                <a:gd name="T55" fmla="*/ 1012 h 1181"/>
                <a:gd name="T56" fmla="*/ 0 w 2522"/>
                <a:gd name="T57" fmla="*/ 1023 h 1181"/>
                <a:gd name="T58" fmla="*/ 6 w 2522"/>
                <a:gd name="T59" fmla="*/ 1040 h 1181"/>
                <a:gd name="T60" fmla="*/ 12 w 2522"/>
                <a:gd name="T61" fmla="*/ 1048 h 1181"/>
                <a:gd name="T62" fmla="*/ 108 w 2522"/>
                <a:gd name="T63" fmla="*/ 1164 h 1181"/>
                <a:gd name="T64" fmla="*/ 122 w 2522"/>
                <a:gd name="T65" fmla="*/ 1177 h 1181"/>
                <a:gd name="T66" fmla="*/ 141 w 2522"/>
                <a:gd name="T67" fmla="*/ 1181 h 1181"/>
                <a:gd name="T68" fmla="*/ 160 w 2522"/>
                <a:gd name="T69" fmla="*/ 1181 h 1181"/>
                <a:gd name="T70" fmla="*/ 179 w 2522"/>
                <a:gd name="T71" fmla="*/ 1171 h 1181"/>
                <a:gd name="T72" fmla="*/ 1262 w 2522"/>
                <a:gd name="T73" fmla="*/ 268 h 1181"/>
                <a:gd name="T74" fmla="*/ 2344 w 2522"/>
                <a:gd name="T75" fmla="*/ 1171 h 1181"/>
                <a:gd name="T76" fmla="*/ 2358 w 2522"/>
                <a:gd name="T77" fmla="*/ 1180 h 1181"/>
                <a:gd name="T78" fmla="*/ 2377 w 2522"/>
                <a:gd name="T79" fmla="*/ 1181 h 1181"/>
                <a:gd name="T80" fmla="*/ 2383 w 2522"/>
                <a:gd name="T81" fmla="*/ 1181 h 1181"/>
                <a:gd name="T82" fmla="*/ 2401 w 2522"/>
                <a:gd name="T83" fmla="*/ 1177 h 1181"/>
                <a:gd name="T84" fmla="*/ 2414 w 2522"/>
                <a:gd name="T85" fmla="*/ 1164 h 1181"/>
                <a:gd name="T86" fmla="*/ 2512 w 2522"/>
                <a:gd name="T87" fmla="*/ 1048 h 1181"/>
                <a:gd name="T88" fmla="*/ 2518 w 2522"/>
                <a:gd name="T89" fmla="*/ 1040 h 1181"/>
                <a:gd name="T90" fmla="*/ 2522 w 2522"/>
                <a:gd name="T91" fmla="*/ 1023 h 1181"/>
                <a:gd name="T92" fmla="*/ 2522 w 2522"/>
                <a:gd name="T93" fmla="*/ 1012 h 1181"/>
                <a:gd name="T94" fmla="*/ 2521 w 2522"/>
                <a:gd name="T95" fmla="*/ 1001 h 1181"/>
                <a:gd name="T96" fmla="*/ 2512 w 2522"/>
                <a:gd name="T97" fmla="*/ 985 h 1181"/>
                <a:gd name="T98" fmla="*/ 2505 w 2522"/>
                <a:gd name="T99" fmla="*/ 978 h 1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22" h="1181">
                  <a:moveTo>
                    <a:pt x="2505" y="978"/>
                  </a:moveTo>
                  <a:lnTo>
                    <a:pt x="2162" y="694"/>
                  </a:lnTo>
                  <a:lnTo>
                    <a:pt x="2162" y="54"/>
                  </a:lnTo>
                  <a:lnTo>
                    <a:pt x="2162" y="44"/>
                  </a:lnTo>
                  <a:lnTo>
                    <a:pt x="2155" y="26"/>
                  </a:lnTo>
                  <a:lnTo>
                    <a:pt x="2149" y="18"/>
                  </a:lnTo>
                  <a:lnTo>
                    <a:pt x="2141" y="13"/>
                  </a:lnTo>
                  <a:lnTo>
                    <a:pt x="2123" y="5"/>
                  </a:lnTo>
                  <a:lnTo>
                    <a:pt x="2113" y="5"/>
                  </a:lnTo>
                  <a:lnTo>
                    <a:pt x="1812" y="5"/>
                  </a:lnTo>
                  <a:lnTo>
                    <a:pt x="1802" y="5"/>
                  </a:lnTo>
                  <a:lnTo>
                    <a:pt x="1783" y="13"/>
                  </a:lnTo>
                  <a:lnTo>
                    <a:pt x="1776" y="18"/>
                  </a:lnTo>
                  <a:lnTo>
                    <a:pt x="1770" y="26"/>
                  </a:lnTo>
                  <a:lnTo>
                    <a:pt x="1763" y="44"/>
                  </a:lnTo>
                  <a:lnTo>
                    <a:pt x="1762" y="54"/>
                  </a:lnTo>
                  <a:lnTo>
                    <a:pt x="1762" y="360"/>
                  </a:lnTo>
                  <a:lnTo>
                    <a:pt x="1380" y="41"/>
                  </a:lnTo>
                  <a:lnTo>
                    <a:pt x="1354" y="23"/>
                  </a:lnTo>
                  <a:lnTo>
                    <a:pt x="1295" y="1"/>
                  </a:lnTo>
                  <a:lnTo>
                    <a:pt x="1262" y="0"/>
                  </a:lnTo>
                  <a:lnTo>
                    <a:pt x="1227" y="1"/>
                  </a:lnTo>
                  <a:lnTo>
                    <a:pt x="1168" y="23"/>
                  </a:lnTo>
                  <a:lnTo>
                    <a:pt x="1142" y="41"/>
                  </a:lnTo>
                  <a:lnTo>
                    <a:pt x="17" y="978"/>
                  </a:lnTo>
                  <a:lnTo>
                    <a:pt x="10" y="985"/>
                  </a:lnTo>
                  <a:lnTo>
                    <a:pt x="1" y="1001"/>
                  </a:lnTo>
                  <a:lnTo>
                    <a:pt x="0" y="1012"/>
                  </a:lnTo>
                  <a:lnTo>
                    <a:pt x="0" y="1023"/>
                  </a:lnTo>
                  <a:lnTo>
                    <a:pt x="6" y="1040"/>
                  </a:lnTo>
                  <a:lnTo>
                    <a:pt x="12" y="1048"/>
                  </a:lnTo>
                  <a:lnTo>
                    <a:pt x="108" y="1164"/>
                  </a:lnTo>
                  <a:lnTo>
                    <a:pt x="122" y="1177"/>
                  </a:lnTo>
                  <a:lnTo>
                    <a:pt x="141" y="1181"/>
                  </a:lnTo>
                  <a:lnTo>
                    <a:pt x="160" y="1181"/>
                  </a:lnTo>
                  <a:lnTo>
                    <a:pt x="179" y="1171"/>
                  </a:lnTo>
                  <a:lnTo>
                    <a:pt x="1262" y="268"/>
                  </a:lnTo>
                  <a:lnTo>
                    <a:pt x="2344" y="1171"/>
                  </a:lnTo>
                  <a:lnTo>
                    <a:pt x="2358" y="1180"/>
                  </a:lnTo>
                  <a:lnTo>
                    <a:pt x="2377" y="1181"/>
                  </a:lnTo>
                  <a:lnTo>
                    <a:pt x="2383" y="1181"/>
                  </a:lnTo>
                  <a:lnTo>
                    <a:pt x="2401" y="1177"/>
                  </a:lnTo>
                  <a:lnTo>
                    <a:pt x="2414" y="1164"/>
                  </a:lnTo>
                  <a:lnTo>
                    <a:pt x="2512" y="1048"/>
                  </a:lnTo>
                  <a:lnTo>
                    <a:pt x="2518" y="1040"/>
                  </a:lnTo>
                  <a:lnTo>
                    <a:pt x="2522" y="1023"/>
                  </a:lnTo>
                  <a:lnTo>
                    <a:pt x="2522" y="1012"/>
                  </a:lnTo>
                  <a:lnTo>
                    <a:pt x="2521" y="1001"/>
                  </a:lnTo>
                  <a:lnTo>
                    <a:pt x="2512" y="985"/>
                  </a:lnTo>
                  <a:lnTo>
                    <a:pt x="2505" y="97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anchor="t" anchorCtr="0">
              <a:prstTxWarp prst="textNoShape">
                <a:avLst/>
              </a:prstTxWarp>
            </a:bodyPr>
            <a:lstStyle/>
            <a:p>
              <a:pPr lvl="0"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35" name="타원 34"/>
          <p:cNvSpPr/>
          <p:nvPr/>
        </p:nvSpPr>
        <p:spPr>
          <a:xfrm>
            <a:off x="578088" y="2370814"/>
            <a:ext cx="177525" cy="17752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anchor="ctr"/>
          <a:lstStyle/>
          <a:p>
            <a:pPr algn="ctr">
              <a:defRPr/>
            </a:pPr>
            <a:r>
              <a:rPr lang="en-US" altLang="ko-KR" sz="1000">
                <a:solidFill>
                  <a:prstClr val="white"/>
                </a:solidFill>
              </a:rPr>
              <a:t>15</a:t>
            </a:r>
          </a:p>
        </p:txBody>
      </p:sp>
      <p:sp>
        <p:nvSpPr>
          <p:cNvPr id="38" name="직사각형 37"/>
          <p:cNvSpPr/>
          <p:nvPr/>
        </p:nvSpPr>
        <p:spPr>
          <a:xfrm>
            <a:off x="1420813" y="537998"/>
            <a:ext cx="6096000" cy="907897"/>
          </a:xfrm>
          <a:prstGeom prst="rect">
            <a:avLst/>
          </a:prstGeom>
        </p:spPr>
        <p:txBody>
          <a:bodyPr>
            <a:spAutoFit/>
          </a:bodyPr>
          <a:lstStyle/>
          <a:p>
            <a:pPr latinLnBrk="0">
              <a:lnSpc>
                <a:spcPct val="150000"/>
              </a:lnSpc>
              <a:defRPr/>
            </a:pPr>
            <a:r>
              <a:rPr lang="en-US" altLang="ko-KR" sz="2600" b="1" i="1" kern="0">
                <a:solidFill>
                  <a:prstClr val="black">
                    <a:lumMod val="65000"/>
                    <a:lumOff val="35000"/>
                  </a:prstClr>
                </a:solidFill>
              </a:rPr>
              <a:t>DESIGN</a:t>
            </a:r>
            <a:endParaRPr lang="ko-KR" altLang="en-US" sz="2600" b="1" i="1" kern="0">
              <a:solidFill>
                <a:prstClr val="black">
                  <a:lumMod val="65000"/>
                  <a:lumOff val="35000"/>
                </a:prstClr>
              </a:solidFill>
            </a:endParaRPr>
          </a:p>
          <a:p>
            <a:pPr latinLnBrk="0">
              <a:lnSpc>
                <a:spcPct val="150000"/>
              </a:lnSpc>
              <a:defRPr/>
            </a:pPr>
            <a:r>
              <a:rPr lang="en-US" altLang="ko-KR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LOGIN&gt;SIGN UP&gt;MAIN&gt;SURVEY&gt;</a:t>
            </a:r>
            <a:r>
              <a:rPr lang="en-US" altLang="ko-KR" sz="1000" b="1" kern="0">
                <a:solidFill>
                  <a:schemeClr val="accent6"/>
                </a:solidFill>
              </a:rPr>
              <a:t>CHALLENGE</a:t>
            </a:r>
            <a:r>
              <a:rPr lang="en-US" altLang="ko-KR" sz="1000" b="1" kern="0">
                <a:solidFill>
                  <a:prstClr val="black">
                    <a:lumMod val="65000"/>
                    <a:lumOff val="35000"/>
                  </a:prstClr>
                </a:solidFill>
              </a:rPr>
              <a:t>&gt;</a:t>
            </a:r>
            <a:r>
              <a:rPr lang="en-US" altLang="ko-KR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CHAT</a:t>
            </a:r>
            <a:endParaRPr lang="ko-KR" altLang="en-US" sz="1000" kern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40" name="모서리가 둥근 직사각형 39"/>
          <p:cNvSpPr/>
          <p:nvPr/>
        </p:nvSpPr>
        <p:spPr>
          <a:xfrm>
            <a:off x="5829524" y="1646917"/>
            <a:ext cx="5549676" cy="4279543"/>
          </a:xfrm>
          <a:prstGeom prst="roundRect">
            <a:avLst>
              <a:gd name="adj" fmla="val 3424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" anchor="ctr"/>
          <a:lstStyle/>
          <a:p>
            <a:pPr lvl="0">
              <a:defRPr/>
            </a:pPr>
            <a:endParaRPr lang="en-US" altLang="ko-KR" sz="1050">
              <a:solidFill>
                <a:srgbClr val="264259"/>
              </a:solidFill>
            </a:endParaRPr>
          </a:p>
        </p:txBody>
      </p:sp>
      <p:sp>
        <p:nvSpPr>
          <p:cNvPr id="51" name="타원 50"/>
          <p:cNvSpPr/>
          <p:nvPr/>
        </p:nvSpPr>
        <p:spPr>
          <a:xfrm>
            <a:off x="555404" y="4304681"/>
            <a:ext cx="177525" cy="17752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anchor="ctr"/>
          <a:lstStyle/>
          <a:p>
            <a:pPr algn="ctr">
              <a:defRPr/>
            </a:pPr>
            <a:r>
              <a:rPr lang="en-US" altLang="ko-KR" sz="600">
                <a:solidFill>
                  <a:prstClr val="white"/>
                </a:solidFill>
              </a:rPr>
              <a:t>off</a:t>
            </a:r>
            <a:endParaRPr lang="ko-KR" altLang="en-US" sz="600">
              <a:solidFill>
                <a:prstClr val="white"/>
              </a:solidFill>
            </a:endParaRPr>
          </a:p>
        </p:txBody>
      </p:sp>
      <p:pic>
        <p:nvPicPr>
          <p:cNvPr id="59" name="그림 58"/>
          <p:cNvPicPr/>
          <p:nvPr/>
        </p:nvPicPr>
        <p:blipFill rotWithShape="1">
          <a:blip r:embed="rId3">
            <a:lum/>
          </a:blip>
          <a:srcRect/>
          <a:stretch>
            <a:fillRect/>
          </a:stretch>
        </p:blipFill>
        <p:spPr>
          <a:xfrm>
            <a:off x="1310259" y="1647126"/>
            <a:ext cx="4407408" cy="4287647"/>
          </a:xfrm>
          <a:prstGeom prst="rect">
            <a:avLst/>
          </a:prstGeom>
        </p:spPr>
      </p:pic>
      <p:sp>
        <p:nvSpPr>
          <p:cNvPr id="60" name="직사각형 49"/>
          <p:cNvSpPr/>
          <p:nvPr/>
        </p:nvSpPr>
        <p:spPr>
          <a:xfrm>
            <a:off x="5998835" y="1875915"/>
            <a:ext cx="5612753" cy="38586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l" defTabSz="914400" rtl="0" eaLnBrk="1" latinLnBrk="1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lang="en-US" altLang="ko-KR" sz="1600" b="1">
                <a:solidFill>
                  <a:srgbClr val="00D65E"/>
                </a:solidFill>
                <a:latin typeface="맑은 고딕"/>
                <a:ea typeface="맑은 고딕"/>
                <a:cs typeface="맑은 고딕"/>
              </a:rPr>
              <a:t>CHALLENGE SCREEN</a:t>
            </a:r>
            <a:endParaRPr kumimoji="0" lang="ko-KR" altLang="en-US" sz="1600" b="1" i="0" u="none" strike="noStrike" kern="1200" cap="none" spc="0" normalizeH="0" baseline="0">
              <a:solidFill>
                <a:srgbClr val="00D65E"/>
              </a:solidFill>
              <a:latin typeface="맑은 고딕"/>
              <a:ea typeface="맑은 고딕"/>
              <a:cs typeface="맑은 고딕"/>
            </a:endParaRPr>
          </a:p>
          <a:p>
            <a:pPr marL="0" indent="0" algn="ctr" defTabSz="914400" rtl="0" eaLnBrk="1" latinLnBrk="1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lang="en-US" altLang="ko-KR" sz="2200">
                <a:solidFill>
                  <a:srgbClr val="808080"/>
                </a:solidFill>
                <a:latin typeface="맑은 고딕"/>
                <a:ea typeface="맑은 고딕"/>
                <a:cs typeface="맑은 고딕"/>
              </a:rPr>
              <a:t>Print users information</a:t>
            </a:r>
            <a:endParaRPr kumimoji="0" lang="ko-KR" altLang="en-US" sz="2200" b="0" i="0" u="none" strike="noStrike" kern="1200" cap="none" spc="0" normalizeH="0" baseline="0">
              <a:solidFill>
                <a:srgbClr val="808080"/>
              </a:solidFill>
              <a:latin typeface="맑은 고딕"/>
              <a:ea typeface="맑은 고딕"/>
              <a:cs typeface="맑은 고딕"/>
            </a:endParaRPr>
          </a:p>
          <a:p>
            <a:pPr marL="0" indent="0" algn="ctr" defTabSz="914400" rtl="0" eaLnBrk="1" latinLnBrk="1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2200" b="0" i="0" u="none" strike="noStrike" kern="1200" cap="none" spc="0" normalizeH="0" baseline="0">
              <a:solidFill>
                <a:srgbClr val="808080"/>
              </a:solidFill>
              <a:latin typeface="맑은 고딕"/>
              <a:ea typeface="맑은 고딕"/>
              <a:cs typeface="맑은 고딕"/>
            </a:endParaRPr>
          </a:p>
          <a:p>
            <a:pPr marL="0" indent="0" algn="ctr" defTabSz="914400" rtl="0" eaLnBrk="1" latinLnBrk="1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2200" b="0" i="0" u="none" strike="noStrike" kern="1200" cap="none" spc="0" normalizeH="0" baseline="0">
                <a:solidFill>
                  <a:srgbClr val="808080"/>
                </a:solidFill>
                <a:latin typeface="맑은 고딕"/>
                <a:ea typeface="맑은 고딕"/>
                <a:cs typeface="맑은 고딕"/>
              </a:rPr>
              <a:t>Search / Chat button</a:t>
            </a:r>
          </a:p>
          <a:p>
            <a:pPr marL="0" indent="0" algn="ctr" defTabSz="914400" rtl="0" eaLnBrk="1" latinLnBrk="1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2200" b="0" i="0" u="none" strike="noStrike" kern="1200" cap="none" spc="0" normalizeH="0" baseline="0">
              <a:solidFill>
                <a:srgbClr val="808080"/>
              </a:solidFill>
              <a:latin typeface="맑은 고딕"/>
              <a:ea typeface="맑은 고딕"/>
              <a:cs typeface="맑은 고딕"/>
            </a:endParaRPr>
          </a:p>
          <a:p>
            <a:pPr marL="0" indent="0" algn="ctr" defTabSz="914400" rtl="0" eaLnBrk="1" latinLnBrk="1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b="0" i="0" u="none" strike="noStrike" kern="1200" cap="none" spc="0" normalizeH="0" baseline="0">
                <a:solidFill>
                  <a:srgbClr val="808080"/>
                </a:solidFill>
                <a:latin typeface="맑은 고딕"/>
                <a:ea typeface="맑은 고딕"/>
                <a:cs typeface="맑은 고딕"/>
              </a:rPr>
              <a:t>Input bar for Name / Purpose information</a:t>
            </a:r>
            <a:endParaRPr kumimoji="0" lang="ko-KR" altLang="en-US" b="0" i="0" u="none" strike="noStrike" kern="1200" cap="none" spc="0" normalizeH="0" baseline="0">
              <a:solidFill>
                <a:srgbClr val="808080"/>
              </a:solidFill>
              <a:latin typeface="맑은 고딕"/>
              <a:ea typeface="맑은 고딕"/>
              <a:cs typeface="맑은 고딕"/>
            </a:endParaRPr>
          </a:p>
          <a:p>
            <a:pPr marL="0" indent="0" algn="ctr" defTabSz="914400" rtl="0" eaLnBrk="1" latinLnBrk="1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2200" b="0" i="0" u="none" strike="noStrike" kern="1200" cap="none" spc="0" normalizeH="0" baseline="0">
              <a:solidFill>
                <a:srgbClr val="808080"/>
              </a:solidFill>
              <a:latin typeface="맑은 고딕"/>
              <a:ea typeface="맑은 고딕"/>
              <a:cs typeface="맑은 고딕"/>
            </a:endParaRPr>
          </a:p>
          <a:p>
            <a:pPr marL="0" indent="0" algn="ctr" defTabSz="914400" rtl="0" eaLnBrk="1" latinLnBrk="1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2200" b="0" i="0" u="none" strike="noStrike" kern="1200" cap="none" spc="0" normalizeH="0" baseline="0">
                <a:solidFill>
                  <a:srgbClr val="808080"/>
                </a:solidFill>
                <a:latin typeface="맑은 고딕"/>
                <a:ea typeface="맑은 고딕"/>
                <a:cs typeface="맑은 고딕"/>
              </a:rPr>
              <a:t>Challenge Accept button</a:t>
            </a:r>
            <a:endParaRPr kumimoji="0" lang="ko-KR" altLang="en-US" sz="2200" b="0" i="0" u="none" strike="noStrike" kern="1200" cap="none" spc="0" normalizeH="0" baseline="0">
              <a:solidFill>
                <a:srgbClr val="808080"/>
              </a:solidFill>
              <a:latin typeface="맑은 고딕"/>
              <a:ea typeface="맑은 고딕"/>
              <a:cs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한쪽 모서리가 둥근 사각형 35"/>
          <p:cNvSpPr/>
          <p:nvPr/>
        </p:nvSpPr>
        <p:spPr>
          <a:xfrm>
            <a:off x="0" y="0"/>
            <a:ext cx="3848100" cy="5549900"/>
          </a:xfrm>
          <a:prstGeom prst="round1Rect">
            <a:avLst>
              <a:gd name="adj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5" name="모서리가 둥근 직사각형 4"/>
          <p:cNvSpPr/>
          <p:nvPr/>
        </p:nvSpPr>
        <p:spPr>
          <a:xfrm>
            <a:off x="236537" y="304800"/>
            <a:ext cx="11669713" cy="6265862"/>
          </a:xfrm>
          <a:prstGeom prst="roundRect">
            <a:avLst>
              <a:gd name="adj" fmla="val 4810"/>
            </a:avLst>
          </a:prstGeom>
          <a:solidFill>
            <a:srgbClr val="264259"/>
          </a:solidFill>
          <a:ln w="63500">
            <a:solidFill>
              <a:schemeClr val="tx2">
                <a:lumMod val="50000"/>
              </a:schemeClr>
            </a:solidFill>
          </a:ln>
          <a:effectLst>
            <a:outerShdw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6" name="양쪽 모서리가 둥근 사각형 5"/>
          <p:cNvSpPr/>
          <p:nvPr/>
        </p:nvSpPr>
        <p:spPr>
          <a:xfrm rot="5400000">
            <a:off x="3271463" y="-2062957"/>
            <a:ext cx="6192000" cy="11001376"/>
          </a:xfrm>
          <a:prstGeom prst="round2SameRect">
            <a:avLst>
              <a:gd name="adj1" fmla="val 4506"/>
              <a:gd name="adj2" fmla="val 0"/>
            </a:avLst>
          </a:prstGeom>
          <a:solidFill>
            <a:schemeClr val="bg1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5" name="자유형 14"/>
          <p:cNvSpPr/>
          <p:nvPr/>
        </p:nvSpPr>
        <p:spPr>
          <a:xfrm>
            <a:off x="1574800" y="1863725"/>
            <a:ext cx="73025" cy="85725"/>
          </a:xfrm>
          <a:custGeom>
            <a:avLst/>
            <a:gdLst>
              <a:gd name="connsiteX0" fmla="*/ 0 w 73025"/>
              <a:gd name="connsiteY0" fmla="*/ 31750 h 85725"/>
              <a:gd name="connsiteX1" fmla="*/ 31750 w 73025"/>
              <a:gd name="connsiteY1" fmla="*/ 85725 h 85725"/>
              <a:gd name="connsiteX2" fmla="*/ 73025 w 73025"/>
              <a:gd name="connsiteY2" fmla="*/ 0 h 85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3025" h="85725">
                <a:moveTo>
                  <a:pt x="0" y="31750"/>
                </a:moveTo>
                <a:lnTo>
                  <a:pt x="31750" y="85725"/>
                </a:lnTo>
                <a:lnTo>
                  <a:pt x="73025" y="0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9" name="Freeform 9"/>
          <p:cNvSpPr/>
          <p:nvPr/>
        </p:nvSpPr>
        <p:spPr>
          <a:xfrm>
            <a:off x="477298" y="2470961"/>
            <a:ext cx="141676" cy="186968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lvl="0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23" name="Freeform 36"/>
          <p:cNvSpPr>
            <a:spLocks noEditPoints="1"/>
          </p:cNvSpPr>
          <p:nvPr/>
        </p:nvSpPr>
        <p:spPr>
          <a:xfrm>
            <a:off x="491434" y="4397002"/>
            <a:ext cx="113404" cy="190736"/>
          </a:xfrm>
          <a:custGeom>
            <a:avLst/>
            <a:gdLst>
              <a:gd name="T0" fmla="*/ 937 w 1926"/>
              <a:gd name="T1" fmla="*/ 3639 h 4045"/>
              <a:gd name="T2" fmla="*/ 893 w 1926"/>
              <a:gd name="T3" fmla="*/ 3665 h 4045"/>
              <a:gd name="T4" fmla="*/ 863 w 1926"/>
              <a:gd name="T5" fmla="*/ 3712 h 4045"/>
              <a:gd name="T6" fmla="*/ 851 w 1926"/>
              <a:gd name="T7" fmla="*/ 3772 h 4045"/>
              <a:gd name="T8" fmla="*/ 863 w 1926"/>
              <a:gd name="T9" fmla="*/ 3832 h 4045"/>
              <a:gd name="T10" fmla="*/ 893 w 1926"/>
              <a:gd name="T11" fmla="*/ 3878 h 4045"/>
              <a:gd name="T12" fmla="*/ 937 w 1926"/>
              <a:gd name="T13" fmla="*/ 3905 h 4045"/>
              <a:gd name="T14" fmla="*/ 988 w 1926"/>
              <a:gd name="T15" fmla="*/ 3905 h 4045"/>
              <a:gd name="T16" fmla="*/ 1033 w 1926"/>
              <a:gd name="T17" fmla="*/ 3878 h 4045"/>
              <a:gd name="T18" fmla="*/ 1064 w 1926"/>
              <a:gd name="T19" fmla="*/ 3832 h 4045"/>
              <a:gd name="T20" fmla="*/ 1075 w 1926"/>
              <a:gd name="T21" fmla="*/ 3772 h 4045"/>
              <a:gd name="T22" fmla="*/ 1064 w 1926"/>
              <a:gd name="T23" fmla="*/ 3712 h 4045"/>
              <a:gd name="T24" fmla="*/ 1033 w 1926"/>
              <a:gd name="T25" fmla="*/ 3665 h 4045"/>
              <a:gd name="T26" fmla="*/ 988 w 1926"/>
              <a:gd name="T27" fmla="*/ 3639 h 4045"/>
              <a:gd name="T28" fmla="*/ 156 w 1926"/>
              <a:gd name="T29" fmla="*/ 434 h 4045"/>
              <a:gd name="T30" fmla="*/ 1770 w 1926"/>
              <a:gd name="T31" fmla="*/ 3540 h 4045"/>
              <a:gd name="T32" fmla="*/ 156 w 1926"/>
              <a:gd name="T33" fmla="*/ 434 h 4045"/>
              <a:gd name="T34" fmla="*/ 716 w 1926"/>
              <a:gd name="T35" fmla="*/ 200 h 4045"/>
              <a:gd name="T36" fmla="*/ 701 w 1926"/>
              <a:gd name="T37" fmla="*/ 217 h 4045"/>
              <a:gd name="T38" fmla="*/ 701 w 1926"/>
              <a:gd name="T39" fmla="*/ 243 h 4045"/>
              <a:gd name="T40" fmla="*/ 716 w 1926"/>
              <a:gd name="T41" fmla="*/ 260 h 4045"/>
              <a:gd name="T42" fmla="*/ 1199 w 1926"/>
              <a:gd name="T43" fmla="*/ 262 h 4045"/>
              <a:gd name="T44" fmla="*/ 1218 w 1926"/>
              <a:gd name="T45" fmla="*/ 254 h 4045"/>
              <a:gd name="T46" fmla="*/ 1226 w 1926"/>
              <a:gd name="T47" fmla="*/ 230 h 4045"/>
              <a:gd name="T48" fmla="*/ 1218 w 1926"/>
              <a:gd name="T49" fmla="*/ 207 h 4045"/>
              <a:gd name="T50" fmla="*/ 1199 w 1926"/>
              <a:gd name="T51" fmla="*/ 197 h 4045"/>
              <a:gd name="T52" fmla="*/ 224 w 1926"/>
              <a:gd name="T53" fmla="*/ 0 h 4045"/>
              <a:gd name="T54" fmla="*/ 1738 w 1926"/>
              <a:gd name="T55" fmla="*/ 4 h 4045"/>
              <a:gd name="T56" fmla="*/ 1805 w 1926"/>
              <a:gd name="T57" fmla="*/ 31 h 4045"/>
              <a:gd name="T58" fmla="*/ 1860 w 1926"/>
              <a:gd name="T59" fmla="*/ 81 h 4045"/>
              <a:gd name="T60" fmla="*/ 1900 w 1926"/>
              <a:gd name="T61" fmla="*/ 148 h 4045"/>
              <a:gd name="T62" fmla="*/ 1923 w 1926"/>
              <a:gd name="T63" fmla="*/ 229 h 4045"/>
              <a:gd name="T64" fmla="*/ 1926 w 1926"/>
              <a:gd name="T65" fmla="*/ 3772 h 4045"/>
              <a:gd name="T66" fmla="*/ 1915 w 1926"/>
              <a:gd name="T67" fmla="*/ 3857 h 4045"/>
              <a:gd name="T68" fmla="*/ 1882 w 1926"/>
              <a:gd name="T69" fmla="*/ 3932 h 4045"/>
              <a:gd name="T70" fmla="*/ 1834 w 1926"/>
              <a:gd name="T71" fmla="*/ 3992 h 4045"/>
              <a:gd name="T72" fmla="*/ 1773 w 1926"/>
              <a:gd name="T73" fmla="*/ 4032 h 4045"/>
              <a:gd name="T74" fmla="*/ 1702 w 1926"/>
              <a:gd name="T75" fmla="*/ 4045 h 4045"/>
              <a:gd name="T76" fmla="*/ 188 w 1926"/>
              <a:gd name="T77" fmla="*/ 4041 h 4045"/>
              <a:gd name="T78" fmla="*/ 122 w 1926"/>
              <a:gd name="T79" fmla="*/ 4014 h 4045"/>
              <a:gd name="T80" fmla="*/ 66 w 1926"/>
              <a:gd name="T81" fmla="*/ 3964 h 4045"/>
              <a:gd name="T82" fmla="*/ 25 w 1926"/>
              <a:gd name="T83" fmla="*/ 3897 h 4045"/>
              <a:gd name="T84" fmla="*/ 3 w 1926"/>
              <a:gd name="T85" fmla="*/ 3816 h 4045"/>
              <a:gd name="T86" fmla="*/ 0 w 1926"/>
              <a:gd name="T87" fmla="*/ 273 h 4045"/>
              <a:gd name="T88" fmla="*/ 12 w 1926"/>
              <a:gd name="T89" fmla="*/ 188 h 4045"/>
              <a:gd name="T90" fmla="*/ 43 w 1926"/>
              <a:gd name="T91" fmla="*/ 113 h 4045"/>
              <a:gd name="T92" fmla="*/ 92 w 1926"/>
              <a:gd name="T93" fmla="*/ 53 h 4045"/>
              <a:gd name="T94" fmla="*/ 154 w 1926"/>
              <a:gd name="T95" fmla="*/ 13 h 4045"/>
              <a:gd name="T96" fmla="*/ 224 w 1926"/>
              <a:gd name="T97" fmla="*/ 0 h 40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926" h="4045">
                <a:moveTo>
                  <a:pt x="963" y="3636"/>
                </a:moveTo>
                <a:lnTo>
                  <a:pt x="937" y="3639"/>
                </a:lnTo>
                <a:lnTo>
                  <a:pt x="914" y="3649"/>
                </a:lnTo>
                <a:lnTo>
                  <a:pt x="893" y="3665"/>
                </a:lnTo>
                <a:lnTo>
                  <a:pt x="876" y="3686"/>
                </a:lnTo>
                <a:lnTo>
                  <a:pt x="863" y="3712"/>
                </a:lnTo>
                <a:lnTo>
                  <a:pt x="854" y="3741"/>
                </a:lnTo>
                <a:lnTo>
                  <a:pt x="851" y="3772"/>
                </a:lnTo>
                <a:lnTo>
                  <a:pt x="854" y="3804"/>
                </a:lnTo>
                <a:lnTo>
                  <a:pt x="863" y="3832"/>
                </a:lnTo>
                <a:lnTo>
                  <a:pt x="876" y="3857"/>
                </a:lnTo>
                <a:lnTo>
                  <a:pt x="893" y="3878"/>
                </a:lnTo>
                <a:lnTo>
                  <a:pt x="914" y="3894"/>
                </a:lnTo>
                <a:lnTo>
                  <a:pt x="937" y="3905"/>
                </a:lnTo>
                <a:lnTo>
                  <a:pt x="963" y="3909"/>
                </a:lnTo>
                <a:lnTo>
                  <a:pt x="988" y="3905"/>
                </a:lnTo>
                <a:lnTo>
                  <a:pt x="1013" y="3894"/>
                </a:lnTo>
                <a:lnTo>
                  <a:pt x="1033" y="3878"/>
                </a:lnTo>
                <a:lnTo>
                  <a:pt x="1051" y="3857"/>
                </a:lnTo>
                <a:lnTo>
                  <a:pt x="1064" y="3832"/>
                </a:lnTo>
                <a:lnTo>
                  <a:pt x="1072" y="3804"/>
                </a:lnTo>
                <a:lnTo>
                  <a:pt x="1075" y="3772"/>
                </a:lnTo>
                <a:lnTo>
                  <a:pt x="1072" y="3741"/>
                </a:lnTo>
                <a:lnTo>
                  <a:pt x="1064" y="3712"/>
                </a:lnTo>
                <a:lnTo>
                  <a:pt x="1051" y="3686"/>
                </a:lnTo>
                <a:lnTo>
                  <a:pt x="1033" y="3665"/>
                </a:lnTo>
                <a:lnTo>
                  <a:pt x="1013" y="3649"/>
                </a:lnTo>
                <a:lnTo>
                  <a:pt x="988" y="3639"/>
                </a:lnTo>
                <a:lnTo>
                  <a:pt x="963" y="3636"/>
                </a:lnTo>
                <a:close/>
                <a:moveTo>
                  <a:pt x="156" y="434"/>
                </a:moveTo>
                <a:lnTo>
                  <a:pt x="156" y="3540"/>
                </a:lnTo>
                <a:lnTo>
                  <a:pt x="1770" y="3540"/>
                </a:lnTo>
                <a:lnTo>
                  <a:pt x="1770" y="434"/>
                </a:lnTo>
                <a:lnTo>
                  <a:pt x="156" y="434"/>
                </a:lnTo>
                <a:close/>
                <a:moveTo>
                  <a:pt x="727" y="197"/>
                </a:moveTo>
                <a:lnTo>
                  <a:pt x="716" y="200"/>
                </a:lnTo>
                <a:lnTo>
                  <a:pt x="707" y="207"/>
                </a:lnTo>
                <a:lnTo>
                  <a:pt x="701" y="217"/>
                </a:lnTo>
                <a:lnTo>
                  <a:pt x="699" y="230"/>
                </a:lnTo>
                <a:lnTo>
                  <a:pt x="701" y="243"/>
                </a:lnTo>
                <a:lnTo>
                  <a:pt x="707" y="254"/>
                </a:lnTo>
                <a:lnTo>
                  <a:pt x="716" y="260"/>
                </a:lnTo>
                <a:lnTo>
                  <a:pt x="727" y="262"/>
                </a:lnTo>
                <a:lnTo>
                  <a:pt x="1199" y="262"/>
                </a:lnTo>
                <a:lnTo>
                  <a:pt x="1210" y="260"/>
                </a:lnTo>
                <a:lnTo>
                  <a:pt x="1218" y="254"/>
                </a:lnTo>
                <a:lnTo>
                  <a:pt x="1224" y="243"/>
                </a:lnTo>
                <a:lnTo>
                  <a:pt x="1226" y="230"/>
                </a:lnTo>
                <a:lnTo>
                  <a:pt x="1224" y="217"/>
                </a:lnTo>
                <a:lnTo>
                  <a:pt x="1218" y="207"/>
                </a:lnTo>
                <a:lnTo>
                  <a:pt x="1210" y="200"/>
                </a:lnTo>
                <a:lnTo>
                  <a:pt x="1199" y="197"/>
                </a:lnTo>
                <a:lnTo>
                  <a:pt x="727" y="197"/>
                </a:lnTo>
                <a:close/>
                <a:moveTo>
                  <a:pt x="224" y="0"/>
                </a:moveTo>
                <a:lnTo>
                  <a:pt x="1702" y="0"/>
                </a:lnTo>
                <a:lnTo>
                  <a:pt x="1738" y="4"/>
                </a:lnTo>
                <a:lnTo>
                  <a:pt x="1773" y="13"/>
                </a:lnTo>
                <a:lnTo>
                  <a:pt x="1805" y="31"/>
                </a:lnTo>
                <a:lnTo>
                  <a:pt x="1834" y="53"/>
                </a:lnTo>
                <a:lnTo>
                  <a:pt x="1860" y="81"/>
                </a:lnTo>
                <a:lnTo>
                  <a:pt x="1882" y="113"/>
                </a:lnTo>
                <a:lnTo>
                  <a:pt x="1900" y="148"/>
                </a:lnTo>
                <a:lnTo>
                  <a:pt x="1915" y="188"/>
                </a:lnTo>
                <a:lnTo>
                  <a:pt x="1923" y="229"/>
                </a:lnTo>
                <a:lnTo>
                  <a:pt x="1926" y="273"/>
                </a:lnTo>
                <a:lnTo>
                  <a:pt x="1926" y="3772"/>
                </a:lnTo>
                <a:lnTo>
                  <a:pt x="1923" y="3816"/>
                </a:lnTo>
                <a:lnTo>
                  <a:pt x="1915" y="3857"/>
                </a:lnTo>
                <a:lnTo>
                  <a:pt x="1900" y="3897"/>
                </a:lnTo>
                <a:lnTo>
                  <a:pt x="1882" y="3932"/>
                </a:lnTo>
                <a:lnTo>
                  <a:pt x="1860" y="3964"/>
                </a:lnTo>
                <a:lnTo>
                  <a:pt x="1834" y="3992"/>
                </a:lnTo>
                <a:lnTo>
                  <a:pt x="1805" y="4014"/>
                </a:lnTo>
                <a:lnTo>
                  <a:pt x="1773" y="4032"/>
                </a:lnTo>
                <a:lnTo>
                  <a:pt x="1738" y="4041"/>
                </a:lnTo>
                <a:lnTo>
                  <a:pt x="1702" y="4045"/>
                </a:lnTo>
                <a:lnTo>
                  <a:pt x="224" y="4045"/>
                </a:lnTo>
                <a:lnTo>
                  <a:pt x="188" y="4041"/>
                </a:lnTo>
                <a:lnTo>
                  <a:pt x="154" y="4032"/>
                </a:lnTo>
                <a:lnTo>
                  <a:pt x="122" y="4014"/>
                </a:lnTo>
                <a:lnTo>
                  <a:pt x="92" y="3992"/>
                </a:lnTo>
                <a:lnTo>
                  <a:pt x="66" y="3964"/>
                </a:lnTo>
                <a:lnTo>
                  <a:pt x="43" y="3932"/>
                </a:lnTo>
                <a:lnTo>
                  <a:pt x="25" y="3897"/>
                </a:lnTo>
                <a:lnTo>
                  <a:pt x="12" y="3857"/>
                </a:lnTo>
                <a:lnTo>
                  <a:pt x="3" y="3816"/>
                </a:lnTo>
                <a:lnTo>
                  <a:pt x="0" y="3772"/>
                </a:lnTo>
                <a:lnTo>
                  <a:pt x="0" y="273"/>
                </a:lnTo>
                <a:lnTo>
                  <a:pt x="3" y="229"/>
                </a:lnTo>
                <a:lnTo>
                  <a:pt x="12" y="188"/>
                </a:lnTo>
                <a:lnTo>
                  <a:pt x="25" y="148"/>
                </a:lnTo>
                <a:lnTo>
                  <a:pt x="43" y="113"/>
                </a:lnTo>
                <a:lnTo>
                  <a:pt x="66" y="81"/>
                </a:lnTo>
                <a:lnTo>
                  <a:pt x="92" y="53"/>
                </a:lnTo>
                <a:lnTo>
                  <a:pt x="122" y="31"/>
                </a:lnTo>
                <a:lnTo>
                  <a:pt x="154" y="13"/>
                </a:lnTo>
                <a:lnTo>
                  <a:pt x="188" y="4"/>
                </a:lnTo>
                <a:lnTo>
                  <a:pt x="224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lvl="0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24" name="자유형 23"/>
          <p:cNvSpPr/>
          <p:nvPr/>
        </p:nvSpPr>
        <p:spPr>
          <a:xfrm>
            <a:off x="462778" y="3768685"/>
            <a:ext cx="170716" cy="149410"/>
          </a:xfrm>
          <a:custGeom>
            <a:avLst/>
            <a:gdLst>
              <a:gd name="connsiteX0" fmla="*/ 149021 w 448462"/>
              <a:gd name="connsiteY0" fmla="*/ 328125 h 392491"/>
              <a:gd name="connsiteX1" fmla="*/ 210588 w 448462"/>
              <a:gd name="connsiteY1" fmla="*/ 357224 h 392491"/>
              <a:gd name="connsiteX2" fmla="*/ 160375 w 448462"/>
              <a:gd name="connsiteY2" fmla="*/ 391211 h 392491"/>
              <a:gd name="connsiteX3" fmla="*/ 158502 w 448462"/>
              <a:gd name="connsiteY3" fmla="*/ 392025 h 392491"/>
              <a:gd name="connsiteX4" fmla="*/ 156629 w 448462"/>
              <a:gd name="connsiteY4" fmla="*/ 392491 h 392491"/>
              <a:gd name="connsiteX5" fmla="*/ 154757 w 448462"/>
              <a:gd name="connsiteY5" fmla="*/ 392375 h 392491"/>
              <a:gd name="connsiteX6" fmla="*/ 153001 w 448462"/>
              <a:gd name="connsiteY6" fmla="*/ 391676 h 392491"/>
              <a:gd name="connsiteX7" fmla="*/ 151362 w 448462"/>
              <a:gd name="connsiteY7" fmla="*/ 390396 h 392491"/>
              <a:gd name="connsiteX8" fmla="*/ 150075 w 448462"/>
              <a:gd name="connsiteY8" fmla="*/ 388883 h 392491"/>
              <a:gd name="connsiteX9" fmla="*/ 149255 w 448462"/>
              <a:gd name="connsiteY9" fmla="*/ 387137 h 392491"/>
              <a:gd name="connsiteX10" fmla="*/ 149021 w 448462"/>
              <a:gd name="connsiteY10" fmla="*/ 385158 h 392491"/>
              <a:gd name="connsiteX11" fmla="*/ 441235 w 448462"/>
              <a:gd name="connsiteY11" fmla="*/ 0 h 392491"/>
              <a:gd name="connsiteX12" fmla="*/ 442983 w 448462"/>
              <a:gd name="connsiteY12" fmla="*/ 233 h 392491"/>
              <a:gd name="connsiteX13" fmla="*/ 444615 w 448462"/>
              <a:gd name="connsiteY13" fmla="*/ 816 h 392491"/>
              <a:gd name="connsiteX14" fmla="*/ 446131 w 448462"/>
              <a:gd name="connsiteY14" fmla="*/ 1866 h 392491"/>
              <a:gd name="connsiteX15" fmla="*/ 447530 w 448462"/>
              <a:gd name="connsiteY15" fmla="*/ 3615 h 392491"/>
              <a:gd name="connsiteX16" fmla="*/ 448346 w 448462"/>
              <a:gd name="connsiteY16" fmla="*/ 5714 h 392491"/>
              <a:gd name="connsiteX17" fmla="*/ 448462 w 448462"/>
              <a:gd name="connsiteY17" fmla="*/ 7696 h 392491"/>
              <a:gd name="connsiteX18" fmla="*/ 447879 w 448462"/>
              <a:gd name="connsiteY18" fmla="*/ 9911 h 392491"/>
              <a:gd name="connsiteX19" fmla="*/ 307990 w 448462"/>
              <a:gd name="connsiteY19" fmla="*/ 362641 h 392491"/>
              <a:gd name="connsiteX20" fmla="*/ 306708 w 448462"/>
              <a:gd name="connsiteY20" fmla="*/ 364973 h 392491"/>
              <a:gd name="connsiteX21" fmla="*/ 305076 w 448462"/>
              <a:gd name="connsiteY21" fmla="*/ 366955 h 392491"/>
              <a:gd name="connsiteX22" fmla="*/ 303094 w 448462"/>
              <a:gd name="connsiteY22" fmla="*/ 368588 h 392491"/>
              <a:gd name="connsiteX23" fmla="*/ 300646 w 448462"/>
              <a:gd name="connsiteY23" fmla="*/ 369870 h 392491"/>
              <a:gd name="connsiteX24" fmla="*/ 298314 w 448462"/>
              <a:gd name="connsiteY24" fmla="*/ 370570 h 392491"/>
              <a:gd name="connsiteX25" fmla="*/ 295983 w 448462"/>
              <a:gd name="connsiteY25" fmla="*/ 370803 h 392491"/>
              <a:gd name="connsiteX26" fmla="*/ 293068 w 448462"/>
              <a:gd name="connsiteY26" fmla="*/ 370453 h 392491"/>
              <a:gd name="connsiteX27" fmla="*/ 290387 w 448462"/>
              <a:gd name="connsiteY27" fmla="*/ 369404 h 392491"/>
              <a:gd name="connsiteX28" fmla="*/ 148982 w 448462"/>
              <a:gd name="connsiteY28" fmla="*/ 302123 h 392491"/>
              <a:gd name="connsiteX29" fmla="*/ 347858 w 448462"/>
              <a:gd name="connsiteY29" fmla="*/ 102379 h 392491"/>
              <a:gd name="connsiteX30" fmla="*/ 120771 w 448462"/>
              <a:gd name="connsiteY30" fmla="*/ 288830 h 392491"/>
              <a:gd name="connsiteX31" fmla="*/ 7344 w 448462"/>
              <a:gd name="connsiteY31" fmla="*/ 234842 h 392491"/>
              <a:gd name="connsiteX32" fmla="*/ 4896 w 448462"/>
              <a:gd name="connsiteY32" fmla="*/ 233209 h 392491"/>
              <a:gd name="connsiteX33" fmla="*/ 2798 w 448462"/>
              <a:gd name="connsiteY33" fmla="*/ 231227 h 392491"/>
              <a:gd name="connsiteX34" fmla="*/ 1282 w 448462"/>
              <a:gd name="connsiteY34" fmla="*/ 228895 h 392491"/>
              <a:gd name="connsiteX35" fmla="*/ 349 w 448462"/>
              <a:gd name="connsiteY35" fmla="*/ 226213 h 392491"/>
              <a:gd name="connsiteX36" fmla="*/ 0 w 448462"/>
              <a:gd name="connsiteY36" fmla="*/ 223298 h 392491"/>
              <a:gd name="connsiteX37" fmla="*/ 233 w 448462"/>
              <a:gd name="connsiteY37" fmla="*/ 220499 h 392491"/>
              <a:gd name="connsiteX38" fmla="*/ 1165 w 448462"/>
              <a:gd name="connsiteY38" fmla="*/ 217701 h 392491"/>
              <a:gd name="connsiteX39" fmla="*/ 2681 w 448462"/>
              <a:gd name="connsiteY39" fmla="*/ 215252 h 392491"/>
              <a:gd name="connsiteX40" fmla="*/ 4779 w 448462"/>
              <a:gd name="connsiteY40" fmla="*/ 213270 h 392491"/>
              <a:gd name="connsiteX41" fmla="*/ 7227 w 448462"/>
              <a:gd name="connsiteY41" fmla="*/ 211754 h 392491"/>
              <a:gd name="connsiteX42" fmla="*/ 437971 w 448462"/>
              <a:gd name="connsiteY42" fmla="*/ 583 h 392491"/>
              <a:gd name="connsiteX43" fmla="*/ 439603 w 448462"/>
              <a:gd name="connsiteY43" fmla="*/ 117 h 392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448462" h="392491">
                <a:moveTo>
                  <a:pt x="149021" y="328125"/>
                </a:moveTo>
                <a:lnTo>
                  <a:pt x="210588" y="357224"/>
                </a:lnTo>
                <a:lnTo>
                  <a:pt x="160375" y="391211"/>
                </a:lnTo>
                <a:lnTo>
                  <a:pt x="158502" y="392025"/>
                </a:lnTo>
                <a:lnTo>
                  <a:pt x="156629" y="392491"/>
                </a:lnTo>
                <a:lnTo>
                  <a:pt x="154757" y="392375"/>
                </a:lnTo>
                <a:lnTo>
                  <a:pt x="153001" y="391676"/>
                </a:lnTo>
                <a:lnTo>
                  <a:pt x="151362" y="390396"/>
                </a:lnTo>
                <a:lnTo>
                  <a:pt x="150075" y="388883"/>
                </a:lnTo>
                <a:lnTo>
                  <a:pt x="149255" y="387137"/>
                </a:lnTo>
                <a:lnTo>
                  <a:pt x="149021" y="385158"/>
                </a:lnTo>
                <a:close/>
                <a:moveTo>
                  <a:pt x="441235" y="0"/>
                </a:moveTo>
                <a:lnTo>
                  <a:pt x="442983" y="233"/>
                </a:lnTo>
                <a:lnTo>
                  <a:pt x="444615" y="816"/>
                </a:lnTo>
                <a:lnTo>
                  <a:pt x="446131" y="1866"/>
                </a:lnTo>
                <a:lnTo>
                  <a:pt x="447530" y="3615"/>
                </a:lnTo>
                <a:lnTo>
                  <a:pt x="448346" y="5714"/>
                </a:lnTo>
                <a:lnTo>
                  <a:pt x="448462" y="7696"/>
                </a:lnTo>
                <a:lnTo>
                  <a:pt x="447879" y="9911"/>
                </a:lnTo>
                <a:lnTo>
                  <a:pt x="307990" y="362641"/>
                </a:lnTo>
                <a:lnTo>
                  <a:pt x="306708" y="364973"/>
                </a:lnTo>
                <a:lnTo>
                  <a:pt x="305076" y="366955"/>
                </a:lnTo>
                <a:lnTo>
                  <a:pt x="303094" y="368588"/>
                </a:lnTo>
                <a:lnTo>
                  <a:pt x="300646" y="369870"/>
                </a:lnTo>
                <a:lnTo>
                  <a:pt x="298314" y="370570"/>
                </a:lnTo>
                <a:lnTo>
                  <a:pt x="295983" y="370803"/>
                </a:lnTo>
                <a:lnTo>
                  <a:pt x="293068" y="370453"/>
                </a:lnTo>
                <a:lnTo>
                  <a:pt x="290387" y="369404"/>
                </a:lnTo>
                <a:lnTo>
                  <a:pt x="148982" y="302123"/>
                </a:lnTo>
                <a:lnTo>
                  <a:pt x="347858" y="102379"/>
                </a:lnTo>
                <a:lnTo>
                  <a:pt x="120771" y="288830"/>
                </a:lnTo>
                <a:lnTo>
                  <a:pt x="7344" y="234842"/>
                </a:lnTo>
                <a:lnTo>
                  <a:pt x="4896" y="233209"/>
                </a:lnTo>
                <a:lnTo>
                  <a:pt x="2798" y="231227"/>
                </a:lnTo>
                <a:lnTo>
                  <a:pt x="1282" y="228895"/>
                </a:lnTo>
                <a:lnTo>
                  <a:pt x="349" y="226213"/>
                </a:lnTo>
                <a:lnTo>
                  <a:pt x="0" y="223298"/>
                </a:lnTo>
                <a:lnTo>
                  <a:pt x="233" y="220499"/>
                </a:lnTo>
                <a:lnTo>
                  <a:pt x="1165" y="217701"/>
                </a:lnTo>
                <a:lnTo>
                  <a:pt x="2681" y="215252"/>
                </a:lnTo>
                <a:lnTo>
                  <a:pt x="4779" y="213270"/>
                </a:lnTo>
                <a:lnTo>
                  <a:pt x="7227" y="211754"/>
                </a:lnTo>
                <a:lnTo>
                  <a:pt x="437971" y="583"/>
                </a:lnTo>
                <a:lnTo>
                  <a:pt x="439603" y="117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noAutofit/>
          </a:bodyPr>
          <a:lstStyle/>
          <a:p>
            <a:pPr lvl="0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25" name="Freeform 6"/>
          <p:cNvSpPr/>
          <p:nvPr/>
        </p:nvSpPr>
        <p:spPr>
          <a:xfrm rot="10800000" flipH="1" flipV="1">
            <a:off x="461886" y="3136838"/>
            <a:ext cx="172500" cy="152938"/>
          </a:xfrm>
          <a:custGeom>
            <a:avLst/>
            <a:gdLst>
              <a:gd name="T0" fmla="*/ 2689 w 3491"/>
              <a:gd name="T1" fmla="*/ 15 h 3097"/>
              <a:gd name="T2" fmla="*/ 2963 w 3491"/>
              <a:gd name="T3" fmla="*/ 108 h 3097"/>
              <a:gd name="T4" fmla="*/ 3204 w 3491"/>
              <a:gd name="T5" fmla="*/ 281 h 3097"/>
              <a:gd name="T6" fmla="*/ 3382 w 3491"/>
              <a:gd name="T7" fmla="*/ 518 h 3097"/>
              <a:gd name="T8" fmla="*/ 3475 w 3491"/>
              <a:gd name="T9" fmla="*/ 786 h 3097"/>
              <a:gd name="T10" fmla="*/ 3486 w 3491"/>
              <a:gd name="T11" fmla="*/ 1066 h 3097"/>
              <a:gd name="T12" fmla="*/ 3413 w 3491"/>
              <a:gd name="T13" fmla="*/ 1339 h 3097"/>
              <a:gd name="T14" fmla="*/ 3256 w 3491"/>
              <a:gd name="T15" fmla="*/ 1586 h 3097"/>
              <a:gd name="T16" fmla="*/ 1965 w 3491"/>
              <a:gd name="T17" fmla="*/ 2838 h 3097"/>
              <a:gd name="T18" fmla="*/ 1873 w 3491"/>
              <a:gd name="T19" fmla="*/ 2828 h 3097"/>
              <a:gd name="T20" fmla="*/ 1821 w 3491"/>
              <a:gd name="T21" fmla="*/ 2749 h 3097"/>
              <a:gd name="T22" fmla="*/ 1853 w 3491"/>
              <a:gd name="T23" fmla="*/ 2662 h 3097"/>
              <a:gd name="T24" fmla="*/ 3153 w 3491"/>
              <a:gd name="T25" fmla="*/ 1355 h 3097"/>
              <a:gd name="T26" fmla="*/ 3242 w 3491"/>
              <a:gd name="T27" fmla="*/ 1126 h 3097"/>
              <a:gd name="T28" fmla="*/ 3253 w 3491"/>
              <a:gd name="T29" fmla="*/ 885 h 3097"/>
              <a:gd name="T30" fmla="*/ 3183 w 3491"/>
              <a:gd name="T31" fmla="*/ 653 h 3097"/>
              <a:gd name="T32" fmla="*/ 3035 w 3491"/>
              <a:gd name="T33" fmla="*/ 448 h 3097"/>
              <a:gd name="T34" fmla="*/ 2825 w 3491"/>
              <a:gd name="T35" fmla="*/ 301 h 3097"/>
              <a:gd name="T36" fmla="*/ 2586 w 3491"/>
              <a:gd name="T37" fmla="*/ 234 h 3097"/>
              <a:gd name="T38" fmla="*/ 2340 w 3491"/>
              <a:gd name="T39" fmla="*/ 243 h 3097"/>
              <a:gd name="T40" fmla="*/ 2108 w 3491"/>
              <a:gd name="T41" fmla="*/ 331 h 3097"/>
              <a:gd name="T42" fmla="*/ 378 w 3491"/>
              <a:gd name="T43" fmla="*/ 1972 h 3097"/>
              <a:gd name="T44" fmla="*/ 258 w 3491"/>
              <a:gd name="T45" fmla="*/ 2149 h 3097"/>
              <a:gd name="T46" fmla="*/ 218 w 3491"/>
              <a:gd name="T47" fmla="*/ 2350 h 3097"/>
              <a:gd name="T48" fmla="*/ 258 w 3491"/>
              <a:gd name="T49" fmla="*/ 2551 h 3097"/>
              <a:gd name="T50" fmla="*/ 378 w 3491"/>
              <a:gd name="T51" fmla="*/ 2728 h 3097"/>
              <a:gd name="T52" fmla="*/ 558 w 3491"/>
              <a:gd name="T53" fmla="*/ 2846 h 3097"/>
              <a:gd name="T54" fmla="*/ 763 w 3491"/>
              <a:gd name="T55" fmla="*/ 2885 h 3097"/>
              <a:gd name="T56" fmla="*/ 968 w 3491"/>
              <a:gd name="T57" fmla="*/ 2846 h 3097"/>
              <a:gd name="T58" fmla="*/ 1149 w 3491"/>
              <a:gd name="T59" fmla="*/ 2728 h 3097"/>
              <a:gd name="T60" fmla="*/ 2809 w 3491"/>
              <a:gd name="T61" fmla="*/ 1091 h 3097"/>
              <a:gd name="T62" fmla="*/ 2837 w 3491"/>
              <a:gd name="T63" fmla="*/ 942 h 3097"/>
              <a:gd name="T64" fmla="*/ 2791 w 3491"/>
              <a:gd name="T65" fmla="*/ 797 h 3097"/>
              <a:gd name="T66" fmla="*/ 2677 w 3491"/>
              <a:gd name="T67" fmla="*/ 685 h 3097"/>
              <a:gd name="T68" fmla="*/ 2528 w 3491"/>
              <a:gd name="T69" fmla="*/ 641 h 3097"/>
              <a:gd name="T70" fmla="*/ 2377 w 3491"/>
              <a:gd name="T71" fmla="*/ 668 h 3097"/>
              <a:gd name="T72" fmla="*/ 1082 w 3491"/>
              <a:gd name="T73" fmla="*/ 1906 h 3097"/>
              <a:gd name="T74" fmla="*/ 992 w 3491"/>
              <a:gd name="T75" fmla="*/ 1937 h 3097"/>
              <a:gd name="T76" fmla="*/ 911 w 3491"/>
              <a:gd name="T77" fmla="*/ 1887 h 3097"/>
              <a:gd name="T78" fmla="*/ 900 w 3491"/>
              <a:gd name="T79" fmla="*/ 1796 h 3097"/>
              <a:gd name="T80" fmla="*/ 2165 w 3491"/>
              <a:gd name="T81" fmla="*/ 546 h 3097"/>
              <a:gd name="T82" fmla="*/ 2354 w 3491"/>
              <a:gd name="T83" fmla="*/ 449 h 3097"/>
              <a:gd name="T84" fmla="*/ 2562 w 3491"/>
              <a:gd name="T85" fmla="*/ 429 h 3097"/>
              <a:gd name="T86" fmla="*/ 2763 w 3491"/>
              <a:gd name="T87" fmla="*/ 488 h 3097"/>
              <a:gd name="T88" fmla="*/ 2932 w 3491"/>
              <a:gd name="T89" fmla="*/ 623 h 3097"/>
              <a:gd name="T90" fmla="*/ 3032 w 3491"/>
              <a:gd name="T91" fmla="*/ 809 h 3097"/>
              <a:gd name="T92" fmla="*/ 3053 w 3491"/>
              <a:gd name="T93" fmla="*/ 1012 h 3097"/>
              <a:gd name="T94" fmla="*/ 2993 w 3491"/>
              <a:gd name="T95" fmla="*/ 1209 h 3097"/>
              <a:gd name="T96" fmla="*/ 1303 w 3491"/>
              <a:gd name="T97" fmla="*/ 2879 h 3097"/>
              <a:gd name="T98" fmla="*/ 1094 w 3491"/>
              <a:gd name="T99" fmla="*/ 3025 h 3097"/>
              <a:gd name="T100" fmla="*/ 855 w 3491"/>
              <a:gd name="T101" fmla="*/ 3092 h 3097"/>
              <a:gd name="T102" fmla="*/ 609 w 3491"/>
              <a:gd name="T103" fmla="*/ 3083 h 3097"/>
              <a:gd name="T104" fmla="*/ 377 w 3491"/>
              <a:gd name="T105" fmla="*/ 2995 h 3097"/>
              <a:gd name="T106" fmla="*/ 178 w 3491"/>
              <a:gd name="T107" fmla="*/ 2832 h 3097"/>
              <a:gd name="T108" fmla="*/ 51 w 3491"/>
              <a:gd name="T109" fmla="*/ 2617 h 3097"/>
              <a:gd name="T110" fmla="*/ 0 w 3491"/>
              <a:gd name="T111" fmla="*/ 2381 h 3097"/>
              <a:gd name="T112" fmla="*/ 30 w 3491"/>
              <a:gd name="T113" fmla="*/ 2141 h 3097"/>
              <a:gd name="T114" fmla="*/ 139 w 3491"/>
              <a:gd name="T115" fmla="*/ 1920 h 3097"/>
              <a:gd name="T116" fmla="*/ 1872 w 3491"/>
              <a:gd name="T117" fmla="*/ 230 h 3097"/>
              <a:gd name="T118" fmla="*/ 2123 w 3491"/>
              <a:gd name="T119" fmla="*/ 76 h 3097"/>
              <a:gd name="T120" fmla="*/ 2402 w 3491"/>
              <a:gd name="T121" fmla="*/ 5 h 30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3491" h="3097">
                <a:moveTo>
                  <a:pt x="2474" y="0"/>
                </a:moveTo>
                <a:lnTo>
                  <a:pt x="2546" y="0"/>
                </a:lnTo>
                <a:lnTo>
                  <a:pt x="2618" y="5"/>
                </a:lnTo>
                <a:lnTo>
                  <a:pt x="2689" y="15"/>
                </a:lnTo>
                <a:lnTo>
                  <a:pt x="2758" y="31"/>
                </a:lnTo>
                <a:lnTo>
                  <a:pt x="2828" y="51"/>
                </a:lnTo>
                <a:lnTo>
                  <a:pt x="2896" y="76"/>
                </a:lnTo>
                <a:lnTo>
                  <a:pt x="2963" y="108"/>
                </a:lnTo>
                <a:lnTo>
                  <a:pt x="3026" y="143"/>
                </a:lnTo>
                <a:lnTo>
                  <a:pt x="3088" y="183"/>
                </a:lnTo>
                <a:lnTo>
                  <a:pt x="3147" y="230"/>
                </a:lnTo>
                <a:lnTo>
                  <a:pt x="3204" y="281"/>
                </a:lnTo>
                <a:lnTo>
                  <a:pt x="3256" y="336"/>
                </a:lnTo>
                <a:lnTo>
                  <a:pt x="3303" y="394"/>
                </a:lnTo>
                <a:lnTo>
                  <a:pt x="3345" y="455"/>
                </a:lnTo>
                <a:lnTo>
                  <a:pt x="3382" y="518"/>
                </a:lnTo>
                <a:lnTo>
                  <a:pt x="3413" y="582"/>
                </a:lnTo>
                <a:lnTo>
                  <a:pt x="3439" y="650"/>
                </a:lnTo>
                <a:lnTo>
                  <a:pt x="3460" y="717"/>
                </a:lnTo>
                <a:lnTo>
                  <a:pt x="3475" y="786"/>
                </a:lnTo>
                <a:lnTo>
                  <a:pt x="3486" y="856"/>
                </a:lnTo>
                <a:lnTo>
                  <a:pt x="3491" y="926"/>
                </a:lnTo>
                <a:lnTo>
                  <a:pt x="3491" y="996"/>
                </a:lnTo>
                <a:lnTo>
                  <a:pt x="3486" y="1066"/>
                </a:lnTo>
                <a:lnTo>
                  <a:pt x="3475" y="1136"/>
                </a:lnTo>
                <a:lnTo>
                  <a:pt x="3460" y="1205"/>
                </a:lnTo>
                <a:lnTo>
                  <a:pt x="3439" y="1273"/>
                </a:lnTo>
                <a:lnTo>
                  <a:pt x="3413" y="1339"/>
                </a:lnTo>
                <a:lnTo>
                  <a:pt x="3382" y="1404"/>
                </a:lnTo>
                <a:lnTo>
                  <a:pt x="3345" y="1467"/>
                </a:lnTo>
                <a:lnTo>
                  <a:pt x="3303" y="1528"/>
                </a:lnTo>
                <a:lnTo>
                  <a:pt x="3256" y="1586"/>
                </a:lnTo>
                <a:lnTo>
                  <a:pt x="3204" y="1641"/>
                </a:lnTo>
                <a:lnTo>
                  <a:pt x="2007" y="2813"/>
                </a:lnTo>
                <a:lnTo>
                  <a:pt x="1988" y="2828"/>
                </a:lnTo>
                <a:lnTo>
                  <a:pt x="1965" y="2838"/>
                </a:lnTo>
                <a:lnTo>
                  <a:pt x="1942" y="2844"/>
                </a:lnTo>
                <a:lnTo>
                  <a:pt x="1918" y="2844"/>
                </a:lnTo>
                <a:lnTo>
                  <a:pt x="1894" y="2838"/>
                </a:lnTo>
                <a:lnTo>
                  <a:pt x="1873" y="2828"/>
                </a:lnTo>
                <a:lnTo>
                  <a:pt x="1853" y="2813"/>
                </a:lnTo>
                <a:lnTo>
                  <a:pt x="1837" y="2793"/>
                </a:lnTo>
                <a:lnTo>
                  <a:pt x="1827" y="2772"/>
                </a:lnTo>
                <a:lnTo>
                  <a:pt x="1821" y="2749"/>
                </a:lnTo>
                <a:lnTo>
                  <a:pt x="1821" y="2726"/>
                </a:lnTo>
                <a:lnTo>
                  <a:pt x="1827" y="2703"/>
                </a:lnTo>
                <a:lnTo>
                  <a:pt x="1837" y="2681"/>
                </a:lnTo>
                <a:lnTo>
                  <a:pt x="1853" y="2662"/>
                </a:lnTo>
                <a:lnTo>
                  <a:pt x="3035" y="1505"/>
                </a:lnTo>
                <a:lnTo>
                  <a:pt x="3079" y="1458"/>
                </a:lnTo>
                <a:lnTo>
                  <a:pt x="3118" y="1407"/>
                </a:lnTo>
                <a:lnTo>
                  <a:pt x="3153" y="1355"/>
                </a:lnTo>
                <a:lnTo>
                  <a:pt x="3183" y="1300"/>
                </a:lnTo>
                <a:lnTo>
                  <a:pt x="3208" y="1243"/>
                </a:lnTo>
                <a:lnTo>
                  <a:pt x="3228" y="1185"/>
                </a:lnTo>
                <a:lnTo>
                  <a:pt x="3242" y="1126"/>
                </a:lnTo>
                <a:lnTo>
                  <a:pt x="3253" y="1066"/>
                </a:lnTo>
                <a:lnTo>
                  <a:pt x="3257" y="1006"/>
                </a:lnTo>
                <a:lnTo>
                  <a:pt x="3257" y="946"/>
                </a:lnTo>
                <a:lnTo>
                  <a:pt x="3253" y="885"/>
                </a:lnTo>
                <a:lnTo>
                  <a:pt x="3242" y="826"/>
                </a:lnTo>
                <a:lnTo>
                  <a:pt x="3228" y="766"/>
                </a:lnTo>
                <a:lnTo>
                  <a:pt x="3208" y="709"/>
                </a:lnTo>
                <a:lnTo>
                  <a:pt x="3183" y="653"/>
                </a:lnTo>
                <a:lnTo>
                  <a:pt x="3153" y="598"/>
                </a:lnTo>
                <a:lnTo>
                  <a:pt x="3118" y="545"/>
                </a:lnTo>
                <a:lnTo>
                  <a:pt x="3079" y="495"/>
                </a:lnTo>
                <a:lnTo>
                  <a:pt x="3035" y="448"/>
                </a:lnTo>
                <a:lnTo>
                  <a:pt x="2985" y="403"/>
                </a:lnTo>
                <a:lnTo>
                  <a:pt x="2935" y="364"/>
                </a:lnTo>
                <a:lnTo>
                  <a:pt x="2881" y="331"/>
                </a:lnTo>
                <a:lnTo>
                  <a:pt x="2825" y="301"/>
                </a:lnTo>
                <a:lnTo>
                  <a:pt x="2767" y="277"/>
                </a:lnTo>
                <a:lnTo>
                  <a:pt x="2708" y="258"/>
                </a:lnTo>
                <a:lnTo>
                  <a:pt x="2648" y="243"/>
                </a:lnTo>
                <a:lnTo>
                  <a:pt x="2586" y="234"/>
                </a:lnTo>
                <a:lnTo>
                  <a:pt x="2525" y="229"/>
                </a:lnTo>
                <a:lnTo>
                  <a:pt x="2464" y="229"/>
                </a:lnTo>
                <a:lnTo>
                  <a:pt x="2402" y="234"/>
                </a:lnTo>
                <a:lnTo>
                  <a:pt x="2340" y="243"/>
                </a:lnTo>
                <a:lnTo>
                  <a:pt x="2280" y="258"/>
                </a:lnTo>
                <a:lnTo>
                  <a:pt x="2221" y="277"/>
                </a:lnTo>
                <a:lnTo>
                  <a:pt x="2164" y="301"/>
                </a:lnTo>
                <a:lnTo>
                  <a:pt x="2108" y="331"/>
                </a:lnTo>
                <a:lnTo>
                  <a:pt x="2055" y="364"/>
                </a:lnTo>
                <a:lnTo>
                  <a:pt x="2003" y="403"/>
                </a:lnTo>
                <a:lnTo>
                  <a:pt x="1955" y="448"/>
                </a:lnTo>
                <a:lnTo>
                  <a:pt x="378" y="1972"/>
                </a:lnTo>
                <a:lnTo>
                  <a:pt x="341" y="2013"/>
                </a:lnTo>
                <a:lnTo>
                  <a:pt x="307" y="2057"/>
                </a:lnTo>
                <a:lnTo>
                  <a:pt x="280" y="2102"/>
                </a:lnTo>
                <a:lnTo>
                  <a:pt x="258" y="2149"/>
                </a:lnTo>
                <a:lnTo>
                  <a:pt x="241" y="2199"/>
                </a:lnTo>
                <a:lnTo>
                  <a:pt x="228" y="2248"/>
                </a:lnTo>
                <a:lnTo>
                  <a:pt x="220" y="2299"/>
                </a:lnTo>
                <a:lnTo>
                  <a:pt x="218" y="2350"/>
                </a:lnTo>
                <a:lnTo>
                  <a:pt x="220" y="2402"/>
                </a:lnTo>
                <a:lnTo>
                  <a:pt x="228" y="2452"/>
                </a:lnTo>
                <a:lnTo>
                  <a:pt x="241" y="2503"/>
                </a:lnTo>
                <a:lnTo>
                  <a:pt x="258" y="2551"/>
                </a:lnTo>
                <a:lnTo>
                  <a:pt x="280" y="2599"/>
                </a:lnTo>
                <a:lnTo>
                  <a:pt x="307" y="2644"/>
                </a:lnTo>
                <a:lnTo>
                  <a:pt x="341" y="2687"/>
                </a:lnTo>
                <a:lnTo>
                  <a:pt x="378" y="2728"/>
                </a:lnTo>
                <a:lnTo>
                  <a:pt x="419" y="2765"/>
                </a:lnTo>
                <a:lnTo>
                  <a:pt x="463" y="2796"/>
                </a:lnTo>
                <a:lnTo>
                  <a:pt x="509" y="2824"/>
                </a:lnTo>
                <a:lnTo>
                  <a:pt x="558" y="2846"/>
                </a:lnTo>
                <a:lnTo>
                  <a:pt x="608" y="2863"/>
                </a:lnTo>
                <a:lnTo>
                  <a:pt x="660" y="2874"/>
                </a:lnTo>
                <a:lnTo>
                  <a:pt x="711" y="2882"/>
                </a:lnTo>
                <a:lnTo>
                  <a:pt x="763" y="2885"/>
                </a:lnTo>
                <a:lnTo>
                  <a:pt x="816" y="2882"/>
                </a:lnTo>
                <a:lnTo>
                  <a:pt x="867" y="2874"/>
                </a:lnTo>
                <a:lnTo>
                  <a:pt x="919" y="2863"/>
                </a:lnTo>
                <a:lnTo>
                  <a:pt x="968" y="2846"/>
                </a:lnTo>
                <a:lnTo>
                  <a:pt x="1018" y="2824"/>
                </a:lnTo>
                <a:lnTo>
                  <a:pt x="1064" y="2796"/>
                </a:lnTo>
                <a:lnTo>
                  <a:pt x="1108" y="2765"/>
                </a:lnTo>
                <a:lnTo>
                  <a:pt x="1149" y="2728"/>
                </a:lnTo>
                <a:lnTo>
                  <a:pt x="2741" y="1187"/>
                </a:lnTo>
                <a:lnTo>
                  <a:pt x="2768" y="1158"/>
                </a:lnTo>
                <a:lnTo>
                  <a:pt x="2791" y="1125"/>
                </a:lnTo>
                <a:lnTo>
                  <a:pt x="2809" y="1091"/>
                </a:lnTo>
                <a:lnTo>
                  <a:pt x="2823" y="1055"/>
                </a:lnTo>
                <a:lnTo>
                  <a:pt x="2831" y="1018"/>
                </a:lnTo>
                <a:lnTo>
                  <a:pt x="2837" y="980"/>
                </a:lnTo>
                <a:lnTo>
                  <a:pt x="2837" y="942"/>
                </a:lnTo>
                <a:lnTo>
                  <a:pt x="2831" y="904"/>
                </a:lnTo>
                <a:lnTo>
                  <a:pt x="2823" y="867"/>
                </a:lnTo>
                <a:lnTo>
                  <a:pt x="2809" y="832"/>
                </a:lnTo>
                <a:lnTo>
                  <a:pt x="2791" y="797"/>
                </a:lnTo>
                <a:lnTo>
                  <a:pt x="2768" y="764"/>
                </a:lnTo>
                <a:lnTo>
                  <a:pt x="2741" y="734"/>
                </a:lnTo>
                <a:lnTo>
                  <a:pt x="2710" y="707"/>
                </a:lnTo>
                <a:lnTo>
                  <a:pt x="2677" y="685"/>
                </a:lnTo>
                <a:lnTo>
                  <a:pt x="2642" y="668"/>
                </a:lnTo>
                <a:lnTo>
                  <a:pt x="2605" y="654"/>
                </a:lnTo>
                <a:lnTo>
                  <a:pt x="2567" y="645"/>
                </a:lnTo>
                <a:lnTo>
                  <a:pt x="2528" y="641"/>
                </a:lnTo>
                <a:lnTo>
                  <a:pt x="2490" y="641"/>
                </a:lnTo>
                <a:lnTo>
                  <a:pt x="2452" y="645"/>
                </a:lnTo>
                <a:lnTo>
                  <a:pt x="2415" y="654"/>
                </a:lnTo>
                <a:lnTo>
                  <a:pt x="2377" y="668"/>
                </a:lnTo>
                <a:lnTo>
                  <a:pt x="2343" y="685"/>
                </a:lnTo>
                <a:lnTo>
                  <a:pt x="2309" y="707"/>
                </a:lnTo>
                <a:lnTo>
                  <a:pt x="2278" y="734"/>
                </a:lnTo>
                <a:lnTo>
                  <a:pt x="1082" y="1906"/>
                </a:lnTo>
                <a:lnTo>
                  <a:pt x="1062" y="1922"/>
                </a:lnTo>
                <a:lnTo>
                  <a:pt x="1040" y="1931"/>
                </a:lnTo>
                <a:lnTo>
                  <a:pt x="1017" y="1937"/>
                </a:lnTo>
                <a:lnTo>
                  <a:pt x="992" y="1937"/>
                </a:lnTo>
                <a:lnTo>
                  <a:pt x="969" y="1931"/>
                </a:lnTo>
                <a:lnTo>
                  <a:pt x="947" y="1922"/>
                </a:lnTo>
                <a:lnTo>
                  <a:pt x="927" y="1906"/>
                </a:lnTo>
                <a:lnTo>
                  <a:pt x="911" y="1887"/>
                </a:lnTo>
                <a:lnTo>
                  <a:pt x="900" y="1865"/>
                </a:lnTo>
                <a:lnTo>
                  <a:pt x="896" y="1842"/>
                </a:lnTo>
                <a:lnTo>
                  <a:pt x="896" y="1819"/>
                </a:lnTo>
                <a:lnTo>
                  <a:pt x="900" y="1796"/>
                </a:lnTo>
                <a:lnTo>
                  <a:pt x="911" y="1775"/>
                </a:lnTo>
                <a:lnTo>
                  <a:pt x="927" y="1755"/>
                </a:lnTo>
                <a:lnTo>
                  <a:pt x="2123" y="583"/>
                </a:lnTo>
                <a:lnTo>
                  <a:pt x="2165" y="546"/>
                </a:lnTo>
                <a:lnTo>
                  <a:pt x="2209" y="515"/>
                </a:lnTo>
                <a:lnTo>
                  <a:pt x="2255" y="488"/>
                </a:lnTo>
                <a:lnTo>
                  <a:pt x="2304" y="465"/>
                </a:lnTo>
                <a:lnTo>
                  <a:pt x="2354" y="449"/>
                </a:lnTo>
                <a:lnTo>
                  <a:pt x="2405" y="436"/>
                </a:lnTo>
                <a:lnTo>
                  <a:pt x="2457" y="429"/>
                </a:lnTo>
                <a:lnTo>
                  <a:pt x="2509" y="427"/>
                </a:lnTo>
                <a:lnTo>
                  <a:pt x="2562" y="429"/>
                </a:lnTo>
                <a:lnTo>
                  <a:pt x="2613" y="436"/>
                </a:lnTo>
                <a:lnTo>
                  <a:pt x="2665" y="449"/>
                </a:lnTo>
                <a:lnTo>
                  <a:pt x="2714" y="465"/>
                </a:lnTo>
                <a:lnTo>
                  <a:pt x="2763" y="488"/>
                </a:lnTo>
                <a:lnTo>
                  <a:pt x="2810" y="515"/>
                </a:lnTo>
                <a:lnTo>
                  <a:pt x="2854" y="546"/>
                </a:lnTo>
                <a:lnTo>
                  <a:pt x="2895" y="583"/>
                </a:lnTo>
                <a:lnTo>
                  <a:pt x="2932" y="623"/>
                </a:lnTo>
                <a:lnTo>
                  <a:pt x="2965" y="666"/>
                </a:lnTo>
                <a:lnTo>
                  <a:pt x="2993" y="713"/>
                </a:lnTo>
                <a:lnTo>
                  <a:pt x="3015" y="760"/>
                </a:lnTo>
                <a:lnTo>
                  <a:pt x="3032" y="809"/>
                </a:lnTo>
                <a:lnTo>
                  <a:pt x="3045" y="859"/>
                </a:lnTo>
                <a:lnTo>
                  <a:pt x="3053" y="910"/>
                </a:lnTo>
                <a:lnTo>
                  <a:pt x="3055" y="961"/>
                </a:lnTo>
                <a:lnTo>
                  <a:pt x="3053" y="1012"/>
                </a:lnTo>
                <a:lnTo>
                  <a:pt x="3045" y="1063"/>
                </a:lnTo>
                <a:lnTo>
                  <a:pt x="3032" y="1113"/>
                </a:lnTo>
                <a:lnTo>
                  <a:pt x="3015" y="1162"/>
                </a:lnTo>
                <a:lnTo>
                  <a:pt x="2993" y="1209"/>
                </a:lnTo>
                <a:lnTo>
                  <a:pt x="2965" y="1255"/>
                </a:lnTo>
                <a:lnTo>
                  <a:pt x="2932" y="1298"/>
                </a:lnTo>
                <a:lnTo>
                  <a:pt x="2895" y="1339"/>
                </a:lnTo>
                <a:lnTo>
                  <a:pt x="1303" y="2879"/>
                </a:lnTo>
                <a:lnTo>
                  <a:pt x="1255" y="2923"/>
                </a:lnTo>
                <a:lnTo>
                  <a:pt x="1203" y="2962"/>
                </a:lnTo>
                <a:lnTo>
                  <a:pt x="1150" y="2995"/>
                </a:lnTo>
                <a:lnTo>
                  <a:pt x="1094" y="3025"/>
                </a:lnTo>
                <a:lnTo>
                  <a:pt x="1036" y="3049"/>
                </a:lnTo>
                <a:lnTo>
                  <a:pt x="977" y="3068"/>
                </a:lnTo>
                <a:lnTo>
                  <a:pt x="917" y="3083"/>
                </a:lnTo>
                <a:lnTo>
                  <a:pt x="855" y="3092"/>
                </a:lnTo>
                <a:lnTo>
                  <a:pt x="794" y="3097"/>
                </a:lnTo>
                <a:lnTo>
                  <a:pt x="733" y="3097"/>
                </a:lnTo>
                <a:lnTo>
                  <a:pt x="671" y="3092"/>
                </a:lnTo>
                <a:lnTo>
                  <a:pt x="609" y="3083"/>
                </a:lnTo>
                <a:lnTo>
                  <a:pt x="549" y="3068"/>
                </a:lnTo>
                <a:lnTo>
                  <a:pt x="490" y="3049"/>
                </a:lnTo>
                <a:lnTo>
                  <a:pt x="433" y="3025"/>
                </a:lnTo>
                <a:lnTo>
                  <a:pt x="377" y="2995"/>
                </a:lnTo>
                <a:lnTo>
                  <a:pt x="323" y="2962"/>
                </a:lnTo>
                <a:lnTo>
                  <a:pt x="272" y="2923"/>
                </a:lnTo>
                <a:lnTo>
                  <a:pt x="224" y="2879"/>
                </a:lnTo>
                <a:lnTo>
                  <a:pt x="178" y="2832"/>
                </a:lnTo>
                <a:lnTo>
                  <a:pt x="139" y="2782"/>
                </a:lnTo>
                <a:lnTo>
                  <a:pt x="104" y="2729"/>
                </a:lnTo>
                <a:lnTo>
                  <a:pt x="75" y="2674"/>
                </a:lnTo>
                <a:lnTo>
                  <a:pt x="51" y="2617"/>
                </a:lnTo>
                <a:lnTo>
                  <a:pt x="30" y="2560"/>
                </a:lnTo>
                <a:lnTo>
                  <a:pt x="15" y="2501"/>
                </a:lnTo>
                <a:lnTo>
                  <a:pt x="5" y="2441"/>
                </a:lnTo>
                <a:lnTo>
                  <a:pt x="0" y="2381"/>
                </a:lnTo>
                <a:lnTo>
                  <a:pt x="0" y="2321"/>
                </a:lnTo>
                <a:lnTo>
                  <a:pt x="5" y="2260"/>
                </a:lnTo>
                <a:lnTo>
                  <a:pt x="15" y="2200"/>
                </a:lnTo>
                <a:lnTo>
                  <a:pt x="30" y="2141"/>
                </a:lnTo>
                <a:lnTo>
                  <a:pt x="51" y="2083"/>
                </a:lnTo>
                <a:lnTo>
                  <a:pt x="75" y="2027"/>
                </a:lnTo>
                <a:lnTo>
                  <a:pt x="104" y="1972"/>
                </a:lnTo>
                <a:lnTo>
                  <a:pt x="139" y="1920"/>
                </a:lnTo>
                <a:lnTo>
                  <a:pt x="178" y="1869"/>
                </a:lnTo>
                <a:lnTo>
                  <a:pt x="224" y="1822"/>
                </a:lnTo>
                <a:lnTo>
                  <a:pt x="1815" y="281"/>
                </a:lnTo>
                <a:lnTo>
                  <a:pt x="1872" y="230"/>
                </a:lnTo>
                <a:lnTo>
                  <a:pt x="1931" y="183"/>
                </a:lnTo>
                <a:lnTo>
                  <a:pt x="1992" y="143"/>
                </a:lnTo>
                <a:lnTo>
                  <a:pt x="2057" y="108"/>
                </a:lnTo>
                <a:lnTo>
                  <a:pt x="2123" y="76"/>
                </a:lnTo>
                <a:lnTo>
                  <a:pt x="2191" y="51"/>
                </a:lnTo>
                <a:lnTo>
                  <a:pt x="2261" y="31"/>
                </a:lnTo>
                <a:lnTo>
                  <a:pt x="2331" y="15"/>
                </a:lnTo>
                <a:lnTo>
                  <a:pt x="2402" y="5"/>
                </a:lnTo>
                <a:lnTo>
                  <a:pt x="2474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lvl="0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27" name="그룹 26"/>
          <p:cNvGrpSpPr/>
          <p:nvPr/>
        </p:nvGrpSpPr>
        <p:grpSpPr>
          <a:xfrm>
            <a:off x="393568" y="656552"/>
            <a:ext cx="323769" cy="323769"/>
            <a:chOff x="1593332" y="2172798"/>
            <a:chExt cx="1083168" cy="1083168"/>
          </a:xfrm>
        </p:grpSpPr>
        <p:sp>
          <p:nvSpPr>
            <p:cNvPr id="28" name="타원 27"/>
            <p:cNvSpPr/>
            <p:nvPr/>
          </p:nvSpPr>
          <p:spPr>
            <a:xfrm>
              <a:off x="1593332" y="2172798"/>
              <a:ext cx="1083168" cy="1083168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b="1">
                <a:solidFill>
                  <a:prstClr val="white"/>
                </a:solidFill>
              </a:endParaRPr>
            </a:p>
          </p:txBody>
        </p:sp>
        <p:pic>
          <p:nvPicPr>
            <p:cNvPr id="29" name="그림 28"/>
            <p:cNvPicPr>
              <a:picLocks noChangeAspect="1"/>
            </p:cNvPicPr>
            <p:nvPr/>
          </p:nvPicPr>
          <p:blipFill rotWithShape="1">
            <a:blip r:embed="rId2"/>
            <a:stretch>
              <a:fillRect/>
            </a:stretch>
          </p:blipFill>
          <p:spPr>
            <a:xfrm>
              <a:off x="1741655" y="2321121"/>
              <a:ext cx="786521" cy="786521"/>
            </a:xfrm>
            <a:prstGeom prst="rect">
              <a:avLst/>
            </a:prstGeom>
          </p:spPr>
        </p:pic>
      </p:grpSp>
      <p:sp>
        <p:nvSpPr>
          <p:cNvPr id="32" name="모서리가 둥근 직사각형 31"/>
          <p:cNvSpPr/>
          <p:nvPr/>
        </p:nvSpPr>
        <p:spPr>
          <a:xfrm>
            <a:off x="350136" y="1719059"/>
            <a:ext cx="396000" cy="396000"/>
          </a:xfrm>
          <a:prstGeom prst="roundRect">
            <a:avLst>
              <a:gd name="adj" fmla="val 16667"/>
            </a:avLst>
          </a:prstGeom>
          <a:solidFill>
            <a:srgbClr val="00D6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" anchor="ctr"/>
          <a:lstStyle/>
          <a:p>
            <a:pPr lvl="0">
              <a:defRPr/>
            </a:pPr>
            <a:endParaRPr lang="en-US" altLang="ko-KR" sz="1050">
              <a:solidFill>
                <a:prstClr val="white"/>
              </a:solidFill>
            </a:endParaRPr>
          </a:p>
        </p:txBody>
      </p:sp>
      <p:grpSp>
        <p:nvGrpSpPr>
          <p:cNvPr id="20" name="Group 12"/>
          <p:cNvGrpSpPr>
            <a:grpSpLocks noChangeAspect="1"/>
          </p:cNvGrpSpPr>
          <p:nvPr/>
        </p:nvGrpSpPr>
        <p:grpSpPr>
          <a:xfrm>
            <a:off x="433464" y="1832474"/>
            <a:ext cx="229344" cy="182438"/>
            <a:chOff x="6124" y="305"/>
            <a:chExt cx="841" cy="669"/>
          </a:xfrm>
          <a:solidFill>
            <a:schemeClr val="bg1"/>
          </a:solidFill>
        </p:grpSpPr>
        <p:sp>
          <p:nvSpPr>
            <p:cNvPr id="21" name="Freeform 13"/>
            <p:cNvSpPr/>
            <p:nvPr/>
          </p:nvSpPr>
          <p:spPr>
            <a:xfrm>
              <a:off x="6244" y="440"/>
              <a:ext cx="601" cy="534"/>
            </a:xfrm>
            <a:custGeom>
              <a:avLst/>
              <a:gdLst>
                <a:gd name="T0" fmla="*/ 902 w 1802"/>
                <a:gd name="T1" fmla="*/ 0 h 1602"/>
                <a:gd name="T2" fmla="*/ 2 w 1802"/>
                <a:gd name="T3" fmla="*/ 742 h 1602"/>
                <a:gd name="T4" fmla="*/ 2 w 1802"/>
                <a:gd name="T5" fmla="*/ 743 h 1602"/>
                <a:gd name="T6" fmla="*/ 2 w 1802"/>
                <a:gd name="T7" fmla="*/ 746 h 1602"/>
                <a:gd name="T8" fmla="*/ 0 w 1802"/>
                <a:gd name="T9" fmla="*/ 749 h 1602"/>
                <a:gd name="T10" fmla="*/ 0 w 1802"/>
                <a:gd name="T11" fmla="*/ 751 h 1602"/>
                <a:gd name="T12" fmla="*/ 0 w 1802"/>
                <a:gd name="T13" fmla="*/ 1501 h 1602"/>
                <a:gd name="T14" fmla="*/ 2 w 1802"/>
                <a:gd name="T15" fmla="*/ 1521 h 1602"/>
                <a:gd name="T16" fmla="*/ 16 w 1802"/>
                <a:gd name="T17" fmla="*/ 1557 h 1602"/>
                <a:gd name="T18" fmla="*/ 30 w 1802"/>
                <a:gd name="T19" fmla="*/ 1572 h 1602"/>
                <a:gd name="T20" fmla="*/ 45 w 1802"/>
                <a:gd name="T21" fmla="*/ 1586 h 1602"/>
                <a:gd name="T22" fmla="*/ 81 w 1802"/>
                <a:gd name="T23" fmla="*/ 1601 h 1602"/>
                <a:gd name="T24" fmla="*/ 100 w 1802"/>
                <a:gd name="T25" fmla="*/ 1602 h 1602"/>
                <a:gd name="T26" fmla="*/ 702 w 1802"/>
                <a:gd name="T27" fmla="*/ 1602 h 1602"/>
                <a:gd name="T28" fmla="*/ 702 w 1802"/>
                <a:gd name="T29" fmla="*/ 1001 h 1602"/>
                <a:gd name="T30" fmla="*/ 1102 w 1802"/>
                <a:gd name="T31" fmla="*/ 1001 h 1602"/>
                <a:gd name="T32" fmla="*/ 1102 w 1802"/>
                <a:gd name="T33" fmla="*/ 1602 h 1602"/>
                <a:gd name="T34" fmla="*/ 1703 w 1802"/>
                <a:gd name="T35" fmla="*/ 1602 h 1602"/>
                <a:gd name="T36" fmla="*/ 1723 w 1802"/>
                <a:gd name="T37" fmla="*/ 1601 h 1602"/>
                <a:gd name="T38" fmla="*/ 1758 w 1802"/>
                <a:gd name="T39" fmla="*/ 1586 h 1602"/>
                <a:gd name="T40" fmla="*/ 1773 w 1802"/>
                <a:gd name="T41" fmla="*/ 1572 h 1602"/>
                <a:gd name="T42" fmla="*/ 1786 w 1802"/>
                <a:gd name="T43" fmla="*/ 1557 h 1602"/>
                <a:gd name="T44" fmla="*/ 1802 w 1802"/>
                <a:gd name="T45" fmla="*/ 1521 h 1602"/>
                <a:gd name="T46" fmla="*/ 1802 w 1802"/>
                <a:gd name="T47" fmla="*/ 1501 h 1602"/>
                <a:gd name="T48" fmla="*/ 1802 w 1802"/>
                <a:gd name="T49" fmla="*/ 751 h 1602"/>
                <a:gd name="T50" fmla="*/ 1802 w 1802"/>
                <a:gd name="T51" fmla="*/ 745 h 1602"/>
                <a:gd name="T52" fmla="*/ 1801 w 1802"/>
                <a:gd name="T53" fmla="*/ 742 h 1602"/>
                <a:gd name="T54" fmla="*/ 902 w 1802"/>
                <a:gd name="T55" fmla="*/ 0 h 1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802" h="1602">
                  <a:moveTo>
                    <a:pt x="902" y="0"/>
                  </a:moveTo>
                  <a:lnTo>
                    <a:pt x="2" y="742"/>
                  </a:lnTo>
                  <a:lnTo>
                    <a:pt x="2" y="743"/>
                  </a:lnTo>
                  <a:lnTo>
                    <a:pt x="2" y="746"/>
                  </a:lnTo>
                  <a:lnTo>
                    <a:pt x="0" y="749"/>
                  </a:lnTo>
                  <a:lnTo>
                    <a:pt x="0" y="751"/>
                  </a:lnTo>
                  <a:lnTo>
                    <a:pt x="0" y="1501"/>
                  </a:lnTo>
                  <a:lnTo>
                    <a:pt x="2" y="1521"/>
                  </a:lnTo>
                  <a:lnTo>
                    <a:pt x="16" y="1557"/>
                  </a:lnTo>
                  <a:lnTo>
                    <a:pt x="30" y="1572"/>
                  </a:lnTo>
                  <a:lnTo>
                    <a:pt x="45" y="1586"/>
                  </a:lnTo>
                  <a:lnTo>
                    <a:pt x="81" y="1601"/>
                  </a:lnTo>
                  <a:lnTo>
                    <a:pt x="100" y="1602"/>
                  </a:lnTo>
                  <a:lnTo>
                    <a:pt x="702" y="1602"/>
                  </a:lnTo>
                  <a:lnTo>
                    <a:pt x="702" y="1001"/>
                  </a:lnTo>
                  <a:lnTo>
                    <a:pt x="1102" y="1001"/>
                  </a:lnTo>
                  <a:lnTo>
                    <a:pt x="1102" y="1602"/>
                  </a:lnTo>
                  <a:lnTo>
                    <a:pt x="1703" y="1602"/>
                  </a:lnTo>
                  <a:lnTo>
                    <a:pt x="1723" y="1601"/>
                  </a:lnTo>
                  <a:lnTo>
                    <a:pt x="1758" y="1586"/>
                  </a:lnTo>
                  <a:lnTo>
                    <a:pt x="1773" y="1572"/>
                  </a:lnTo>
                  <a:lnTo>
                    <a:pt x="1786" y="1557"/>
                  </a:lnTo>
                  <a:lnTo>
                    <a:pt x="1802" y="1521"/>
                  </a:lnTo>
                  <a:lnTo>
                    <a:pt x="1802" y="1501"/>
                  </a:lnTo>
                  <a:lnTo>
                    <a:pt x="1802" y="751"/>
                  </a:lnTo>
                  <a:lnTo>
                    <a:pt x="1802" y="745"/>
                  </a:lnTo>
                  <a:lnTo>
                    <a:pt x="1801" y="742"/>
                  </a:lnTo>
                  <a:lnTo>
                    <a:pt x="90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anchor="t" anchorCtr="0">
              <a:prstTxWarp prst="textNoShape">
                <a:avLst/>
              </a:prstTxWarp>
            </a:bodyPr>
            <a:lstStyle/>
            <a:p>
              <a:pPr lvl="0"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22" name="Freeform 14"/>
            <p:cNvSpPr/>
            <p:nvPr/>
          </p:nvSpPr>
          <p:spPr>
            <a:xfrm>
              <a:off x="6124" y="305"/>
              <a:ext cx="841" cy="394"/>
            </a:xfrm>
            <a:custGeom>
              <a:avLst/>
              <a:gdLst>
                <a:gd name="T0" fmla="*/ 2505 w 2522"/>
                <a:gd name="T1" fmla="*/ 978 h 1181"/>
                <a:gd name="T2" fmla="*/ 2162 w 2522"/>
                <a:gd name="T3" fmla="*/ 694 h 1181"/>
                <a:gd name="T4" fmla="*/ 2162 w 2522"/>
                <a:gd name="T5" fmla="*/ 54 h 1181"/>
                <a:gd name="T6" fmla="*/ 2162 w 2522"/>
                <a:gd name="T7" fmla="*/ 44 h 1181"/>
                <a:gd name="T8" fmla="*/ 2155 w 2522"/>
                <a:gd name="T9" fmla="*/ 26 h 1181"/>
                <a:gd name="T10" fmla="*/ 2149 w 2522"/>
                <a:gd name="T11" fmla="*/ 18 h 1181"/>
                <a:gd name="T12" fmla="*/ 2141 w 2522"/>
                <a:gd name="T13" fmla="*/ 13 h 1181"/>
                <a:gd name="T14" fmla="*/ 2123 w 2522"/>
                <a:gd name="T15" fmla="*/ 5 h 1181"/>
                <a:gd name="T16" fmla="*/ 2113 w 2522"/>
                <a:gd name="T17" fmla="*/ 5 h 1181"/>
                <a:gd name="T18" fmla="*/ 1812 w 2522"/>
                <a:gd name="T19" fmla="*/ 5 h 1181"/>
                <a:gd name="T20" fmla="*/ 1802 w 2522"/>
                <a:gd name="T21" fmla="*/ 5 h 1181"/>
                <a:gd name="T22" fmla="*/ 1783 w 2522"/>
                <a:gd name="T23" fmla="*/ 13 h 1181"/>
                <a:gd name="T24" fmla="*/ 1776 w 2522"/>
                <a:gd name="T25" fmla="*/ 18 h 1181"/>
                <a:gd name="T26" fmla="*/ 1770 w 2522"/>
                <a:gd name="T27" fmla="*/ 26 h 1181"/>
                <a:gd name="T28" fmla="*/ 1763 w 2522"/>
                <a:gd name="T29" fmla="*/ 44 h 1181"/>
                <a:gd name="T30" fmla="*/ 1762 w 2522"/>
                <a:gd name="T31" fmla="*/ 54 h 1181"/>
                <a:gd name="T32" fmla="*/ 1762 w 2522"/>
                <a:gd name="T33" fmla="*/ 360 h 1181"/>
                <a:gd name="T34" fmla="*/ 1380 w 2522"/>
                <a:gd name="T35" fmla="*/ 41 h 1181"/>
                <a:gd name="T36" fmla="*/ 1354 w 2522"/>
                <a:gd name="T37" fmla="*/ 23 h 1181"/>
                <a:gd name="T38" fmla="*/ 1295 w 2522"/>
                <a:gd name="T39" fmla="*/ 1 h 1181"/>
                <a:gd name="T40" fmla="*/ 1262 w 2522"/>
                <a:gd name="T41" fmla="*/ 0 h 1181"/>
                <a:gd name="T42" fmla="*/ 1227 w 2522"/>
                <a:gd name="T43" fmla="*/ 1 h 1181"/>
                <a:gd name="T44" fmla="*/ 1168 w 2522"/>
                <a:gd name="T45" fmla="*/ 23 h 1181"/>
                <a:gd name="T46" fmla="*/ 1142 w 2522"/>
                <a:gd name="T47" fmla="*/ 41 h 1181"/>
                <a:gd name="T48" fmla="*/ 17 w 2522"/>
                <a:gd name="T49" fmla="*/ 978 h 1181"/>
                <a:gd name="T50" fmla="*/ 10 w 2522"/>
                <a:gd name="T51" fmla="*/ 985 h 1181"/>
                <a:gd name="T52" fmla="*/ 1 w 2522"/>
                <a:gd name="T53" fmla="*/ 1001 h 1181"/>
                <a:gd name="T54" fmla="*/ 0 w 2522"/>
                <a:gd name="T55" fmla="*/ 1012 h 1181"/>
                <a:gd name="T56" fmla="*/ 0 w 2522"/>
                <a:gd name="T57" fmla="*/ 1023 h 1181"/>
                <a:gd name="T58" fmla="*/ 6 w 2522"/>
                <a:gd name="T59" fmla="*/ 1040 h 1181"/>
                <a:gd name="T60" fmla="*/ 12 w 2522"/>
                <a:gd name="T61" fmla="*/ 1048 h 1181"/>
                <a:gd name="T62" fmla="*/ 108 w 2522"/>
                <a:gd name="T63" fmla="*/ 1164 h 1181"/>
                <a:gd name="T64" fmla="*/ 122 w 2522"/>
                <a:gd name="T65" fmla="*/ 1177 h 1181"/>
                <a:gd name="T66" fmla="*/ 141 w 2522"/>
                <a:gd name="T67" fmla="*/ 1181 h 1181"/>
                <a:gd name="T68" fmla="*/ 160 w 2522"/>
                <a:gd name="T69" fmla="*/ 1181 h 1181"/>
                <a:gd name="T70" fmla="*/ 179 w 2522"/>
                <a:gd name="T71" fmla="*/ 1171 h 1181"/>
                <a:gd name="T72" fmla="*/ 1262 w 2522"/>
                <a:gd name="T73" fmla="*/ 268 h 1181"/>
                <a:gd name="T74" fmla="*/ 2344 w 2522"/>
                <a:gd name="T75" fmla="*/ 1171 h 1181"/>
                <a:gd name="T76" fmla="*/ 2358 w 2522"/>
                <a:gd name="T77" fmla="*/ 1180 h 1181"/>
                <a:gd name="T78" fmla="*/ 2377 w 2522"/>
                <a:gd name="T79" fmla="*/ 1181 h 1181"/>
                <a:gd name="T80" fmla="*/ 2383 w 2522"/>
                <a:gd name="T81" fmla="*/ 1181 h 1181"/>
                <a:gd name="T82" fmla="*/ 2401 w 2522"/>
                <a:gd name="T83" fmla="*/ 1177 h 1181"/>
                <a:gd name="T84" fmla="*/ 2414 w 2522"/>
                <a:gd name="T85" fmla="*/ 1164 h 1181"/>
                <a:gd name="T86" fmla="*/ 2512 w 2522"/>
                <a:gd name="T87" fmla="*/ 1048 h 1181"/>
                <a:gd name="T88" fmla="*/ 2518 w 2522"/>
                <a:gd name="T89" fmla="*/ 1040 h 1181"/>
                <a:gd name="T90" fmla="*/ 2522 w 2522"/>
                <a:gd name="T91" fmla="*/ 1023 h 1181"/>
                <a:gd name="T92" fmla="*/ 2522 w 2522"/>
                <a:gd name="T93" fmla="*/ 1012 h 1181"/>
                <a:gd name="T94" fmla="*/ 2521 w 2522"/>
                <a:gd name="T95" fmla="*/ 1001 h 1181"/>
                <a:gd name="T96" fmla="*/ 2512 w 2522"/>
                <a:gd name="T97" fmla="*/ 985 h 1181"/>
                <a:gd name="T98" fmla="*/ 2505 w 2522"/>
                <a:gd name="T99" fmla="*/ 978 h 1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22" h="1181">
                  <a:moveTo>
                    <a:pt x="2505" y="978"/>
                  </a:moveTo>
                  <a:lnTo>
                    <a:pt x="2162" y="694"/>
                  </a:lnTo>
                  <a:lnTo>
                    <a:pt x="2162" y="54"/>
                  </a:lnTo>
                  <a:lnTo>
                    <a:pt x="2162" y="44"/>
                  </a:lnTo>
                  <a:lnTo>
                    <a:pt x="2155" y="26"/>
                  </a:lnTo>
                  <a:lnTo>
                    <a:pt x="2149" y="18"/>
                  </a:lnTo>
                  <a:lnTo>
                    <a:pt x="2141" y="13"/>
                  </a:lnTo>
                  <a:lnTo>
                    <a:pt x="2123" y="5"/>
                  </a:lnTo>
                  <a:lnTo>
                    <a:pt x="2113" y="5"/>
                  </a:lnTo>
                  <a:lnTo>
                    <a:pt x="1812" y="5"/>
                  </a:lnTo>
                  <a:lnTo>
                    <a:pt x="1802" y="5"/>
                  </a:lnTo>
                  <a:lnTo>
                    <a:pt x="1783" y="13"/>
                  </a:lnTo>
                  <a:lnTo>
                    <a:pt x="1776" y="18"/>
                  </a:lnTo>
                  <a:lnTo>
                    <a:pt x="1770" y="26"/>
                  </a:lnTo>
                  <a:lnTo>
                    <a:pt x="1763" y="44"/>
                  </a:lnTo>
                  <a:lnTo>
                    <a:pt x="1762" y="54"/>
                  </a:lnTo>
                  <a:lnTo>
                    <a:pt x="1762" y="360"/>
                  </a:lnTo>
                  <a:lnTo>
                    <a:pt x="1380" y="41"/>
                  </a:lnTo>
                  <a:lnTo>
                    <a:pt x="1354" y="23"/>
                  </a:lnTo>
                  <a:lnTo>
                    <a:pt x="1295" y="1"/>
                  </a:lnTo>
                  <a:lnTo>
                    <a:pt x="1262" y="0"/>
                  </a:lnTo>
                  <a:lnTo>
                    <a:pt x="1227" y="1"/>
                  </a:lnTo>
                  <a:lnTo>
                    <a:pt x="1168" y="23"/>
                  </a:lnTo>
                  <a:lnTo>
                    <a:pt x="1142" y="41"/>
                  </a:lnTo>
                  <a:lnTo>
                    <a:pt x="17" y="978"/>
                  </a:lnTo>
                  <a:lnTo>
                    <a:pt x="10" y="985"/>
                  </a:lnTo>
                  <a:lnTo>
                    <a:pt x="1" y="1001"/>
                  </a:lnTo>
                  <a:lnTo>
                    <a:pt x="0" y="1012"/>
                  </a:lnTo>
                  <a:lnTo>
                    <a:pt x="0" y="1023"/>
                  </a:lnTo>
                  <a:lnTo>
                    <a:pt x="6" y="1040"/>
                  </a:lnTo>
                  <a:lnTo>
                    <a:pt x="12" y="1048"/>
                  </a:lnTo>
                  <a:lnTo>
                    <a:pt x="108" y="1164"/>
                  </a:lnTo>
                  <a:lnTo>
                    <a:pt x="122" y="1177"/>
                  </a:lnTo>
                  <a:lnTo>
                    <a:pt x="141" y="1181"/>
                  </a:lnTo>
                  <a:lnTo>
                    <a:pt x="160" y="1181"/>
                  </a:lnTo>
                  <a:lnTo>
                    <a:pt x="179" y="1171"/>
                  </a:lnTo>
                  <a:lnTo>
                    <a:pt x="1262" y="268"/>
                  </a:lnTo>
                  <a:lnTo>
                    <a:pt x="2344" y="1171"/>
                  </a:lnTo>
                  <a:lnTo>
                    <a:pt x="2358" y="1180"/>
                  </a:lnTo>
                  <a:lnTo>
                    <a:pt x="2377" y="1181"/>
                  </a:lnTo>
                  <a:lnTo>
                    <a:pt x="2383" y="1181"/>
                  </a:lnTo>
                  <a:lnTo>
                    <a:pt x="2401" y="1177"/>
                  </a:lnTo>
                  <a:lnTo>
                    <a:pt x="2414" y="1164"/>
                  </a:lnTo>
                  <a:lnTo>
                    <a:pt x="2512" y="1048"/>
                  </a:lnTo>
                  <a:lnTo>
                    <a:pt x="2518" y="1040"/>
                  </a:lnTo>
                  <a:lnTo>
                    <a:pt x="2522" y="1023"/>
                  </a:lnTo>
                  <a:lnTo>
                    <a:pt x="2522" y="1012"/>
                  </a:lnTo>
                  <a:lnTo>
                    <a:pt x="2521" y="1001"/>
                  </a:lnTo>
                  <a:lnTo>
                    <a:pt x="2512" y="985"/>
                  </a:lnTo>
                  <a:lnTo>
                    <a:pt x="2505" y="97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anchor="t" anchorCtr="0">
              <a:prstTxWarp prst="textNoShape">
                <a:avLst/>
              </a:prstTxWarp>
            </a:bodyPr>
            <a:lstStyle/>
            <a:p>
              <a:pPr lvl="0"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35" name="타원 34"/>
          <p:cNvSpPr/>
          <p:nvPr/>
        </p:nvSpPr>
        <p:spPr>
          <a:xfrm>
            <a:off x="578088" y="2370814"/>
            <a:ext cx="177525" cy="17752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anchor="ctr"/>
          <a:lstStyle/>
          <a:p>
            <a:pPr algn="ctr">
              <a:defRPr/>
            </a:pPr>
            <a:r>
              <a:rPr lang="en-US" altLang="ko-KR" sz="1000">
                <a:solidFill>
                  <a:prstClr val="white"/>
                </a:solidFill>
              </a:rPr>
              <a:t>16</a:t>
            </a:r>
          </a:p>
        </p:txBody>
      </p:sp>
      <p:sp>
        <p:nvSpPr>
          <p:cNvPr id="38" name="직사각형 37"/>
          <p:cNvSpPr/>
          <p:nvPr/>
        </p:nvSpPr>
        <p:spPr>
          <a:xfrm>
            <a:off x="1420813" y="537998"/>
            <a:ext cx="6096000" cy="907897"/>
          </a:xfrm>
          <a:prstGeom prst="rect">
            <a:avLst/>
          </a:prstGeom>
        </p:spPr>
        <p:txBody>
          <a:bodyPr>
            <a:spAutoFit/>
          </a:bodyPr>
          <a:lstStyle/>
          <a:p>
            <a:pPr latinLnBrk="0">
              <a:lnSpc>
                <a:spcPct val="150000"/>
              </a:lnSpc>
              <a:defRPr/>
            </a:pPr>
            <a:r>
              <a:rPr lang="en-US" altLang="ko-KR" sz="2600" b="1" i="1" kern="0">
                <a:solidFill>
                  <a:prstClr val="black">
                    <a:lumMod val="65000"/>
                    <a:lumOff val="35000"/>
                  </a:prstClr>
                </a:solidFill>
              </a:rPr>
              <a:t>DESIGN</a:t>
            </a:r>
            <a:endParaRPr lang="ko-KR" altLang="en-US" sz="2600" b="1" i="1" kern="0">
              <a:solidFill>
                <a:prstClr val="black">
                  <a:lumMod val="65000"/>
                  <a:lumOff val="35000"/>
                </a:prstClr>
              </a:solidFill>
            </a:endParaRPr>
          </a:p>
          <a:p>
            <a:pPr latinLnBrk="0">
              <a:lnSpc>
                <a:spcPct val="150000"/>
              </a:lnSpc>
              <a:defRPr/>
            </a:pPr>
            <a:r>
              <a:rPr lang="en-US" altLang="ko-KR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LOGIN&gt;SIGN UP&gt;MAIN&gt;SURVEY&gt;</a:t>
            </a:r>
            <a:r>
              <a:rPr lang="en-US" altLang="ko-KR" sz="1000" b="1" kern="0">
                <a:solidFill>
                  <a:schemeClr val="accent6"/>
                </a:solidFill>
              </a:rPr>
              <a:t>CHALLENGE</a:t>
            </a:r>
            <a:r>
              <a:rPr lang="en-US" altLang="ko-KR" sz="1000" b="1" kern="0">
                <a:solidFill>
                  <a:prstClr val="black">
                    <a:lumMod val="65000"/>
                    <a:lumOff val="35000"/>
                  </a:prstClr>
                </a:solidFill>
              </a:rPr>
              <a:t>&gt;</a:t>
            </a:r>
            <a:r>
              <a:rPr lang="en-US" altLang="ko-KR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CHAT</a:t>
            </a:r>
            <a:endParaRPr lang="ko-KR" altLang="en-US" sz="1000" kern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40" name="모서리가 둥근 직사각형 39"/>
          <p:cNvSpPr/>
          <p:nvPr/>
        </p:nvSpPr>
        <p:spPr>
          <a:xfrm>
            <a:off x="3838799" y="1646917"/>
            <a:ext cx="7540401" cy="4279543"/>
          </a:xfrm>
          <a:prstGeom prst="roundRect">
            <a:avLst>
              <a:gd name="adj" fmla="val 3424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" anchor="ctr"/>
          <a:lstStyle/>
          <a:p>
            <a:pPr lvl="0">
              <a:defRPr/>
            </a:pPr>
            <a:endParaRPr lang="en-US" altLang="ko-KR" sz="1050">
              <a:solidFill>
                <a:srgbClr val="264259"/>
              </a:solidFill>
            </a:endParaRPr>
          </a:p>
        </p:txBody>
      </p:sp>
      <p:sp>
        <p:nvSpPr>
          <p:cNvPr id="51" name="타원 50"/>
          <p:cNvSpPr/>
          <p:nvPr/>
        </p:nvSpPr>
        <p:spPr>
          <a:xfrm>
            <a:off x="555404" y="4304681"/>
            <a:ext cx="177525" cy="17752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anchor="ctr"/>
          <a:lstStyle/>
          <a:p>
            <a:pPr algn="ctr">
              <a:defRPr/>
            </a:pPr>
            <a:r>
              <a:rPr lang="en-US" altLang="ko-KR" sz="600">
                <a:solidFill>
                  <a:prstClr val="white"/>
                </a:solidFill>
              </a:rPr>
              <a:t>off</a:t>
            </a:r>
            <a:endParaRPr lang="ko-KR" altLang="en-US" sz="600">
              <a:solidFill>
                <a:prstClr val="white"/>
              </a:solidFill>
            </a:endParaRPr>
          </a:p>
        </p:txBody>
      </p:sp>
      <p:pic>
        <p:nvPicPr>
          <p:cNvPr id="58" name="그림 57"/>
          <p:cNvPicPr/>
          <p:nvPr/>
        </p:nvPicPr>
        <p:blipFill rotWithShape="1">
          <a:blip r:embed="rId3">
            <a:lum/>
          </a:blip>
          <a:srcRect/>
          <a:stretch>
            <a:fillRect/>
          </a:stretch>
        </p:blipFill>
        <p:spPr>
          <a:xfrm>
            <a:off x="1338453" y="1629092"/>
            <a:ext cx="2436114" cy="4361815"/>
          </a:xfrm>
          <a:prstGeom prst="rect">
            <a:avLst/>
          </a:prstGeom>
        </p:spPr>
      </p:pic>
      <p:sp>
        <p:nvSpPr>
          <p:cNvPr id="59" name="직사각형 49"/>
          <p:cNvSpPr/>
          <p:nvPr/>
        </p:nvSpPr>
        <p:spPr>
          <a:xfrm>
            <a:off x="4017637" y="1875915"/>
            <a:ext cx="5514290" cy="34171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l" defTabSz="914400" rtl="0" eaLnBrk="1" latinLnBrk="1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lang="en-US" altLang="ko-KR" sz="1600" b="1">
                <a:solidFill>
                  <a:srgbClr val="00D65E"/>
                </a:solidFill>
                <a:latin typeface="맑은 고딕"/>
                <a:ea typeface="맑은 고딕"/>
                <a:cs typeface="맑은 고딕"/>
              </a:rPr>
              <a:t>CHALLENGE SCREEN</a:t>
            </a:r>
            <a:endParaRPr kumimoji="0" lang="ko-KR" altLang="en-US" sz="1600" b="1" i="0" u="none" strike="noStrike" kern="1200" cap="none" spc="0" normalizeH="0" baseline="0">
              <a:solidFill>
                <a:srgbClr val="00D65E"/>
              </a:solidFill>
              <a:latin typeface="맑은 고딕"/>
              <a:ea typeface="맑은 고딕"/>
              <a:cs typeface="맑은 고딕"/>
            </a:endParaRPr>
          </a:p>
          <a:p>
            <a:pPr marL="0" indent="0" algn="l" defTabSz="914400" rtl="0" eaLnBrk="1" latinLnBrk="1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600" b="1" i="0" u="none" strike="noStrike" kern="1200" cap="none" spc="0" normalizeH="0" baseline="0">
              <a:solidFill>
                <a:srgbClr val="00D65E"/>
              </a:solidFill>
              <a:latin typeface="맑은 고딕"/>
              <a:ea typeface="맑은 고딕"/>
              <a:cs typeface="맑은 고딕"/>
            </a:endParaRPr>
          </a:p>
          <a:p>
            <a:pPr marL="0" indent="0" algn="ctr" defTabSz="914400" rtl="0" eaLnBrk="1" latinLnBrk="1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lang="en-US" altLang="ko-KR" sz="2300">
                <a:solidFill>
                  <a:srgbClr val="808080"/>
                </a:solidFill>
                <a:latin typeface="맑은 고딕"/>
                <a:ea typeface="맑은 고딕"/>
                <a:cs typeface="맑은 고딕"/>
              </a:rPr>
              <a:t>Print user information</a:t>
            </a:r>
            <a:endParaRPr kumimoji="0" lang="ko-KR" altLang="en-US" sz="2300" b="0" i="0" u="none" strike="noStrike" kern="1200" cap="none" spc="0" normalizeH="0" baseline="0">
              <a:solidFill>
                <a:srgbClr val="808080"/>
              </a:solidFill>
              <a:latin typeface="맑은 고딕"/>
              <a:ea typeface="맑은 고딕"/>
              <a:cs typeface="맑은 고딕"/>
            </a:endParaRPr>
          </a:p>
          <a:p>
            <a:pPr marL="0" indent="0" algn="ctr" defTabSz="914400" rtl="0" eaLnBrk="1" latinLnBrk="1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2300" b="0" i="0" u="none" strike="noStrike" kern="1200" cap="none" spc="0" normalizeH="0" baseline="0">
              <a:solidFill>
                <a:srgbClr val="808080"/>
              </a:solidFill>
              <a:latin typeface="맑은 고딕"/>
              <a:ea typeface="맑은 고딕"/>
              <a:cs typeface="맑은 고딕"/>
            </a:endParaRPr>
          </a:p>
          <a:p>
            <a:pPr marL="0" indent="0" algn="ctr" defTabSz="914400" rtl="0" eaLnBrk="1" latinLnBrk="1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lang="en-US" altLang="ko-KR" sz="2300">
                <a:solidFill>
                  <a:srgbClr val="808080"/>
                </a:solidFill>
                <a:latin typeface="맑은 고딕"/>
                <a:ea typeface="맑은 고딕"/>
                <a:cs typeface="맑은 고딕"/>
              </a:rPr>
              <a:t>Print Content </a:t>
            </a:r>
            <a:r>
              <a:rPr kumimoji="0" lang="en-US" altLang="ko-KR" sz="2300" b="0" i="0" u="none" strike="noStrike" kern="1200" cap="none" spc="0" normalizeH="0" baseline="0">
                <a:solidFill>
                  <a:srgbClr val="808080"/>
                </a:solidFill>
                <a:latin typeface="맑은 고딕"/>
                <a:ea typeface="맑은 고딕"/>
                <a:cs typeface="맑은 고딕"/>
              </a:rPr>
              <a:t>/ Purpose information</a:t>
            </a:r>
            <a:endParaRPr kumimoji="0" lang="ko-KR" altLang="en-US" sz="2300" b="0" i="0" u="none" strike="noStrike" kern="1200" cap="none" spc="0" normalizeH="0" baseline="0">
              <a:solidFill>
                <a:srgbClr val="808080"/>
              </a:solidFill>
              <a:latin typeface="맑은 고딕"/>
              <a:ea typeface="맑은 고딕"/>
              <a:cs typeface="맑은 고딕"/>
            </a:endParaRPr>
          </a:p>
          <a:p>
            <a:pPr marL="0" indent="0" algn="ctr" defTabSz="914400" rtl="0" eaLnBrk="1" latinLnBrk="1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2300" b="0" i="0" u="none" strike="noStrike" kern="1200" cap="none" spc="0" normalizeH="0" baseline="0">
              <a:solidFill>
                <a:srgbClr val="808080"/>
              </a:solidFill>
              <a:latin typeface="맑은 고딕"/>
              <a:ea typeface="맑은 고딕"/>
              <a:cs typeface="맑은 고딕"/>
            </a:endParaRPr>
          </a:p>
          <a:p>
            <a:pPr marL="0" indent="0" algn="ctr" defTabSz="914400" rtl="0" eaLnBrk="1" latinLnBrk="1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2300" b="0" i="0" u="none" strike="noStrike" kern="1200" cap="none" spc="0" normalizeH="0" baseline="0">
                <a:solidFill>
                  <a:srgbClr val="808080"/>
                </a:solidFill>
                <a:latin typeface="맑은 고딕"/>
                <a:ea typeface="맑은 고딕"/>
                <a:cs typeface="맑은 고딕"/>
              </a:rPr>
              <a:t>Input / Chat button</a:t>
            </a:r>
            <a:endParaRPr kumimoji="0" lang="ko-KR" altLang="en-US" sz="2300" b="0" i="0" u="none" strike="noStrike" kern="1200" cap="none" spc="0" normalizeH="0" baseline="0">
              <a:solidFill>
                <a:srgbClr val="808080"/>
              </a:solidFill>
              <a:latin typeface="맑은 고딕"/>
              <a:ea typeface="맑은 고딕"/>
              <a:cs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한쪽 모서리가 둥근 사각형 35"/>
          <p:cNvSpPr/>
          <p:nvPr/>
        </p:nvSpPr>
        <p:spPr>
          <a:xfrm>
            <a:off x="0" y="0"/>
            <a:ext cx="3848100" cy="5549900"/>
          </a:xfrm>
          <a:prstGeom prst="round1Rect">
            <a:avLst>
              <a:gd name="adj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5" name="모서리가 둥근 직사각형 4"/>
          <p:cNvSpPr/>
          <p:nvPr/>
        </p:nvSpPr>
        <p:spPr>
          <a:xfrm>
            <a:off x="236537" y="304800"/>
            <a:ext cx="11669713" cy="6265862"/>
          </a:xfrm>
          <a:prstGeom prst="roundRect">
            <a:avLst>
              <a:gd name="adj" fmla="val 4810"/>
            </a:avLst>
          </a:prstGeom>
          <a:solidFill>
            <a:srgbClr val="264259"/>
          </a:solidFill>
          <a:ln w="63500">
            <a:solidFill>
              <a:schemeClr val="tx2">
                <a:lumMod val="50000"/>
              </a:schemeClr>
            </a:solidFill>
          </a:ln>
          <a:effectLst>
            <a:outerShdw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6" name="양쪽 모서리가 둥근 사각형 5"/>
          <p:cNvSpPr/>
          <p:nvPr/>
        </p:nvSpPr>
        <p:spPr>
          <a:xfrm rot="5400000">
            <a:off x="3271463" y="-2062957"/>
            <a:ext cx="6192000" cy="11001376"/>
          </a:xfrm>
          <a:prstGeom prst="round2SameRect">
            <a:avLst>
              <a:gd name="adj1" fmla="val 4506"/>
              <a:gd name="adj2" fmla="val 0"/>
            </a:avLst>
          </a:prstGeom>
          <a:solidFill>
            <a:schemeClr val="bg1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5" name="자유형 14"/>
          <p:cNvSpPr/>
          <p:nvPr/>
        </p:nvSpPr>
        <p:spPr>
          <a:xfrm>
            <a:off x="1574800" y="1863725"/>
            <a:ext cx="73025" cy="85725"/>
          </a:xfrm>
          <a:custGeom>
            <a:avLst/>
            <a:gdLst>
              <a:gd name="connsiteX0" fmla="*/ 0 w 73025"/>
              <a:gd name="connsiteY0" fmla="*/ 31750 h 85725"/>
              <a:gd name="connsiteX1" fmla="*/ 31750 w 73025"/>
              <a:gd name="connsiteY1" fmla="*/ 85725 h 85725"/>
              <a:gd name="connsiteX2" fmla="*/ 73025 w 73025"/>
              <a:gd name="connsiteY2" fmla="*/ 0 h 85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3025" h="85725">
                <a:moveTo>
                  <a:pt x="0" y="31750"/>
                </a:moveTo>
                <a:lnTo>
                  <a:pt x="31750" y="85725"/>
                </a:lnTo>
                <a:lnTo>
                  <a:pt x="73025" y="0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9" name="Freeform 9"/>
          <p:cNvSpPr/>
          <p:nvPr/>
        </p:nvSpPr>
        <p:spPr>
          <a:xfrm>
            <a:off x="477298" y="2470961"/>
            <a:ext cx="141676" cy="186968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lvl="0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23" name="Freeform 36"/>
          <p:cNvSpPr>
            <a:spLocks noEditPoints="1"/>
          </p:cNvSpPr>
          <p:nvPr/>
        </p:nvSpPr>
        <p:spPr>
          <a:xfrm>
            <a:off x="491434" y="4397002"/>
            <a:ext cx="113404" cy="190736"/>
          </a:xfrm>
          <a:custGeom>
            <a:avLst/>
            <a:gdLst>
              <a:gd name="T0" fmla="*/ 937 w 1926"/>
              <a:gd name="T1" fmla="*/ 3639 h 4045"/>
              <a:gd name="T2" fmla="*/ 893 w 1926"/>
              <a:gd name="T3" fmla="*/ 3665 h 4045"/>
              <a:gd name="T4" fmla="*/ 863 w 1926"/>
              <a:gd name="T5" fmla="*/ 3712 h 4045"/>
              <a:gd name="T6" fmla="*/ 851 w 1926"/>
              <a:gd name="T7" fmla="*/ 3772 h 4045"/>
              <a:gd name="T8" fmla="*/ 863 w 1926"/>
              <a:gd name="T9" fmla="*/ 3832 h 4045"/>
              <a:gd name="T10" fmla="*/ 893 w 1926"/>
              <a:gd name="T11" fmla="*/ 3878 h 4045"/>
              <a:gd name="T12" fmla="*/ 937 w 1926"/>
              <a:gd name="T13" fmla="*/ 3905 h 4045"/>
              <a:gd name="T14" fmla="*/ 988 w 1926"/>
              <a:gd name="T15" fmla="*/ 3905 h 4045"/>
              <a:gd name="T16" fmla="*/ 1033 w 1926"/>
              <a:gd name="T17" fmla="*/ 3878 h 4045"/>
              <a:gd name="T18" fmla="*/ 1064 w 1926"/>
              <a:gd name="T19" fmla="*/ 3832 h 4045"/>
              <a:gd name="T20" fmla="*/ 1075 w 1926"/>
              <a:gd name="T21" fmla="*/ 3772 h 4045"/>
              <a:gd name="T22" fmla="*/ 1064 w 1926"/>
              <a:gd name="T23" fmla="*/ 3712 h 4045"/>
              <a:gd name="T24" fmla="*/ 1033 w 1926"/>
              <a:gd name="T25" fmla="*/ 3665 h 4045"/>
              <a:gd name="T26" fmla="*/ 988 w 1926"/>
              <a:gd name="T27" fmla="*/ 3639 h 4045"/>
              <a:gd name="T28" fmla="*/ 156 w 1926"/>
              <a:gd name="T29" fmla="*/ 434 h 4045"/>
              <a:gd name="T30" fmla="*/ 1770 w 1926"/>
              <a:gd name="T31" fmla="*/ 3540 h 4045"/>
              <a:gd name="T32" fmla="*/ 156 w 1926"/>
              <a:gd name="T33" fmla="*/ 434 h 4045"/>
              <a:gd name="T34" fmla="*/ 716 w 1926"/>
              <a:gd name="T35" fmla="*/ 200 h 4045"/>
              <a:gd name="T36" fmla="*/ 701 w 1926"/>
              <a:gd name="T37" fmla="*/ 217 h 4045"/>
              <a:gd name="T38" fmla="*/ 701 w 1926"/>
              <a:gd name="T39" fmla="*/ 243 h 4045"/>
              <a:gd name="T40" fmla="*/ 716 w 1926"/>
              <a:gd name="T41" fmla="*/ 260 h 4045"/>
              <a:gd name="T42" fmla="*/ 1199 w 1926"/>
              <a:gd name="T43" fmla="*/ 262 h 4045"/>
              <a:gd name="T44" fmla="*/ 1218 w 1926"/>
              <a:gd name="T45" fmla="*/ 254 h 4045"/>
              <a:gd name="T46" fmla="*/ 1226 w 1926"/>
              <a:gd name="T47" fmla="*/ 230 h 4045"/>
              <a:gd name="T48" fmla="*/ 1218 w 1926"/>
              <a:gd name="T49" fmla="*/ 207 h 4045"/>
              <a:gd name="T50" fmla="*/ 1199 w 1926"/>
              <a:gd name="T51" fmla="*/ 197 h 4045"/>
              <a:gd name="T52" fmla="*/ 224 w 1926"/>
              <a:gd name="T53" fmla="*/ 0 h 4045"/>
              <a:gd name="T54" fmla="*/ 1738 w 1926"/>
              <a:gd name="T55" fmla="*/ 4 h 4045"/>
              <a:gd name="T56" fmla="*/ 1805 w 1926"/>
              <a:gd name="T57" fmla="*/ 31 h 4045"/>
              <a:gd name="T58" fmla="*/ 1860 w 1926"/>
              <a:gd name="T59" fmla="*/ 81 h 4045"/>
              <a:gd name="T60" fmla="*/ 1900 w 1926"/>
              <a:gd name="T61" fmla="*/ 148 h 4045"/>
              <a:gd name="T62" fmla="*/ 1923 w 1926"/>
              <a:gd name="T63" fmla="*/ 229 h 4045"/>
              <a:gd name="T64" fmla="*/ 1926 w 1926"/>
              <a:gd name="T65" fmla="*/ 3772 h 4045"/>
              <a:gd name="T66" fmla="*/ 1915 w 1926"/>
              <a:gd name="T67" fmla="*/ 3857 h 4045"/>
              <a:gd name="T68" fmla="*/ 1882 w 1926"/>
              <a:gd name="T69" fmla="*/ 3932 h 4045"/>
              <a:gd name="T70" fmla="*/ 1834 w 1926"/>
              <a:gd name="T71" fmla="*/ 3992 h 4045"/>
              <a:gd name="T72" fmla="*/ 1773 w 1926"/>
              <a:gd name="T73" fmla="*/ 4032 h 4045"/>
              <a:gd name="T74" fmla="*/ 1702 w 1926"/>
              <a:gd name="T75" fmla="*/ 4045 h 4045"/>
              <a:gd name="T76" fmla="*/ 188 w 1926"/>
              <a:gd name="T77" fmla="*/ 4041 h 4045"/>
              <a:gd name="T78" fmla="*/ 122 w 1926"/>
              <a:gd name="T79" fmla="*/ 4014 h 4045"/>
              <a:gd name="T80" fmla="*/ 66 w 1926"/>
              <a:gd name="T81" fmla="*/ 3964 h 4045"/>
              <a:gd name="T82" fmla="*/ 25 w 1926"/>
              <a:gd name="T83" fmla="*/ 3897 h 4045"/>
              <a:gd name="T84" fmla="*/ 3 w 1926"/>
              <a:gd name="T85" fmla="*/ 3816 h 4045"/>
              <a:gd name="T86" fmla="*/ 0 w 1926"/>
              <a:gd name="T87" fmla="*/ 273 h 4045"/>
              <a:gd name="T88" fmla="*/ 12 w 1926"/>
              <a:gd name="T89" fmla="*/ 188 h 4045"/>
              <a:gd name="T90" fmla="*/ 43 w 1926"/>
              <a:gd name="T91" fmla="*/ 113 h 4045"/>
              <a:gd name="T92" fmla="*/ 92 w 1926"/>
              <a:gd name="T93" fmla="*/ 53 h 4045"/>
              <a:gd name="T94" fmla="*/ 154 w 1926"/>
              <a:gd name="T95" fmla="*/ 13 h 4045"/>
              <a:gd name="T96" fmla="*/ 224 w 1926"/>
              <a:gd name="T97" fmla="*/ 0 h 40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926" h="4045">
                <a:moveTo>
                  <a:pt x="963" y="3636"/>
                </a:moveTo>
                <a:lnTo>
                  <a:pt x="937" y="3639"/>
                </a:lnTo>
                <a:lnTo>
                  <a:pt x="914" y="3649"/>
                </a:lnTo>
                <a:lnTo>
                  <a:pt x="893" y="3665"/>
                </a:lnTo>
                <a:lnTo>
                  <a:pt x="876" y="3686"/>
                </a:lnTo>
                <a:lnTo>
                  <a:pt x="863" y="3712"/>
                </a:lnTo>
                <a:lnTo>
                  <a:pt x="854" y="3741"/>
                </a:lnTo>
                <a:lnTo>
                  <a:pt x="851" y="3772"/>
                </a:lnTo>
                <a:lnTo>
                  <a:pt x="854" y="3804"/>
                </a:lnTo>
                <a:lnTo>
                  <a:pt x="863" y="3832"/>
                </a:lnTo>
                <a:lnTo>
                  <a:pt x="876" y="3857"/>
                </a:lnTo>
                <a:lnTo>
                  <a:pt x="893" y="3878"/>
                </a:lnTo>
                <a:lnTo>
                  <a:pt x="914" y="3894"/>
                </a:lnTo>
                <a:lnTo>
                  <a:pt x="937" y="3905"/>
                </a:lnTo>
                <a:lnTo>
                  <a:pt x="963" y="3909"/>
                </a:lnTo>
                <a:lnTo>
                  <a:pt x="988" y="3905"/>
                </a:lnTo>
                <a:lnTo>
                  <a:pt x="1013" y="3894"/>
                </a:lnTo>
                <a:lnTo>
                  <a:pt x="1033" y="3878"/>
                </a:lnTo>
                <a:lnTo>
                  <a:pt x="1051" y="3857"/>
                </a:lnTo>
                <a:lnTo>
                  <a:pt x="1064" y="3832"/>
                </a:lnTo>
                <a:lnTo>
                  <a:pt x="1072" y="3804"/>
                </a:lnTo>
                <a:lnTo>
                  <a:pt x="1075" y="3772"/>
                </a:lnTo>
                <a:lnTo>
                  <a:pt x="1072" y="3741"/>
                </a:lnTo>
                <a:lnTo>
                  <a:pt x="1064" y="3712"/>
                </a:lnTo>
                <a:lnTo>
                  <a:pt x="1051" y="3686"/>
                </a:lnTo>
                <a:lnTo>
                  <a:pt x="1033" y="3665"/>
                </a:lnTo>
                <a:lnTo>
                  <a:pt x="1013" y="3649"/>
                </a:lnTo>
                <a:lnTo>
                  <a:pt x="988" y="3639"/>
                </a:lnTo>
                <a:lnTo>
                  <a:pt x="963" y="3636"/>
                </a:lnTo>
                <a:close/>
                <a:moveTo>
                  <a:pt x="156" y="434"/>
                </a:moveTo>
                <a:lnTo>
                  <a:pt x="156" y="3540"/>
                </a:lnTo>
                <a:lnTo>
                  <a:pt x="1770" y="3540"/>
                </a:lnTo>
                <a:lnTo>
                  <a:pt x="1770" y="434"/>
                </a:lnTo>
                <a:lnTo>
                  <a:pt x="156" y="434"/>
                </a:lnTo>
                <a:close/>
                <a:moveTo>
                  <a:pt x="727" y="197"/>
                </a:moveTo>
                <a:lnTo>
                  <a:pt x="716" y="200"/>
                </a:lnTo>
                <a:lnTo>
                  <a:pt x="707" y="207"/>
                </a:lnTo>
                <a:lnTo>
                  <a:pt x="701" y="217"/>
                </a:lnTo>
                <a:lnTo>
                  <a:pt x="699" y="230"/>
                </a:lnTo>
                <a:lnTo>
                  <a:pt x="701" y="243"/>
                </a:lnTo>
                <a:lnTo>
                  <a:pt x="707" y="254"/>
                </a:lnTo>
                <a:lnTo>
                  <a:pt x="716" y="260"/>
                </a:lnTo>
                <a:lnTo>
                  <a:pt x="727" y="262"/>
                </a:lnTo>
                <a:lnTo>
                  <a:pt x="1199" y="262"/>
                </a:lnTo>
                <a:lnTo>
                  <a:pt x="1210" y="260"/>
                </a:lnTo>
                <a:lnTo>
                  <a:pt x="1218" y="254"/>
                </a:lnTo>
                <a:lnTo>
                  <a:pt x="1224" y="243"/>
                </a:lnTo>
                <a:lnTo>
                  <a:pt x="1226" y="230"/>
                </a:lnTo>
                <a:lnTo>
                  <a:pt x="1224" y="217"/>
                </a:lnTo>
                <a:lnTo>
                  <a:pt x="1218" y="207"/>
                </a:lnTo>
                <a:lnTo>
                  <a:pt x="1210" y="200"/>
                </a:lnTo>
                <a:lnTo>
                  <a:pt x="1199" y="197"/>
                </a:lnTo>
                <a:lnTo>
                  <a:pt x="727" y="197"/>
                </a:lnTo>
                <a:close/>
                <a:moveTo>
                  <a:pt x="224" y="0"/>
                </a:moveTo>
                <a:lnTo>
                  <a:pt x="1702" y="0"/>
                </a:lnTo>
                <a:lnTo>
                  <a:pt x="1738" y="4"/>
                </a:lnTo>
                <a:lnTo>
                  <a:pt x="1773" y="13"/>
                </a:lnTo>
                <a:lnTo>
                  <a:pt x="1805" y="31"/>
                </a:lnTo>
                <a:lnTo>
                  <a:pt x="1834" y="53"/>
                </a:lnTo>
                <a:lnTo>
                  <a:pt x="1860" y="81"/>
                </a:lnTo>
                <a:lnTo>
                  <a:pt x="1882" y="113"/>
                </a:lnTo>
                <a:lnTo>
                  <a:pt x="1900" y="148"/>
                </a:lnTo>
                <a:lnTo>
                  <a:pt x="1915" y="188"/>
                </a:lnTo>
                <a:lnTo>
                  <a:pt x="1923" y="229"/>
                </a:lnTo>
                <a:lnTo>
                  <a:pt x="1926" y="273"/>
                </a:lnTo>
                <a:lnTo>
                  <a:pt x="1926" y="3772"/>
                </a:lnTo>
                <a:lnTo>
                  <a:pt x="1923" y="3816"/>
                </a:lnTo>
                <a:lnTo>
                  <a:pt x="1915" y="3857"/>
                </a:lnTo>
                <a:lnTo>
                  <a:pt x="1900" y="3897"/>
                </a:lnTo>
                <a:lnTo>
                  <a:pt x="1882" y="3932"/>
                </a:lnTo>
                <a:lnTo>
                  <a:pt x="1860" y="3964"/>
                </a:lnTo>
                <a:lnTo>
                  <a:pt x="1834" y="3992"/>
                </a:lnTo>
                <a:lnTo>
                  <a:pt x="1805" y="4014"/>
                </a:lnTo>
                <a:lnTo>
                  <a:pt x="1773" y="4032"/>
                </a:lnTo>
                <a:lnTo>
                  <a:pt x="1738" y="4041"/>
                </a:lnTo>
                <a:lnTo>
                  <a:pt x="1702" y="4045"/>
                </a:lnTo>
                <a:lnTo>
                  <a:pt x="224" y="4045"/>
                </a:lnTo>
                <a:lnTo>
                  <a:pt x="188" y="4041"/>
                </a:lnTo>
                <a:lnTo>
                  <a:pt x="154" y="4032"/>
                </a:lnTo>
                <a:lnTo>
                  <a:pt x="122" y="4014"/>
                </a:lnTo>
                <a:lnTo>
                  <a:pt x="92" y="3992"/>
                </a:lnTo>
                <a:lnTo>
                  <a:pt x="66" y="3964"/>
                </a:lnTo>
                <a:lnTo>
                  <a:pt x="43" y="3932"/>
                </a:lnTo>
                <a:lnTo>
                  <a:pt x="25" y="3897"/>
                </a:lnTo>
                <a:lnTo>
                  <a:pt x="12" y="3857"/>
                </a:lnTo>
                <a:lnTo>
                  <a:pt x="3" y="3816"/>
                </a:lnTo>
                <a:lnTo>
                  <a:pt x="0" y="3772"/>
                </a:lnTo>
                <a:lnTo>
                  <a:pt x="0" y="273"/>
                </a:lnTo>
                <a:lnTo>
                  <a:pt x="3" y="229"/>
                </a:lnTo>
                <a:lnTo>
                  <a:pt x="12" y="188"/>
                </a:lnTo>
                <a:lnTo>
                  <a:pt x="25" y="148"/>
                </a:lnTo>
                <a:lnTo>
                  <a:pt x="43" y="113"/>
                </a:lnTo>
                <a:lnTo>
                  <a:pt x="66" y="81"/>
                </a:lnTo>
                <a:lnTo>
                  <a:pt x="92" y="53"/>
                </a:lnTo>
                <a:lnTo>
                  <a:pt x="122" y="31"/>
                </a:lnTo>
                <a:lnTo>
                  <a:pt x="154" y="13"/>
                </a:lnTo>
                <a:lnTo>
                  <a:pt x="188" y="4"/>
                </a:lnTo>
                <a:lnTo>
                  <a:pt x="224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lvl="0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24" name="자유형 23"/>
          <p:cNvSpPr/>
          <p:nvPr/>
        </p:nvSpPr>
        <p:spPr>
          <a:xfrm>
            <a:off x="462778" y="3768685"/>
            <a:ext cx="170716" cy="149410"/>
          </a:xfrm>
          <a:custGeom>
            <a:avLst/>
            <a:gdLst>
              <a:gd name="connsiteX0" fmla="*/ 149021 w 448462"/>
              <a:gd name="connsiteY0" fmla="*/ 328125 h 392491"/>
              <a:gd name="connsiteX1" fmla="*/ 210588 w 448462"/>
              <a:gd name="connsiteY1" fmla="*/ 357224 h 392491"/>
              <a:gd name="connsiteX2" fmla="*/ 160375 w 448462"/>
              <a:gd name="connsiteY2" fmla="*/ 391211 h 392491"/>
              <a:gd name="connsiteX3" fmla="*/ 158502 w 448462"/>
              <a:gd name="connsiteY3" fmla="*/ 392025 h 392491"/>
              <a:gd name="connsiteX4" fmla="*/ 156629 w 448462"/>
              <a:gd name="connsiteY4" fmla="*/ 392491 h 392491"/>
              <a:gd name="connsiteX5" fmla="*/ 154757 w 448462"/>
              <a:gd name="connsiteY5" fmla="*/ 392375 h 392491"/>
              <a:gd name="connsiteX6" fmla="*/ 153001 w 448462"/>
              <a:gd name="connsiteY6" fmla="*/ 391676 h 392491"/>
              <a:gd name="connsiteX7" fmla="*/ 151362 w 448462"/>
              <a:gd name="connsiteY7" fmla="*/ 390396 h 392491"/>
              <a:gd name="connsiteX8" fmla="*/ 150075 w 448462"/>
              <a:gd name="connsiteY8" fmla="*/ 388883 h 392491"/>
              <a:gd name="connsiteX9" fmla="*/ 149255 w 448462"/>
              <a:gd name="connsiteY9" fmla="*/ 387137 h 392491"/>
              <a:gd name="connsiteX10" fmla="*/ 149021 w 448462"/>
              <a:gd name="connsiteY10" fmla="*/ 385158 h 392491"/>
              <a:gd name="connsiteX11" fmla="*/ 441235 w 448462"/>
              <a:gd name="connsiteY11" fmla="*/ 0 h 392491"/>
              <a:gd name="connsiteX12" fmla="*/ 442983 w 448462"/>
              <a:gd name="connsiteY12" fmla="*/ 233 h 392491"/>
              <a:gd name="connsiteX13" fmla="*/ 444615 w 448462"/>
              <a:gd name="connsiteY13" fmla="*/ 816 h 392491"/>
              <a:gd name="connsiteX14" fmla="*/ 446131 w 448462"/>
              <a:gd name="connsiteY14" fmla="*/ 1866 h 392491"/>
              <a:gd name="connsiteX15" fmla="*/ 447530 w 448462"/>
              <a:gd name="connsiteY15" fmla="*/ 3615 h 392491"/>
              <a:gd name="connsiteX16" fmla="*/ 448346 w 448462"/>
              <a:gd name="connsiteY16" fmla="*/ 5714 h 392491"/>
              <a:gd name="connsiteX17" fmla="*/ 448462 w 448462"/>
              <a:gd name="connsiteY17" fmla="*/ 7696 h 392491"/>
              <a:gd name="connsiteX18" fmla="*/ 447879 w 448462"/>
              <a:gd name="connsiteY18" fmla="*/ 9911 h 392491"/>
              <a:gd name="connsiteX19" fmla="*/ 307990 w 448462"/>
              <a:gd name="connsiteY19" fmla="*/ 362641 h 392491"/>
              <a:gd name="connsiteX20" fmla="*/ 306708 w 448462"/>
              <a:gd name="connsiteY20" fmla="*/ 364973 h 392491"/>
              <a:gd name="connsiteX21" fmla="*/ 305076 w 448462"/>
              <a:gd name="connsiteY21" fmla="*/ 366955 h 392491"/>
              <a:gd name="connsiteX22" fmla="*/ 303094 w 448462"/>
              <a:gd name="connsiteY22" fmla="*/ 368588 h 392491"/>
              <a:gd name="connsiteX23" fmla="*/ 300646 w 448462"/>
              <a:gd name="connsiteY23" fmla="*/ 369870 h 392491"/>
              <a:gd name="connsiteX24" fmla="*/ 298314 w 448462"/>
              <a:gd name="connsiteY24" fmla="*/ 370570 h 392491"/>
              <a:gd name="connsiteX25" fmla="*/ 295983 w 448462"/>
              <a:gd name="connsiteY25" fmla="*/ 370803 h 392491"/>
              <a:gd name="connsiteX26" fmla="*/ 293068 w 448462"/>
              <a:gd name="connsiteY26" fmla="*/ 370453 h 392491"/>
              <a:gd name="connsiteX27" fmla="*/ 290387 w 448462"/>
              <a:gd name="connsiteY27" fmla="*/ 369404 h 392491"/>
              <a:gd name="connsiteX28" fmla="*/ 148982 w 448462"/>
              <a:gd name="connsiteY28" fmla="*/ 302123 h 392491"/>
              <a:gd name="connsiteX29" fmla="*/ 347858 w 448462"/>
              <a:gd name="connsiteY29" fmla="*/ 102379 h 392491"/>
              <a:gd name="connsiteX30" fmla="*/ 120771 w 448462"/>
              <a:gd name="connsiteY30" fmla="*/ 288830 h 392491"/>
              <a:gd name="connsiteX31" fmla="*/ 7344 w 448462"/>
              <a:gd name="connsiteY31" fmla="*/ 234842 h 392491"/>
              <a:gd name="connsiteX32" fmla="*/ 4896 w 448462"/>
              <a:gd name="connsiteY32" fmla="*/ 233209 h 392491"/>
              <a:gd name="connsiteX33" fmla="*/ 2798 w 448462"/>
              <a:gd name="connsiteY33" fmla="*/ 231227 h 392491"/>
              <a:gd name="connsiteX34" fmla="*/ 1282 w 448462"/>
              <a:gd name="connsiteY34" fmla="*/ 228895 h 392491"/>
              <a:gd name="connsiteX35" fmla="*/ 349 w 448462"/>
              <a:gd name="connsiteY35" fmla="*/ 226213 h 392491"/>
              <a:gd name="connsiteX36" fmla="*/ 0 w 448462"/>
              <a:gd name="connsiteY36" fmla="*/ 223298 h 392491"/>
              <a:gd name="connsiteX37" fmla="*/ 233 w 448462"/>
              <a:gd name="connsiteY37" fmla="*/ 220499 h 392491"/>
              <a:gd name="connsiteX38" fmla="*/ 1165 w 448462"/>
              <a:gd name="connsiteY38" fmla="*/ 217701 h 392491"/>
              <a:gd name="connsiteX39" fmla="*/ 2681 w 448462"/>
              <a:gd name="connsiteY39" fmla="*/ 215252 h 392491"/>
              <a:gd name="connsiteX40" fmla="*/ 4779 w 448462"/>
              <a:gd name="connsiteY40" fmla="*/ 213270 h 392491"/>
              <a:gd name="connsiteX41" fmla="*/ 7227 w 448462"/>
              <a:gd name="connsiteY41" fmla="*/ 211754 h 392491"/>
              <a:gd name="connsiteX42" fmla="*/ 437971 w 448462"/>
              <a:gd name="connsiteY42" fmla="*/ 583 h 392491"/>
              <a:gd name="connsiteX43" fmla="*/ 439603 w 448462"/>
              <a:gd name="connsiteY43" fmla="*/ 117 h 392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448462" h="392491">
                <a:moveTo>
                  <a:pt x="149021" y="328125"/>
                </a:moveTo>
                <a:lnTo>
                  <a:pt x="210588" y="357224"/>
                </a:lnTo>
                <a:lnTo>
                  <a:pt x="160375" y="391211"/>
                </a:lnTo>
                <a:lnTo>
                  <a:pt x="158502" y="392025"/>
                </a:lnTo>
                <a:lnTo>
                  <a:pt x="156629" y="392491"/>
                </a:lnTo>
                <a:lnTo>
                  <a:pt x="154757" y="392375"/>
                </a:lnTo>
                <a:lnTo>
                  <a:pt x="153001" y="391676"/>
                </a:lnTo>
                <a:lnTo>
                  <a:pt x="151362" y="390396"/>
                </a:lnTo>
                <a:lnTo>
                  <a:pt x="150075" y="388883"/>
                </a:lnTo>
                <a:lnTo>
                  <a:pt x="149255" y="387137"/>
                </a:lnTo>
                <a:lnTo>
                  <a:pt x="149021" y="385158"/>
                </a:lnTo>
                <a:close/>
                <a:moveTo>
                  <a:pt x="441235" y="0"/>
                </a:moveTo>
                <a:lnTo>
                  <a:pt x="442983" y="233"/>
                </a:lnTo>
                <a:lnTo>
                  <a:pt x="444615" y="816"/>
                </a:lnTo>
                <a:lnTo>
                  <a:pt x="446131" y="1866"/>
                </a:lnTo>
                <a:lnTo>
                  <a:pt x="447530" y="3615"/>
                </a:lnTo>
                <a:lnTo>
                  <a:pt x="448346" y="5714"/>
                </a:lnTo>
                <a:lnTo>
                  <a:pt x="448462" y="7696"/>
                </a:lnTo>
                <a:lnTo>
                  <a:pt x="447879" y="9911"/>
                </a:lnTo>
                <a:lnTo>
                  <a:pt x="307990" y="362641"/>
                </a:lnTo>
                <a:lnTo>
                  <a:pt x="306708" y="364973"/>
                </a:lnTo>
                <a:lnTo>
                  <a:pt x="305076" y="366955"/>
                </a:lnTo>
                <a:lnTo>
                  <a:pt x="303094" y="368588"/>
                </a:lnTo>
                <a:lnTo>
                  <a:pt x="300646" y="369870"/>
                </a:lnTo>
                <a:lnTo>
                  <a:pt x="298314" y="370570"/>
                </a:lnTo>
                <a:lnTo>
                  <a:pt x="295983" y="370803"/>
                </a:lnTo>
                <a:lnTo>
                  <a:pt x="293068" y="370453"/>
                </a:lnTo>
                <a:lnTo>
                  <a:pt x="290387" y="369404"/>
                </a:lnTo>
                <a:lnTo>
                  <a:pt x="148982" y="302123"/>
                </a:lnTo>
                <a:lnTo>
                  <a:pt x="347858" y="102379"/>
                </a:lnTo>
                <a:lnTo>
                  <a:pt x="120771" y="288830"/>
                </a:lnTo>
                <a:lnTo>
                  <a:pt x="7344" y="234842"/>
                </a:lnTo>
                <a:lnTo>
                  <a:pt x="4896" y="233209"/>
                </a:lnTo>
                <a:lnTo>
                  <a:pt x="2798" y="231227"/>
                </a:lnTo>
                <a:lnTo>
                  <a:pt x="1282" y="228895"/>
                </a:lnTo>
                <a:lnTo>
                  <a:pt x="349" y="226213"/>
                </a:lnTo>
                <a:lnTo>
                  <a:pt x="0" y="223298"/>
                </a:lnTo>
                <a:lnTo>
                  <a:pt x="233" y="220499"/>
                </a:lnTo>
                <a:lnTo>
                  <a:pt x="1165" y="217701"/>
                </a:lnTo>
                <a:lnTo>
                  <a:pt x="2681" y="215252"/>
                </a:lnTo>
                <a:lnTo>
                  <a:pt x="4779" y="213270"/>
                </a:lnTo>
                <a:lnTo>
                  <a:pt x="7227" y="211754"/>
                </a:lnTo>
                <a:lnTo>
                  <a:pt x="437971" y="583"/>
                </a:lnTo>
                <a:lnTo>
                  <a:pt x="439603" y="117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noAutofit/>
          </a:bodyPr>
          <a:lstStyle/>
          <a:p>
            <a:pPr lvl="0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25" name="Freeform 6"/>
          <p:cNvSpPr/>
          <p:nvPr/>
        </p:nvSpPr>
        <p:spPr>
          <a:xfrm rot="10800000" flipH="1" flipV="1">
            <a:off x="461886" y="3136838"/>
            <a:ext cx="172500" cy="152938"/>
          </a:xfrm>
          <a:custGeom>
            <a:avLst/>
            <a:gdLst>
              <a:gd name="T0" fmla="*/ 2689 w 3491"/>
              <a:gd name="T1" fmla="*/ 15 h 3097"/>
              <a:gd name="T2" fmla="*/ 2963 w 3491"/>
              <a:gd name="T3" fmla="*/ 108 h 3097"/>
              <a:gd name="T4" fmla="*/ 3204 w 3491"/>
              <a:gd name="T5" fmla="*/ 281 h 3097"/>
              <a:gd name="T6" fmla="*/ 3382 w 3491"/>
              <a:gd name="T7" fmla="*/ 518 h 3097"/>
              <a:gd name="T8" fmla="*/ 3475 w 3491"/>
              <a:gd name="T9" fmla="*/ 786 h 3097"/>
              <a:gd name="T10" fmla="*/ 3486 w 3491"/>
              <a:gd name="T11" fmla="*/ 1066 h 3097"/>
              <a:gd name="T12" fmla="*/ 3413 w 3491"/>
              <a:gd name="T13" fmla="*/ 1339 h 3097"/>
              <a:gd name="T14" fmla="*/ 3256 w 3491"/>
              <a:gd name="T15" fmla="*/ 1586 h 3097"/>
              <a:gd name="T16" fmla="*/ 1965 w 3491"/>
              <a:gd name="T17" fmla="*/ 2838 h 3097"/>
              <a:gd name="T18" fmla="*/ 1873 w 3491"/>
              <a:gd name="T19" fmla="*/ 2828 h 3097"/>
              <a:gd name="T20" fmla="*/ 1821 w 3491"/>
              <a:gd name="T21" fmla="*/ 2749 h 3097"/>
              <a:gd name="T22" fmla="*/ 1853 w 3491"/>
              <a:gd name="T23" fmla="*/ 2662 h 3097"/>
              <a:gd name="T24" fmla="*/ 3153 w 3491"/>
              <a:gd name="T25" fmla="*/ 1355 h 3097"/>
              <a:gd name="T26" fmla="*/ 3242 w 3491"/>
              <a:gd name="T27" fmla="*/ 1126 h 3097"/>
              <a:gd name="T28" fmla="*/ 3253 w 3491"/>
              <a:gd name="T29" fmla="*/ 885 h 3097"/>
              <a:gd name="T30" fmla="*/ 3183 w 3491"/>
              <a:gd name="T31" fmla="*/ 653 h 3097"/>
              <a:gd name="T32" fmla="*/ 3035 w 3491"/>
              <a:gd name="T33" fmla="*/ 448 h 3097"/>
              <a:gd name="T34" fmla="*/ 2825 w 3491"/>
              <a:gd name="T35" fmla="*/ 301 h 3097"/>
              <a:gd name="T36" fmla="*/ 2586 w 3491"/>
              <a:gd name="T37" fmla="*/ 234 h 3097"/>
              <a:gd name="T38" fmla="*/ 2340 w 3491"/>
              <a:gd name="T39" fmla="*/ 243 h 3097"/>
              <a:gd name="T40" fmla="*/ 2108 w 3491"/>
              <a:gd name="T41" fmla="*/ 331 h 3097"/>
              <a:gd name="T42" fmla="*/ 378 w 3491"/>
              <a:gd name="T43" fmla="*/ 1972 h 3097"/>
              <a:gd name="T44" fmla="*/ 258 w 3491"/>
              <a:gd name="T45" fmla="*/ 2149 h 3097"/>
              <a:gd name="T46" fmla="*/ 218 w 3491"/>
              <a:gd name="T47" fmla="*/ 2350 h 3097"/>
              <a:gd name="T48" fmla="*/ 258 w 3491"/>
              <a:gd name="T49" fmla="*/ 2551 h 3097"/>
              <a:gd name="T50" fmla="*/ 378 w 3491"/>
              <a:gd name="T51" fmla="*/ 2728 h 3097"/>
              <a:gd name="T52" fmla="*/ 558 w 3491"/>
              <a:gd name="T53" fmla="*/ 2846 h 3097"/>
              <a:gd name="T54" fmla="*/ 763 w 3491"/>
              <a:gd name="T55" fmla="*/ 2885 h 3097"/>
              <a:gd name="T56" fmla="*/ 968 w 3491"/>
              <a:gd name="T57" fmla="*/ 2846 h 3097"/>
              <a:gd name="T58" fmla="*/ 1149 w 3491"/>
              <a:gd name="T59" fmla="*/ 2728 h 3097"/>
              <a:gd name="T60" fmla="*/ 2809 w 3491"/>
              <a:gd name="T61" fmla="*/ 1091 h 3097"/>
              <a:gd name="T62" fmla="*/ 2837 w 3491"/>
              <a:gd name="T63" fmla="*/ 942 h 3097"/>
              <a:gd name="T64" fmla="*/ 2791 w 3491"/>
              <a:gd name="T65" fmla="*/ 797 h 3097"/>
              <a:gd name="T66" fmla="*/ 2677 w 3491"/>
              <a:gd name="T67" fmla="*/ 685 h 3097"/>
              <a:gd name="T68" fmla="*/ 2528 w 3491"/>
              <a:gd name="T69" fmla="*/ 641 h 3097"/>
              <a:gd name="T70" fmla="*/ 2377 w 3491"/>
              <a:gd name="T71" fmla="*/ 668 h 3097"/>
              <a:gd name="T72" fmla="*/ 1082 w 3491"/>
              <a:gd name="T73" fmla="*/ 1906 h 3097"/>
              <a:gd name="T74" fmla="*/ 992 w 3491"/>
              <a:gd name="T75" fmla="*/ 1937 h 3097"/>
              <a:gd name="T76" fmla="*/ 911 w 3491"/>
              <a:gd name="T77" fmla="*/ 1887 h 3097"/>
              <a:gd name="T78" fmla="*/ 900 w 3491"/>
              <a:gd name="T79" fmla="*/ 1796 h 3097"/>
              <a:gd name="T80" fmla="*/ 2165 w 3491"/>
              <a:gd name="T81" fmla="*/ 546 h 3097"/>
              <a:gd name="T82" fmla="*/ 2354 w 3491"/>
              <a:gd name="T83" fmla="*/ 449 h 3097"/>
              <a:gd name="T84" fmla="*/ 2562 w 3491"/>
              <a:gd name="T85" fmla="*/ 429 h 3097"/>
              <a:gd name="T86" fmla="*/ 2763 w 3491"/>
              <a:gd name="T87" fmla="*/ 488 h 3097"/>
              <a:gd name="T88" fmla="*/ 2932 w 3491"/>
              <a:gd name="T89" fmla="*/ 623 h 3097"/>
              <a:gd name="T90" fmla="*/ 3032 w 3491"/>
              <a:gd name="T91" fmla="*/ 809 h 3097"/>
              <a:gd name="T92" fmla="*/ 3053 w 3491"/>
              <a:gd name="T93" fmla="*/ 1012 h 3097"/>
              <a:gd name="T94" fmla="*/ 2993 w 3491"/>
              <a:gd name="T95" fmla="*/ 1209 h 3097"/>
              <a:gd name="T96" fmla="*/ 1303 w 3491"/>
              <a:gd name="T97" fmla="*/ 2879 h 3097"/>
              <a:gd name="T98" fmla="*/ 1094 w 3491"/>
              <a:gd name="T99" fmla="*/ 3025 h 3097"/>
              <a:gd name="T100" fmla="*/ 855 w 3491"/>
              <a:gd name="T101" fmla="*/ 3092 h 3097"/>
              <a:gd name="T102" fmla="*/ 609 w 3491"/>
              <a:gd name="T103" fmla="*/ 3083 h 3097"/>
              <a:gd name="T104" fmla="*/ 377 w 3491"/>
              <a:gd name="T105" fmla="*/ 2995 h 3097"/>
              <a:gd name="T106" fmla="*/ 178 w 3491"/>
              <a:gd name="T107" fmla="*/ 2832 h 3097"/>
              <a:gd name="T108" fmla="*/ 51 w 3491"/>
              <a:gd name="T109" fmla="*/ 2617 h 3097"/>
              <a:gd name="T110" fmla="*/ 0 w 3491"/>
              <a:gd name="T111" fmla="*/ 2381 h 3097"/>
              <a:gd name="T112" fmla="*/ 30 w 3491"/>
              <a:gd name="T113" fmla="*/ 2141 h 3097"/>
              <a:gd name="T114" fmla="*/ 139 w 3491"/>
              <a:gd name="T115" fmla="*/ 1920 h 3097"/>
              <a:gd name="T116" fmla="*/ 1872 w 3491"/>
              <a:gd name="T117" fmla="*/ 230 h 3097"/>
              <a:gd name="T118" fmla="*/ 2123 w 3491"/>
              <a:gd name="T119" fmla="*/ 76 h 3097"/>
              <a:gd name="T120" fmla="*/ 2402 w 3491"/>
              <a:gd name="T121" fmla="*/ 5 h 30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3491" h="3097">
                <a:moveTo>
                  <a:pt x="2474" y="0"/>
                </a:moveTo>
                <a:lnTo>
                  <a:pt x="2546" y="0"/>
                </a:lnTo>
                <a:lnTo>
                  <a:pt x="2618" y="5"/>
                </a:lnTo>
                <a:lnTo>
                  <a:pt x="2689" y="15"/>
                </a:lnTo>
                <a:lnTo>
                  <a:pt x="2758" y="31"/>
                </a:lnTo>
                <a:lnTo>
                  <a:pt x="2828" y="51"/>
                </a:lnTo>
                <a:lnTo>
                  <a:pt x="2896" y="76"/>
                </a:lnTo>
                <a:lnTo>
                  <a:pt x="2963" y="108"/>
                </a:lnTo>
                <a:lnTo>
                  <a:pt x="3026" y="143"/>
                </a:lnTo>
                <a:lnTo>
                  <a:pt x="3088" y="183"/>
                </a:lnTo>
                <a:lnTo>
                  <a:pt x="3147" y="230"/>
                </a:lnTo>
                <a:lnTo>
                  <a:pt x="3204" y="281"/>
                </a:lnTo>
                <a:lnTo>
                  <a:pt x="3256" y="336"/>
                </a:lnTo>
                <a:lnTo>
                  <a:pt x="3303" y="394"/>
                </a:lnTo>
                <a:lnTo>
                  <a:pt x="3345" y="455"/>
                </a:lnTo>
                <a:lnTo>
                  <a:pt x="3382" y="518"/>
                </a:lnTo>
                <a:lnTo>
                  <a:pt x="3413" y="582"/>
                </a:lnTo>
                <a:lnTo>
                  <a:pt x="3439" y="650"/>
                </a:lnTo>
                <a:lnTo>
                  <a:pt x="3460" y="717"/>
                </a:lnTo>
                <a:lnTo>
                  <a:pt x="3475" y="786"/>
                </a:lnTo>
                <a:lnTo>
                  <a:pt x="3486" y="856"/>
                </a:lnTo>
                <a:lnTo>
                  <a:pt x="3491" y="926"/>
                </a:lnTo>
                <a:lnTo>
                  <a:pt x="3491" y="996"/>
                </a:lnTo>
                <a:lnTo>
                  <a:pt x="3486" y="1066"/>
                </a:lnTo>
                <a:lnTo>
                  <a:pt x="3475" y="1136"/>
                </a:lnTo>
                <a:lnTo>
                  <a:pt x="3460" y="1205"/>
                </a:lnTo>
                <a:lnTo>
                  <a:pt x="3439" y="1273"/>
                </a:lnTo>
                <a:lnTo>
                  <a:pt x="3413" y="1339"/>
                </a:lnTo>
                <a:lnTo>
                  <a:pt x="3382" y="1404"/>
                </a:lnTo>
                <a:lnTo>
                  <a:pt x="3345" y="1467"/>
                </a:lnTo>
                <a:lnTo>
                  <a:pt x="3303" y="1528"/>
                </a:lnTo>
                <a:lnTo>
                  <a:pt x="3256" y="1586"/>
                </a:lnTo>
                <a:lnTo>
                  <a:pt x="3204" y="1641"/>
                </a:lnTo>
                <a:lnTo>
                  <a:pt x="2007" y="2813"/>
                </a:lnTo>
                <a:lnTo>
                  <a:pt x="1988" y="2828"/>
                </a:lnTo>
                <a:lnTo>
                  <a:pt x="1965" y="2838"/>
                </a:lnTo>
                <a:lnTo>
                  <a:pt x="1942" y="2844"/>
                </a:lnTo>
                <a:lnTo>
                  <a:pt x="1918" y="2844"/>
                </a:lnTo>
                <a:lnTo>
                  <a:pt x="1894" y="2838"/>
                </a:lnTo>
                <a:lnTo>
                  <a:pt x="1873" y="2828"/>
                </a:lnTo>
                <a:lnTo>
                  <a:pt x="1853" y="2813"/>
                </a:lnTo>
                <a:lnTo>
                  <a:pt x="1837" y="2793"/>
                </a:lnTo>
                <a:lnTo>
                  <a:pt x="1827" y="2772"/>
                </a:lnTo>
                <a:lnTo>
                  <a:pt x="1821" y="2749"/>
                </a:lnTo>
                <a:lnTo>
                  <a:pt x="1821" y="2726"/>
                </a:lnTo>
                <a:lnTo>
                  <a:pt x="1827" y="2703"/>
                </a:lnTo>
                <a:lnTo>
                  <a:pt x="1837" y="2681"/>
                </a:lnTo>
                <a:lnTo>
                  <a:pt x="1853" y="2662"/>
                </a:lnTo>
                <a:lnTo>
                  <a:pt x="3035" y="1505"/>
                </a:lnTo>
                <a:lnTo>
                  <a:pt x="3079" y="1458"/>
                </a:lnTo>
                <a:lnTo>
                  <a:pt x="3118" y="1407"/>
                </a:lnTo>
                <a:lnTo>
                  <a:pt x="3153" y="1355"/>
                </a:lnTo>
                <a:lnTo>
                  <a:pt x="3183" y="1300"/>
                </a:lnTo>
                <a:lnTo>
                  <a:pt x="3208" y="1243"/>
                </a:lnTo>
                <a:lnTo>
                  <a:pt x="3228" y="1185"/>
                </a:lnTo>
                <a:lnTo>
                  <a:pt x="3242" y="1126"/>
                </a:lnTo>
                <a:lnTo>
                  <a:pt x="3253" y="1066"/>
                </a:lnTo>
                <a:lnTo>
                  <a:pt x="3257" y="1006"/>
                </a:lnTo>
                <a:lnTo>
                  <a:pt x="3257" y="946"/>
                </a:lnTo>
                <a:lnTo>
                  <a:pt x="3253" y="885"/>
                </a:lnTo>
                <a:lnTo>
                  <a:pt x="3242" y="826"/>
                </a:lnTo>
                <a:lnTo>
                  <a:pt x="3228" y="766"/>
                </a:lnTo>
                <a:lnTo>
                  <a:pt x="3208" y="709"/>
                </a:lnTo>
                <a:lnTo>
                  <a:pt x="3183" y="653"/>
                </a:lnTo>
                <a:lnTo>
                  <a:pt x="3153" y="598"/>
                </a:lnTo>
                <a:lnTo>
                  <a:pt x="3118" y="545"/>
                </a:lnTo>
                <a:lnTo>
                  <a:pt x="3079" y="495"/>
                </a:lnTo>
                <a:lnTo>
                  <a:pt x="3035" y="448"/>
                </a:lnTo>
                <a:lnTo>
                  <a:pt x="2985" y="403"/>
                </a:lnTo>
                <a:lnTo>
                  <a:pt x="2935" y="364"/>
                </a:lnTo>
                <a:lnTo>
                  <a:pt x="2881" y="331"/>
                </a:lnTo>
                <a:lnTo>
                  <a:pt x="2825" y="301"/>
                </a:lnTo>
                <a:lnTo>
                  <a:pt x="2767" y="277"/>
                </a:lnTo>
                <a:lnTo>
                  <a:pt x="2708" y="258"/>
                </a:lnTo>
                <a:lnTo>
                  <a:pt x="2648" y="243"/>
                </a:lnTo>
                <a:lnTo>
                  <a:pt x="2586" y="234"/>
                </a:lnTo>
                <a:lnTo>
                  <a:pt x="2525" y="229"/>
                </a:lnTo>
                <a:lnTo>
                  <a:pt x="2464" y="229"/>
                </a:lnTo>
                <a:lnTo>
                  <a:pt x="2402" y="234"/>
                </a:lnTo>
                <a:lnTo>
                  <a:pt x="2340" y="243"/>
                </a:lnTo>
                <a:lnTo>
                  <a:pt x="2280" y="258"/>
                </a:lnTo>
                <a:lnTo>
                  <a:pt x="2221" y="277"/>
                </a:lnTo>
                <a:lnTo>
                  <a:pt x="2164" y="301"/>
                </a:lnTo>
                <a:lnTo>
                  <a:pt x="2108" y="331"/>
                </a:lnTo>
                <a:lnTo>
                  <a:pt x="2055" y="364"/>
                </a:lnTo>
                <a:lnTo>
                  <a:pt x="2003" y="403"/>
                </a:lnTo>
                <a:lnTo>
                  <a:pt x="1955" y="448"/>
                </a:lnTo>
                <a:lnTo>
                  <a:pt x="378" y="1972"/>
                </a:lnTo>
                <a:lnTo>
                  <a:pt x="341" y="2013"/>
                </a:lnTo>
                <a:lnTo>
                  <a:pt x="307" y="2057"/>
                </a:lnTo>
                <a:lnTo>
                  <a:pt x="280" y="2102"/>
                </a:lnTo>
                <a:lnTo>
                  <a:pt x="258" y="2149"/>
                </a:lnTo>
                <a:lnTo>
                  <a:pt x="241" y="2199"/>
                </a:lnTo>
                <a:lnTo>
                  <a:pt x="228" y="2248"/>
                </a:lnTo>
                <a:lnTo>
                  <a:pt x="220" y="2299"/>
                </a:lnTo>
                <a:lnTo>
                  <a:pt x="218" y="2350"/>
                </a:lnTo>
                <a:lnTo>
                  <a:pt x="220" y="2402"/>
                </a:lnTo>
                <a:lnTo>
                  <a:pt x="228" y="2452"/>
                </a:lnTo>
                <a:lnTo>
                  <a:pt x="241" y="2503"/>
                </a:lnTo>
                <a:lnTo>
                  <a:pt x="258" y="2551"/>
                </a:lnTo>
                <a:lnTo>
                  <a:pt x="280" y="2599"/>
                </a:lnTo>
                <a:lnTo>
                  <a:pt x="307" y="2644"/>
                </a:lnTo>
                <a:lnTo>
                  <a:pt x="341" y="2687"/>
                </a:lnTo>
                <a:lnTo>
                  <a:pt x="378" y="2728"/>
                </a:lnTo>
                <a:lnTo>
                  <a:pt x="419" y="2765"/>
                </a:lnTo>
                <a:lnTo>
                  <a:pt x="463" y="2796"/>
                </a:lnTo>
                <a:lnTo>
                  <a:pt x="509" y="2824"/>
                </a:lnTo>
                <a:lnTo>
                  <a:pt x="558" y="2846"/>
                </a:lnTo>
                <a:lnTo>
                  <a:pt x="608" y="2863"/>
                </a:lnTo>
                <a:lnTo>
                  <a:pt x="660" y="2874"/>
                </a:lnTo>
                <a:lnTo>
                  <a:pt x="711" y="2882"/>
                </a:lnTo>
                <a:lnTo>
                  <a:pt x="763" y="2885"/>
                </a:lnTo>
                <a:lnTo>
                  <a:pt x="816" y="2882"/>
                </a:lnTo>
                <a:lnTo>
                  <a:pt x="867" y="2874"/>
                </a:lnTo>
                <a:lnTo>
                  <a:pt x="919" y="2863"/>
                </a:lnTo>
                <a:lnTo>
                  <a:pt x="968" y="2846"/>
                </a:lnTo>
                <a:lnTo>
                  <a:pt x="1018" y="2824"/>
                </a:lnTo>
                <a:lnTo>
                  <a:pt x="1064" y="2796"/>
                </a:lnTo>
                <a:lnTo>
                  <a:pt x="1108" y="2765"/>
                </a:lnTo>
                <a:lnTo>
                  <a:pt x="1149" y="2728"/>
                </a:lnTo>
                <a:lnTo>
                  <a:pt x="2741" y="1187"/>
                </a:lnTo>
                <a:lnTo>
                  <a:pt x="2768" y="1158"/>
                </a:lnTo>
                <a:lnTo>
                  <a:pt x="2791" y="1125"/>
                </a:lnTo>
                <a:lnTo>
                  <a:pt x="2809" y="1091"/>
                </a:lnTo>
                <a:lnTo>
                  <a:pt x="2823" y="1055"/>
                </a:lnTo>
                <a:lnTo>
                  <a:pt x="2831" y="1018"/>
                </a:lnTo>
                <a:lnTo>
                  <a:pt x="2837" y="980"/>
                </a:lnTo>
                <a:lnTo>
                  <a:pt x="2837" y="942"/>
                </a:lnTo>
                <a:lnTo>
                  <a:pt x="2831" y="904"/>
                </a:lnTo>
                <a:lnTo>
                  <a:pt x="2823" y="867"/>
                </a:lnTo>
                <a:lnTo>
                  <a:pt x="2809" y="832"/>
                </a:lnTo>
                <a:lnTo>
                  <a:pt x="2791" y="797"/>
                </a:lnTo>
                <a:lnTo>
                  <a:pt x="2768" y="764"/>
                </a:lnTo>
                <a:lnTo>
                  <a:pt x="2741" y="734"/>
                </a:lnTo>
                <a:lnTo>
                  <a:pt x="2710" y="707"/>
                </a:lnTo>
                <a:lnTo>
                  <a:pt x="2677" y="685"/>
                </a:lnTo>
                <a:lnTo>
                  <a:pt x="2642" y="668"/>
                </a:lnTo>
                <a:lnTo>
                  <a:pt x="2605" y="654"/>
                </a:lnTo>
                <a:lnTo>
                  <a:pt x="2567" y="645"/>
                </a:lnTo>
                <a:lnTo>
                  <a:pt x="2528" y="641"/>
                </a:lnTo>
                <a:lnTo>
                  <a:pt x="2490" y="641"/>
                </a:lnTo>
                <a:lnTo>
                  <a:pt x="2452" y="645"/>
                </a:lnTo>
                <a:lnTo>
                  <a:pt x="2415" y="654"/>
                </a:lnTo>
                <a:lnTo>
                  <a:pt x="2377" y="668"/>
                </a:lnTo>
                <a:lnTo>
                  <a:pt x="2343" y="685"/>
                </a:lnTo>
                <a:lnTo>
                  <a:pt x="2309" y="707"/>
                </a:lnTo>
                <a:lnTo>
                  <a:pt x="2278" y="734"/>
                </a:lnTo>
                <a:lnTo>
                  <a:pt x="1082" y="1906"/>
                </a:lnTo>
                <a:lnTo>
                  <a:pt x="1062" y="1922"/>
                </a:lnTo>
                <a:lnTo>
                  <a:pt x="1040" y="1931"/>
                </a:lnTo>
                <a:lnTo>
                  <a:pt x="1017" y="1937"/>
                </a:lnTo>
                <a:lnTo>
                  <a:pt x="992" y="1937"/>
                </a:lnTo>
                <a:lnTo>
                  <a:pt x="969" y="1931"/>
                </a:lnTo>
                <a:lnTo>
                  <a:pt x="947" y="1922"/>
                </a:lnTo>
                <a:lnTo>
                  <a:pt x="927" y="1906"/>
                </a:lnTo>
                <a:lnTo>
                  <a:pt x="911" y="1887"/>
                </a:lnTo>
                <a:lnTo>
                  <a:pt x="900" y="1865"/>
                </a:lnTo>
                <a:lnTo>
                  <a:pt x="896" y="1842"/>
                </a:lnTo>
                <a:lnTo>
                  <a:pt x="896" y="1819"/>
                </a:lnTo>
                <a:lnTo>
                  <a:pt x="900" y="1796"/>
                </a:lnTo>
                <a:lnTo>
                  <a:pt x="911" y="1775"/>
                </a:lnTo>
                <a:lnTo>
                  <a:pt x="927" y="1755"/>
                </a:lnTo>
                <a:lnTo>
                  <a:pt x="2123" y="583"/>
                </a:lnTo>
                <a:lnTo>
                  <a:pt x="2165" y="546"/>
                </a:lnTo>
                <a:lnTo>
                  <a:pt x="2209" y="515"/>
                </a:lnTo>
                <a:lnTo>
                  <a:pt x="2255" y="488"/>
                </a:lnTo>
                <a:lnTo>
                  <a:pt x="2304" y="465"/>
                </a:lnTo>
                <a:lnTo>
                  <a:pt x="2354" y="449"/>
                </a:lnTo>
                <a:lnTo>
                  <a:pt x="2405" y="436"/>
                </a:lnTo>
                <a:lnTo>
                  <a:pt x="2457" y="429"/>
                </a:lnTo>
                <a:lnTo>
                  <a:pt x="2509" y="427"/>
                </a:lnTo>
                <a:lnTo>
                  <a:pt x="2562" y="429"/>
                </a:lnTo>
                <a:lnTo>
                  <a:pt x="2613" y="436"/>
                </a:lnTo>
                <a:lnTo>
                  <a:pt x="2665" y="449"/>
                </a:lnTo>
                <a:lnTo>
                  <a:pt x="2714" y="465"/>
                </a:lnTo>
                <a:lnTo>
                  <a:pt x="2763" y="488"/>
                </a:lnTo>
                <a:lnTo>
                  <a:pt x="2810" y="515"/>
                </a:lnTo>
                <a:lnTo>
                  <a:pt x="2854" y="546"/>
                </a:lnTo>
                <a:lnTo>
                  <a:pt x="2895" y="583"/>
                </a:lnTo>
                <a:lnTo>
                  <a:pt x="2932" y="623"/>
                </a:lnTo>
                <a:lnTo>
                  <a:pt x="2965" y="666"/>
                </a:lnTo>
                <a:lnTo>
                  <a:pt x="2993" y="713"/>
                </a:lnTo>
                <a:lnTo>
                  <a:pt x="3015" y="760"/>
                </a:lnTo>
                <a:lnTo>
                  <a:pt x="3032" y="809"/>
                </a:lnTo>
                <a:lnTo>
                  <a:pt x="3045" y="859"/>
                </a:lnTo>
                <a:lnTo>
                  <a:pt x="3053" y="910"/>
                </a:lnTo>
                <a:lnTo>
                  <a:pt x="3055" y="961"/>
                </a:lnTo>
                <a:lnTo>
                  <a:pt x="3053" y="1012"/>
                </a:lnTo>
                <a:lnTo>
                  <a:pt x="3045" y="1063"/>
                </a:lnTo>
                <a:lnTo>
                  <a:pt x="3032" y="1113"/>
                </a:lnTo>
                <a:lnTo>
                  <a:pt x="3015" y="1162"/>
                </a:lnTo>
                <a:lnTo>
                  <a:pt x="2993" y="1209"/>
                </a:lnTo>
                <a:lnTo>
                  <a:pt x="2965" y="1255"/>
                </a:lnTo>
                <a:lnTo>
                  <a:pt x="2932" y="1298"/>
                </a:lnTo>
                <a:lnTo>
                  <a:pt x="2895" y="1339"/>
                </a:lnTo>
                <a:lnTo>
                  <a:pt x="1303" y="2879"/>
                </a:lnTo>
                <a:lnTo>
                  <a:pt x="1255" y="2923"/>
                </a:lnTo>
                <a:lnTo>
                  <a:pt x="1203" y="2962"/>
                </a:lnTo>
                <a:lnTo>
                  <a:pt x="1150" y="2995"/>
                </a:lnTo>
                <a:lnTo>
                  <a:pt x="1094" y="3025"/>
                </a:lnTo>
                <a:lnTo>
                  <a:pt x="1036" y="3049"/>
                </a:lnTo>
                <a:lnTo>
                  <a:pt x="977" y="3068"/>
                </a:lnTo>
                <a:lnTo>
                  <a:pt x="917" y="3083"/>
                </a:lnTo>
                <a:lnTo>
                  <a:pt x="855" y="3092"/>
                </a:lnTo>
                <a:lnTo>
                  <a:pt x="794" y="3097"/>
                </a:lnTo>
                <a:lnTo>
                  <a:pt x="733" y="3097"/>
                </a:lnTo>
                <a:lnTo>
                  <a:pt x="671" y="3092"/>
                </a:lnTo>
                <a:lnTo>
                  <a:pt x="609" y="3083"/>
                </a:lnTo>
                <a:lnTo>
                  <a:pt x="549" y="3068"/>
                </a:lnTo>
                <a:lnTo>
                  <a:pt x="490" y="3049"/>
                </a:lnTo>
                <a:lnTo>
                  <a:pt x="433" y="3025"/>
                </a:lnTo>
                <a:lnTo>
                  <a:pt x="377" y="2995"/>
                </a:lnTo>
                <a:lnTo>
                  <a:pt x="323" y="2962"/>
                </a:lnTo>
                <a:lnTo>
                  <a:pt x="272" y="2923"/>
                </a:lnTo>
                <a:lnTo>
                  <a:pt x="224" y="2879"/>
                </a:lnTo>
                <a:lnTo>
                  <a:pt x="178" y="2832"/>
                </a:lnTo>
                <a:lnTo>
                  <a:pt x="139" y="2782"/>
                </a:lnTo>
                <a:lnTo>
                  <a:pt x="104" y="2729"/>
                </a:lnTo>
                <a:lnTo>
                  <a:pt x="75" y="2674"/>
                </a:lnTo>
                <a:lnTo>
                  <a:pt x="51" y="2617"/>
                </a:lnTo>
                <a:lnTo>
                  <a:pt x="30" y="2560"/>
                </a:lnTo>
                <a:lnTo>
                  <a:pt x="15" y="2501"/>
                </a:lnTo>
                <a:lnTo>
                  <a:pt x="5" y="2441"/>
                </a:lnTo>
                <a:lnTo>
                  <a:pt x="0" y="2381"/>
                </a:lnTo>
                <a:lnTo>
                  <a:pt x="0" y="2321"/>
                </a:lnTo>
                <a:lnTo>
                  <a:pt x="5" y="2260"/>
                </a:lnTo>
                <a:lnTo>
                  <a:pt x="15" y="2200"/>
                </a:lnTo>
                <a:lnTo>
                  <a:pt x="30" y="2141"/>
                </a:lnTo>
                <a:lnTo>
                  <a:pt x="51" y="2083"/>
                </a:lnTo>
                <a:lnTo>
                  <a:pt x="75" y="2027"/>
                </a:lnTo>
                <a:lnTo>
                  <a:pt x="104" y="1972"/>
                </a:lnTo>
                <a:lnTo>
                  <a:pt x="139" y="1920"/>
                </a:lnTo>
                <a:lnTo>
                  <a:pt x="178" y="1869"/>
                </a:lnTo>
                <a:lnTo>
                  <a:pt x="224" y="1822"/>
                </a:lnTo>
                <a:lnTo>
                  <a:pt x="1815" y="281"/>
                </a:lnTo>
                <a:lnTo>
                  <a:pt x="1872" y="230"/>
                </a:lnTo>
                <a:lnTo>
                  <a:pt x="1931" y="183"/>
                </a:lnTo>
                <a:lnTo>
                  <a:pt x="1992" y="143"/>
                </a:lnTo>
                <a:lnTo>
                  <a:pt x="2057" y="108"/>
                </a:lnTo>
                <a:lnTo>
                  <a:pt x="2123" y="76"/>
                </a:lnTo>
                <a:lnTo>
                  <a:pt x="2191" y="51"/>
                </a:lnTo>
                <a:lnTo>
                  <a:pt x="2261" y="31"/>
                </a:lnTo>
                <a:lnTo>
                  <a:pt x="2331" y="15"/>
                </a:lnTo>
                <a:lnTo>
                  <a:pt x="2402" y="5"/>
                </a:lnTo>
                <a:lnTo>
                  <a:pt x="2474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lvl="0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27" name="그룹 26"/>
          <p:cNvGrpSpPr/>
          <p:nvPr/>
        </p:nvGrpSpPr>
        <p:grpSpPr>
          <a:xfrm>
            <a:off x="393568" y="656552"/>
            <a:ext cx="323769" cy="323769"/>
            <a:chOff x="1593332" y="2172798"/>
            <a:chExt cx="1083168" cy="1083168"/>
          </a:xfrm>
        </p:grpSpPr>
        <p:sp>
          <p:nvSpPr>
            <p:cNvPr id="28" name="타원 27"/>
            <p:cNvSpPr/>
            <p:nvPr/>
          </p:nvSpPr>
          <p:spPr>
            <a:xfrm>
              <a:off x="1593332" y="2172798"/>
              <a:ext cx="1083168" cy="1083168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b="1">
                <a:solidFill>
                  <a:prstClr val="white"/>
                </a:solidFill>
              </a:endParaRPr>
            </a:p>
          </p:txBody>
        </p:sp>
        <p:pic>
          <p:nvPicPr>
            <p:cNvPr id="29" name="그림 28"/>
            <p:cNvPicPr>
              <a:picLocks noChangeAspect="1"/>
            </p:cNvPicPr>
            <p:nvPr/>
          </p:nvPicPr>
          <p:blipFill rotWithShape="1">
            <a:blip r:embed="rId2"/>
            <a:stretch>
              <a:fillRect/>
            </a:stretch>
          </p:blipFill>
          <p:spPr>
            <a:xfrm>
              <a:off x="1741655" y="2321121"/>
              <a:ext cx="786521" cy="786521"/>
            </a:xfrm>
            <a:prstGeom prst="rect">
              <a:avLst/>
            </a:prstGeom>
          </p:spPr>
        </p:pic>
      </p:grpSp>
      <p:sp>
        <p:nvSpPr>
          <p:cNvPr id="32" name="모서리가 둥근 직사각형 31"/>
          <p:cNvSpPr/>
          <p:nvPr/>
        </p:nvSpPr>
        <p:spPr>
          <a:xfrm>
            <a:off x="350136" y="1719059"/>
            <a:ext cx="396000" cy="396000"/>
          </a:xfrm>
          <a:prstGeom prst="roundRect">
            <a:avLst>
              <a:gd name="adj" fmla="val 16667"/>
            </a:avLst>
          </a:prstGeom>
          <a:solidFill>
            <a:srgbClr val="00D6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" anchor="ctr"/>
          <a:lstStyle/>
          <a:p>
            <a:pPr lvl="0">
              <a:defRPr/>
            </a:pPr>
            <a:endParaRPr lang="en-US" altLang="ko-KR" sz="1050">
              <a:solidFill>
                <a:prstClr val="white"/>
              </a:solidFill>
            </a:endParaRPr>
          </a:p>
        </p:txBody>
      </p:sp>
      <p:grpSp>
        <p:nvGrpSpPr>
          <p:cNvPr id="20" name="Group 12"/>
          <p:cNvGrpSpPr>
            <a:grpSpLocks noChangeAspect="1"/>
          </p:cNvGrpSpPr>
          <p:nvPr/>
        </p:nvGrpSpPr>
        <p:grpSpPr>
          <a:xfrm>
            <a:off x="433464" y="1832474"/>
            <a:ext cx="229344" cy="182438"/>
            <a:chOff x="6124" y="305"/>
            <a:chExt cx="841" cy="669"/>
          </a:xfrm>
          <a:solidFill>
            <a:schemeClr val="bg1"/>
          </a:solidFill>
        </p:grpSpPr>
        <p:sp>
          <p:nvSpPr>
            <p:cNvPr id="21" name="Freeform 13"/>
            <p:cNvSpPr/>
            <p:nvPr/>
          </p:nvSpPr>
          <p:spPr>
            <a:xfrm>
              <a:off x="6244" y="440"/>
              <a:ext cx="601" cy="534"/>
            </a:xfrm>
            <a:custGeom>
              <a:avLst/>
              <a:gdLst>
                <a:gd name="T0" fmla="*/ 902 w 1802"/>
                <a:gd name="T1" fmla="*/ 0 h 1602"/>
                <a:gd name="T2" fmla="*/ 2 w 1802"/>
                <a:gd name="T3" fmla="*/ 742 h 1602"/>
                <a:gd name="T4" fmla="*/ 2 w 1802"/>
                <a:gd name="T5" fmla="*/ 743 h 1602"/>
                <a:gd name="T6" fmla="*/ 2 w 1802"/>
                <a:gd name="T7" fmla="*/ 746 h 1602"/>
                <a:gd name="T8" fmla="*/ 0 w 1802"/>
                <a:gd name="T9" fmla="*/ 749 h 1602"/>
                <a:gd name="T10" fmla="*/ 0 w 1802"/>
                <a:gd name="T11" fmla="*/ 751 h 1602"/>
                <a:gd name="T12" fmla="*/ 0 w 1802"/>
                <a:gd name="T13" fmla="*/ 1501 h 1602"/>
                <a:gd name="T14" fmla="*/ 2 w 1802"/>
                <a:gd name="T15" fmla="*/ 1521 h 1602"/>
                <a:gd name="T16" fmla="*/ 16 w 1802"/>
                <a:gd name="T17" fmla="*/ 1557 h 1602"/>
                <a:gd name="T18" fmla="*/ 30 w 1802"/>
                <a:gd name="T19" fmla="*/ 1572 h 1602"/>
                <a:gd name="T20" fmla="*/ 45 w 1802"/>
                <a:gd name="T21" fmla="*/ 1586 h 1602"/>
                <a:gd name="T22" fmla="*/ 81 w 1802"/>
                <a:gd name="T23" fmla="*/ 1601 h 1602"/>
                <a:gd name="T24" fmla="*/ 100 w 1802"/>
                <a:gd name="T25" fmla="*/ 1602 h 1602"/>
                <a:gd name="T26" fmla="*/ 702 w 1802"/>
                <a:gd name="T27" fmla="*/ 1602 h 1602"/>
                <a:gd name="T28" fmla="*/ 702 w 1802"/>
                <a:gd name="T29" fmla="*/ 1001 h 1602"/>
                <a:gd name="T30" fmla="*/ 1102 w 1802"/>
                <a:gd name="T31" fmla="*/ 1001 h 1602"/>
                <a:gd name="T32" fmla="*/ 1102 w 1802"/>
                <a:gd name="T33" fmla="*/ 1602 h 1602"/>
                <a:gd name="T34" fmla="*/ 1703 w 1802"/>
                <a:gd name="T35" fmla="*/ 1602 h 1602"/>
                <a:gd name="T36" fmla="*/ 1723 w 1802"/>
                <a:gd name="T37" fmla="*/ 1601 h 1602"/>
                <a:gd name="T38" fmla="*/ 1758 w 1802"/>
                <a:gd name="T39" fmla="*/ 1586 h 1602"/>
                <a:gd name="T40" fmla="*/ 1773 w 1802"/>
                <a:gd name="T41" fmla="*/ 1572 h 1602"/>
                <a:gd name="T42" fmla="*/ 1786 w 1802"/>
                <a:gd name="T43" fmla="*/ 1557 h 1602"/>
                <a:gd name="T44" fmla="*/ 1802 w 1802"/>
                <a:gd name="T45" fmla="*/ 1521 h 1602"/>
                <a:gd name="T46" fmla="*/ 1802 w 1802"/>
                <a:gd name="T47" fmla="*/ 1501 h 1602"/>
                <a:gd name="T48" fmla="*/ 1802 w 1802"/>
                <a:gd name="T49" fmla="*/ 751 h 1602"/>
                <a:gd name="T50" fmla="*/ 1802 w 1802"/>
                <a:gd name="T51" fmla="*/ 745 h 1602"/>
                <a:gd name="T52" fmla="*/ 1801 w 1802"/>
                <a:gd name="T53" fmla="*/ 742 h 1602"/>
                <a:gd name="T54" fmla="*/ 902 w 1802"/>
                <a:gd name="T55" fmla="*/ 0 h 1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802" h="1602">
                  <a:moveTo>
                    <a:pt x="902" y="0"/>
                  </a:moveTo>
                  <a:lnTo>
                    <a:pt x="2" y="742"/>
                  </a:lnTo>
                  <a:lnTo>
                    <a:pt x="2" y="743"/>
                  </a:lnTo>
                  <a:lnTo>
                    <a:pt x="2" y="746"/>
                  </a:lnTo>
                  <a:lnTo>
                    <a:pt x="0" y="749"/>
                  </a:lnTo>
                  <a:lnTo>
                    <a:pt x="0" y="751"/>
                  </a:lnTo>
                  <a:lnTo>
                    <a:pt x="0" y="1501"/>
                  </a:lnTo>
                  <a:lnTo>
                    <a:pt x="2" y="1521"/>
                  </a:lnTo>
                  <a:lnTo>
                    <a:pt x="16" y="1557"/>
                  </a:lnTo>
                  <a:lnTo>
                    <a:pt x="30" y="1572"/>
                  </a:lnTo>
                  <a:lnTo>
                    <a:pt x="45" y="1586"/>
                  </a:lnTo>
                  <a:lnTo>
                    <a:pt x="81" y="1601"/>
                  </a:lnTo>
                  <a:lnTo>
                    <a:pt x="100" y="1602"/>
                  </a:lnTo>
                  <a:lnTo>
                    <a:pt x="702" y="1602"/>
                  </a:lnTo>
                  <a:lnTo>
                    <a:pt x="702" y="1001"/>
                  </a:lnTo>
                  <a:lnTo>
                    <a:pt x="1102" y="1001"/>
                  </a:lnTo>
                  <a:lnTo>
                    <a:pt x="1102" y="1602"/>
                  </a:lnTo>
                  <a:lnTo>
                    <a:pt x="1703" y="1602"/>
                  </a:lnTo>
                  <a:lnTo>
                    <a:pt x="1723" y="1601"/>
                  </a:lnTo>
                  <a:lnTo>
                    <a:pt x="1758" y="1586"/>
                  </a:lnTo>
                  <a:lnTo>
                    <a:pt x="1773" y="1572"/>
                  </a:lnTo>
                  <a:lnTo>
                    <a:pt x="1786" y="1557"/>
                  </a:lnTo>
                  <a:lnTo>
                    <a:pt x="1802" y="1521"/>
                  </a:lnTo>
                  <a:lnTo>
                    <a:pt x="1802" y="1501"/>
                  </a:lnTo>
                  <a:lnTo>
                    <a:pt x="1802" y="751"/>
                  </a:lnTo>
                  <a:lnTo>
                    <a:pt x="1802" y="745"/>
                  </a:lnTo>
                  <a:lnTo>
                    <a:pt x="1801" y="742"/>
                  </a:lnTo>
                  <a:lnTo>
                    <a:pt x="90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anchor="t" anchorCtr="0">
              <a:prstTxWarp prst="textNoShape">
                <a:avLst/>
              </a:prstTxWarp>
            </a:bodyPr>
            <a:lstStyle/>
            <a:p>
              <a:pPr lvl="0"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22" name="Freeform 14"/>
            <p:cNvSpPr/>
            <p:nvPr/>
          </p:nvSpPr>
          <p:spPr>
            <a:xfrm>
              <a:off x="6124" y="305"/>
              <a:ext cx="841" cy="394"/>
            </a:xfrm>
            <a:custGeom>
              <a:avLst/>
              <a:gdLst>
                <a:gd name="T0" fmla="*/ 2505 w 2522"/>
                <a:gd name="T1" fmla="*/ 978 h 1181"/>
                <a:gd name="T2" fmla="*/ 2162 w 2522"/>
                <a:gd name="T3" fmla="*/ 694 h 1181"/>
                <a:gd name="T4" fmla="*/ 2162 w 2522"/>
                <a:gd name="T5" fmla="*/ 54 h 1181"/>
                <a:gd name="T6" fmla="*/ 2162 w 2522"/>
                <a:gd name="T7" fmla="*/ 44 h 1181"/>
                <a:gd name="T8" fmla="*/ 2155 w 2522"/>
                <a:gd name="T9" fmla="*/ 26 h 1181"/>
                <a:gd name="T10" fmla="*/ 2149 w 2522"/>
                <a:gd name="T11" fmla="*/ 18 h 1181"/>
                <a:gd name="T12" fmla="*/ 2141 w 2522"/>
                <a:gd name="T13" fmla="*/ 13 h 1181"/>
                <a:gd name="T14" fmla="*/ 2123 w 2522"/>
                <a:gd name="T15" fmla="*/ 5 h 1181"/>
                <a:gd name="T16" fmla="*/ 2113 w 2522"/>
                <a:gd name="T17" fmla="*/ 5 h 1181"/>
                <a:gd name="T18" fmla="*/ 1812 w 2522"/>
                <a:gd name="T19" fmla="*/ 5 h 1181"/>
                <a:gd name="T20" fmla="*/ 1802 w 2522"/>
                <a:gd name="T21" fmla="*/ 5 h 1181"/>
                <a:gd name="T22" fmla="*/ 1783 w 2522"/>
                <a:gd name="T23" fmla="*/ 13 h 1181"/>
                <a:gd name="T24" fmla="*/ 1776 w 2522"/>
                <a:gd name="T25" fmla="*/ 18 h 1181"/>
                <a:gd name="T26" fmla="*/ 1770 w 2522"/>
                <a:gd name="T27" fmla="*/ 26 h 1181"/>
                <a:gd name="T28" fmla="*/ 1763 w 2522"/>
                <a:gd name="T29" fmla="*/ 44 h 1181"/>
                <a:gd name="T30" fmla="*/ 1762 w 2522"/>
                <a:gd name="T31" fmla="*/ 54 h 1181"/>
                <a:gd name="T32" fmla="*/ 1762 w 2522"/>
                <a:gd name="T33" fmla="*/ 360 h 1181"/>
                <a:gd name="T34" fmla="*/ 1380 w 2522"/>
                <a:gd name="T35" fmla="*/ 41 h 1181"/>
                <a:gd name="T36" fmla="*/ 1354 w 2522"/>
                <a:gd name="T37" fmla="*/ 23 h 1181"/>
                <a:gd name="T38" fmla="*/ 1295 w 2522"/>
                <a:gd name="T39" fmla="*/ 1 h 1181"/>
                <a:gd name="T40" fmla="*/ 1262 w 2522"/>
                <a:gd name="T41" fmla="*/ 0 h 1181"/>
                <a:gd name="T42" fmla="*/ 1227 w 2522"/>
                <a:gd name="T43" fmla="*/ 1 h 1181"/>
                <a:gd name="T44" fmla="*/ 1168 w 2522"/>
                <a:gd name="T45" fmla="*/ 23 h 1181"/>
                <a:gd name="T46" fmla="*/ 1142 w 2522"/>
                <a:gd name="T47" fmla="*/ 41 h 1181"/>
                <a:gd name="T48" fmla="*/ 17 w 2522"/>
                <a:gd name="T49" fmla="*/ 978 h 1181"/>
                <a:gd name="T50" fmla="*/ 10 w 2522"/>
                <a:gd name="T51" fmla="*/ 985 h 1181"/>
                <a:gd name="T52" fmla="*/ 1 w 2522"/>
                <a:gd name="T53" fmla="*/ 1001 h 1181"/>
                <a:gd name="T54" fmla="*/ 0 w 2522"/>
                <a:gd name="T55" fmla="*/ 1012 h 1181"/>
                <a:gd name="T56" fmla="*/ 0 w 2522"/>
                <a:gd name="T57" fmla="*/ 1023 h 1181"/>
                <a:gd name="T58" fmla="*/ 6 w 2522"/>
                <a:gd name="T59" fmla="*/ 1040 h 1181"/>
                <a:gd name="T60" fmla="*/ 12 w 2522"/>
                <a:gd name="T61" fmla="*/ 1048 h 1181"/>
                <a:gd name="T62" fmla="*/ 108 w 2522"/>
                <a:gd name="T63" fmla="*/ 1164 h 1181"/>
                <a:gd name="T64" fmla="*/ 122 w 2522"/>
                <a:gd name="T65" fmla="*/ 1177 h 1181"/>
                <a:gd name="T66" fmla="*/ 141 w 2522"/>
                <a:gd name="T67" fmla="*/ 1181 h 1181"/>
                <a:gd name="T68" fmla="*/ 160 w 2522"/>
                <a:gd name="T69" fmla="*/ 1181 h 1181"/>
                <a:gd name="T70" fmla="*/ 179 w 2522"/>
                <a:gd name="T71" fmla="*/ 1171 h 1181"/>
                <a:gd name="T72" fmla="*/ 1262 w 2522"/>
                <a:gd name="T73" fmla="*/ 268 h 1181"/>
                <a:gd name="T74" fmla="*/ 2344 w 2522"/>
                <a:gd name="T75" fmla="*/ 1171 h 1181"/>
                <a:gd name="T76" fmla="*/ 2358 w 2522"/>
                <a:gd name="T77" fmla="*/ 1180 h 1181"/>
                <a:gd name="T78" fmla="*/ 2377 w 2522"/>
                <a:gd name="T79" fmla="*/ 1181 h 1181"/>
                <a:gd name="T80" fmla="*/ 2383 w 2522"/>
                <a:gd name="T81" fmla="*/ 1181 h 1181"/>
                <a:gd name="T82" fmla="*/ 2401 w 2522"/>
                <a:gd name="T83" fmla="*/ 1177 h 1181"/>
                <a:gd name="T84" fmla="*/ 2414 w 2522"/>
                <a:gd name="T85" fmla="*/ 1164 h 1181"/>
                <a:gd name="T86" fmla="*/ 2512 w 2522"/>
                <a:gd name="T87" fmla="*/ 1048 h 1181"/>
                <a:gd name="T88" fmla="*/ 2518 w 2522"/>
                <a:gd name="T89" fmla="*/ 1040 h 1181"/>
                <a:gd name="T90" fmla="*/ 2522 w 2522"/>
                <a:gd name="T91" fmla="*/ 1023 h 1181"/>
                <a:gd name="T92" fmla="*/ 2522 w 2522"/>
                <a:gd name="T93" fmla="*/ 1012 h 1181"/>
                <a:gd name="T94" fmla="*/ 2521 w 2522"/>
                <a:gd name="T95" fmla="*/ 1001 h 1181"/>
                <a:gd name="T96" fmla="*/ 2512 w 2522"/>
                <a:gd name="T97" fmla="*/ 985 h 1181"/>
                <a:gd name="T98" fmla="*/ 2505 w 2522"/>
                <a:gd name="T99" fmla="*/ 978 h 1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22" h="1181">
                  <a:moveTo>
                    <a:pt x="2505" y="978"/>
                  </a:moveTo>
                  <a:lnTo>
                    <a:pt x="2162" y="694"/>
                  </a:lnTo>
                  <a:lnTo>
                    <a:pt x="2162" y="54"/>
                  </a:lnTo>
                  <a:lnTo>
                    <a:pt x="2162" y="44"/>
                  </a:lnTo>
                  <a:lnTo>
                    <a:pt x="2155" y="26"/>
                  </a:lnTo>
                  <a:lnTo>
                    <a:pt x="2149" y="18"/>
                  </a:lnTo>
                  <a:lnTo>
                    <a:pt x="2141" y="13"/>
                  </a:lnTo>
                  <a:lnTo>
                    <a:pt x="2123" y="5"/>
                  </a:lnTo>
                  <a:lnTo>
                    <a:pt x="2113" y="5"/>
                  </a:lnTo>
                  <a:lnTo>
                    <a:pt x="1812" y="5"/>
                  </a:lnTo>
                  <a:lnTo>
                    <a:pt x="1802" y="5"/>
                  </a:lnTo>
                  <a:lnTo>
                    <a:pt x="1783" y="13"/>
                  </a:lnTo>
                  <a:lnTo>
                    <a:pt x="1776" y="18"/>
                  </a:lnTo>
                  <a:lnTo>
                    <a:pt x="1770" y="26"/>
                  </a:lnTo>
                  <a:lnTo>
                    <a:pt x="1763" y="44"/>
                  </a:lnTo>
                  <a:lnTo>
                    <a:pt x="1762" y="54"/>
                  </a:lnTo>
                  <a:lnTo>
                    <a:pt x="1762" y="360"/>
                  </a:lnTo>
                  <a:lnTo>
                    <a:pt x="1380" y="41"/>
                  </a:lnTo>
                  <a:lnTo>
                    <a:pt x="1354" y="23"/>
                  </a:lnTo>
                  <a:lnTo>
                    <a:pt x="1295" y="1"/>
                  </a:lnTo>
                  <a:lnTo>
                    <a:pt x="1262" y="0"/>
                  </a:lnTo>
                  <a:lnTo>
                    <a:pt x="1227" y="1"/>
                  </a:lnTo>
                  <a:lnTo>
                    <a:pt x="1168" y="23"/>
                  </a:lnTo>
                  <a:lnTo>
                    <a:pt x="1142" y="41"/>
                  </a:lnTo>
                  <a:lnTo>
                    <a:pt x="17" y="978"/>
                  </a:lnTo>
                  <a:lnTo>
                    <a:pt x="10" y="985"/>
                  </a:lnTo>
                  <a:lnTo>
                    <a:pt x="1" y="1001"/>
                  </a:lnTo>
                  <a:lnTo>
                    <a:pt x="0" y="1012"/>
                  </a:lnTo>
                  <a:lnTo>
                    <a:pt x="0" y="1023"/>
                  </a:lnTo>
                  <a:lnTo>
                    <a:pt x="6" y="1040"/>
                  </a:lnTo>
                  <a:lnTo>
                    <a:pt x="12" y="1048"/>
                  </a:lnTo>
                  <a:lnTo>
                    <a:pt x="108" y="1164"/>
                  </a:lnTo>
                  <a:lnTo>
                    <a:pt x="122" y="1177"/>
                  </a:lnTo>
                  <a:lnTo>
                    <a:pt x="141" y="1181"/>
                  </a:lnTo>
                  <a:lnTo>
                    <a:pt x="160" y="1181"/>
                  </a:lnTo>
                  <a:lnTo>
                    <a:pt x="179" y="1171"/>
                  </a:lnTo>
                  <a:lnTo>
                    <a:pt x="1262" y="268"/>
                  </a:lnTo>
                  <a:lnTo>
                    <a:pt x="2344" y="1171"/>
                  </a:lnTo>
                  <a:lnTo>
                    <a:pt x="2358" y="1180"/>
                  </a:lnTo>
                  <a:lnTo>
                    <a:pt x="2377" y="1181"/>
                  </a:lnTo>
                  <a:lnTo>
                    <a:pt x="2383" y="1181"/>
                  </a:lnTo>
                  <a:lnTo>
                    <a:pt x="2401" y="1177"/>
                  </a:lnTo>
                  <a:lnTo>
                    <a:pt x="2414" y="1164"/>
                  </a:lnTo>
                  <a:lnTo>
                    <a:pt x="2512" y="1048"/>
                  </a:lnTo>
                  <a:lnTo>
                    <a:pt x="2518" y="1040"/>
                  </a:lnTo>
                  <a:lnTo>
                    <a:pt x="2522" y="1023"/>
                  </a:lnTo>
                  <a:lnTo>
                    <a:pt x="2522" y="1012"/>
                  </a:lnTo>
                  <a:lnTo>
                    <a:pt x="2521" y="1001"/>
                  </a:lnTo>
                  <a:lnTo>
                    <a:pt x="2512" y="985"/>
                  </a:lnTo>
                  <a:lnTo>
                    <a:pt x="2505" y="97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anchor="t" anchorCtr="0">
              <a:prstTxWarp prst="textNoShape">
                <a:avLst/>
              </a:prstTxWarp>
            </a:bodyPr>
            <a:lstStyle/>
            <a:p>
              <a:pPr lvl="0"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35" name="타원 34"/>
          <p:cNvSpPr/>
          <p:nvPr/>
        </p:nvSpPr>
        <p:spPr>
          <a:xfrm>
            <a:off x="578088" y="2370814"/>
            <a:ext cx="177525" cy="17752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anchor="ctr"/>
          <a:lstStyle/>
          <a:p>
            <a:pPr algn="ctr">
              <a:defRPr/>
            </a:pPr>
            <a:r>
              <a:rPr lang="en-US" altLang="ko-KR" sz="1000">
                <a:solidFill>
                  <a:prstClr val="white"/>
                </a:solidFill>
              </a:rPr>
              <a:t>17</a:t>
            </a:r>
          </a:p>
        </p:txBody>
      </p:sp>
      <p:sp>
        <p:nvSpPr>
          <p:cNvPr id="38" name="직사각형 37"/>
          <p:cNvSpPr/>
          <p:nvPr/>
        </p:nvSpPr>
        <p:spPr>
          <a:xfrm>
            <a:off x="1420813" y="537998"/>
            <a:ext cx="6096000" cy="893578"/>
          </a:xfrm>
          <a:prstGeom prst="rect">
            <a:avLst/>
          </a:prstGeom>
        </p:spPr>
        <p:txBody>
          <a:bodyPr>
            <a:spAutoFit/>
          </a:bodyPr>
          <a:lstStyle/>
          <a:p>
            <a:pPr latinLnBrk="0">
              <a:lnSpc>
                <a:spcPct val="150000"/>
              </a:lnSpc>
              <a:defRPr/>
            </a:pPr>
            <a:r>
              <a:rPr lang="en-US" altLang="ko-KR" sz="2600" b="1" i="1" kern="0">
                <a:solidFill>
                  <a:prstClr val="black">
                    <a:lumMod val="65000"/>
                    <a:lumOff val="35000"/>
                  </a:prstClr>
                </a:solidFill>
              </a:rPr>
              <a:t>DESIGN</a:t>
            </a:r>
            <a:endParaRPr lang="ko-KR" altLang="en-US" sz="2600" b="1" i="1" kern="0">
              <a:solidFill>
                <a:prstClr val="black">
                  <a:lumMod val="65000"/>
                  <a:lumOff val="35000"/>
                </a:prstClr>
              </a:solidFill>
            </a:endParaRPr>
          </a:p>
          <a:p>
            <a:pPr latinLnBrk="0">
              <a:lnSpc>
                <a:spcPct val="150000"/>
              </a:lnSpc>
              <a:defRPr/>
            </a:pPr>
            <a:r>
              <a:rPr lang="en-US" altLang="ko-KR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LOGIN&gt;SIGN UP&gt;MAIN&gt;SURVEY&gt;CHALLENGE</a:t>
            </a:r>
            <a:r>
              <a:rPr lang="en-US" altLang="ko-KR" sz="1000" b="1" kern="0">
                <a:solidFill>
                  <a:prstClr val="black">
                    <a:lumMod val="65000"/>
                    <a:lumOff val="35000"/>
                  </a:prstClr>
                </a:solidFill>
              </a:rPr>
              <a:t>&gt;</a:t>
            </a:r>
            <a:r>
              <a:rPr lang="en-US" altLang="ko-KR" sz="1000" b="1" kern="0">
                <a:solidFill>
                  <a:schemeClr val="accent6"/>
                </a:solidFill>
              </a:rPr>
              <a:t>CHAT</a:t>
            </a:r>
            <a:endParaRPr lang="en-US" altLang="ko-KR" sz="1000" kern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40" name="모서리가 둥근 직사각형 39"/>
          <p:cNvSpPr/>
          <p:nvPr/>
        </p:nvSpPr>
        <p:spPr>
          <a:xfrm>
            <a:off x="5600924" y="1646917"/>
            <a:ext cx="5778276" cy="4279543"/>
          </a:xfrm>
          <a:prstGeom prst="roundRect">
            <a:avLst>
              <a:gd name="adj" fmla="val 3424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" anchor="ctr"/>
          <a:lstStyle/>
          <a:p>
            <a:pPr lvl="0">
              <a:defRPr/>
            </a:pPr>
            <a:endParaRPr lang="en-US" altLang="ko-KR" sz="1050">
              <a:solidFill>
                <a:srgbClr val="264259"/>
              </a:solidFill>
            </a:endParaRPr>
          </a:p>
        </p:txBody>
      </p:sp>
      <p:sp>
        <p:nvSpPr>
          <p:cNvPr id="51" name="타원 50"/>
          <p:cNvSpPr/>
          <p:nvPr/>
        </p:nvSpPr>
        <p:spPr>
          <a:xfrm>
            <a:off x="555404" y="4304681"/>
            <a:ext cx="177525" cy="17752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anchor="ctr"/>
          <a:lstStyle/>
          <a:p>
            <a:pPr algn="ctr">
              <a:defRPr/>
            </a:pPr>
            <a:r>
              <a:rPr lang="en-US" altLang="ko-KR" sz="600">
                <a:solidFill>
                  <a:prstClr val="white"/>
                </a:solidFill>
              </a:rPr>
              <a:t>off</a:t>
            </a:r>
            <a:endParaRPr lang="ko-KR" altLang="en-US" sz="600">
              <a:solidFill>
                <a:prstClr val="white"/>
              </a:solidFill>
            </a:endParaRPr>
          </a:p>
        </p:txBody>
      </p:sp>
      <p:pic>
        <p:nvPicPr>
          <p:cNvPr id="58" name="그림 57"/>
          <p:cNvPicPr/>
          <p:nvPr/>
        </p:nvPicPr>
        <p:blipFill rotWithShape="1">
          <a:blip r:embed="rId3">
            <a:lum/>
          </a:blip>
          <a:srcRect/>
          <a:stretch>
            <a:fillRect/>
          </a:stretch>
        </p:blipFill>
        <p:spPr>
          <a:xfrm>
            <a:off x="1511554" y="1629092"/>
            <a:ext cx="3959987" cy="4295140"/>
          </a:xfrm>
          <a:prstGeom prst="rect">
            <a:avLst/>
          </a:prstGeom>
        </p:spPr>
      </p:pic>
      <p:sp>
        <p:nvSpPr>
          <p:cNvPr id="59" name="직사각형 49"/>
          <p:cNvSpPr/>
          <p:nvPr/>
        </p:nvSpPr>
        <p:spPr>
          <a:xfrm>
            <a:off x="5789287" y="1875914"/>
            <a:ext cx="5401950" cy="31580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l" defTabSz="914400" rtl="0" eaLnBrk="1" latinLnBrk="1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600" b="1" i="0" u="none" strike="noStrike" kern="1200" cap="none" spc="0" normalizeH="0" baseline="0">
                <a:solidFill>
                  <a:srgbClr val="00D65E"/>
                </a:solidFill>
                <a:latin typeface="맑은 고딕"/>
                <a:ea typeface="맑은 고딕"/>
                <a:cs typeface="맑은 고딕"/>
              </a:rPr>
              <a:t>CHAT SCREEN</a:t>
            </a:r>
            <a:endParaRPr kumimoji="0" lang="ko-KR" altLang="en-US" sz="1600" b="1" i="0" u="none" strike="noStrike" kern="1200" cap="none" spc="0" normalizeH="0" baseline="0">
              <a:solidFill>
                <a:srgbClr val="00D65E"/>
              </a:solidFill>
              <a:latin typeface="맑은 고딕"/>
              <a:ea typeface="맑은 고딕"/>
              <a:cs typeface="맑은 고딕"/>
            </a:endParaRPr>
          </a:p>
          <a:p>
            <a:pPr marL="0" indent="0" algn="ctr" defTabSz="914400" rtl="0" eaLnBrk="1" latinLnBrk="1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700" b="0" i="0" u="none" strike="noStrike" kern="1200" cap="none" spc="0" normalizeH="0" baseline="0">
                <a:solidFill>
                  <a:srgbClr val="808080"/>
                </a:solidFill>
                <a:latin typeface="맑은 고딕"/>
                <a:ea typeface="맑은 고딕"/>
                <a:cs typeface="맑은 고딕"/>
              </a:rPr>
              <a:t>Print user information</a:t>
            </a:r>
            <a:endParaRPr kumimoji="0" lang="ko-KR" altLang="en-US" sz="1700" b="0" i="0" u="none" strike="noStrike" kern="1200" cap="none" spc="0" normalizeH="0" baseline="0">
              <a:solidFill>
                <a:srgbClr val="808080"/>
              </a:solidFill>
              <a:latin typeface="맑은 고딕"/>
              <a:ea typeface="맑은 고딕"/>
              <a:cs typeface="맑은 고딕"/>
            </a:endParaRPr>
          </a:p>
          <a:p>
            <a:pPr marL="0" indent="0" algn="ctr" defTabSz="914400" rtl="0" eaLnBrk="1" latinLnBrk="1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700" b="0" i="0" u="none" strike="noStrike" kern="1200" cap="none" spc="0" normalizeH="0" baseline="0">
              <a:solidFill>
                <a:srgbClr val="808080"/>
              </a:solidFill>
              <a:latin typeface="맑은 고딕"/>
              <a:ea typeface="맑은 고딕"/>
              <a:cs typeface="맑은 고딕"/>
            </a:endParaRPr>
          </a:p>
          <a:p>
            <a:pPr marL="0" indent="0" algn="ctr" defTabSz="914400" rtl="0" eaLnBrk="1" latinLnBrk="1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700" b="0" i="0" u="none" strike="noStrike" kern="1200" cap="none" spc="0" normalizeH="0" baseline="0">
                <a:solidFill>
                  <a:srgbClr val="808080"/>
                </a:solidFill>
                <a:latin typeface="맑은 고딕"/>
                <a:ea typeface="맑은 고딕"/>
                <a:cs typeface="맑은 고딕"/>
              </a:rPr>
              <a:t>Challenge state</a:t>
            </a:r>
            <a:endParaRPr kumimoji="0" lang="ko-KR" altLang="en-US" sz="1700" b="0" i="0" u="none" strike="noStrike" kern="1200" cap="none" spc="0" normalizeH="0" baseline="0">
              <a:solidFill>
                <a:srgbClr val="808080"/>
              </a:solidFill>
              <a:latin typeface="맑은 고딕"/>
              <a:ea typeface="맑은 고딕"/>
              <a:cs typeface="맑은 고딕"/>
            </a:endParaRPr>
          </a:p>
          <a:p>
            <a:pPr marL="0" indent="0" algn="ctr" defTabSz="914400" rtl="0" eaLnBrk="1" latinLnBrk="1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700" b="0" i="0" u="none" strike="noStrike" kern="1200" cap="none" spc="0" normalizeH="0" baseline="0">
              <a:solidFill>
                <a:srgbClr val="808080"/>
              </a:solidFill>
              <a:latin typeface="맑은 고딕"/>
              <a:ea typeface="맑은 고딕"/>
              <a:cs typeface="맑은 고딕"/>
            </a:endParaRPr>
          </a:p>
          <a:p>
            <a:pPr marL="0" indent="0" algn="ctr" defTabSz="914400" rtl="0" eaLnBrk="1" latinLnBrk="1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lang="en-US" altLang="ko-KR" sz="1700">
                <a:solidFill>
                  <a:srgbClr val="808080"/>
                </a:solidFill>
                <a:latin typeface="맑은 고딕"/>
                <a:ea typeface="맑은 고딕"/>
                <a:cs typeface="맑은 고딕"/>
              </a:rPr>
              <a:t>Chat input / print</a:t>
            </a:r>
            <a:endParaRPr kumimoji="0" lang="ko-KR" altLang="en-US" sz="1700" b="0" i="0" u="none" strike="noStrike" kern="1200" cap="none" spc="0" normalizeH="0" baseline="0">
              <a:solidFill>
                <a:srgbClr val="808080"/>
              </a:solidFill>
              <a:latin typeface="맑은 고딕"/>
              <a:ea typeface="맑은 고딕"/>
              <a:cs typeface="맑은 고딕"/>
            </a:endParaRPr>
          </a:p>
          <a:p>
            <a:pPr marL="0" indent="0" algn="ctr" defTabSz="914400" rtl="0" eaLnBrk="1" latinLnBrk="1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700" b="0" i="0" u="none" strike="noStrike" kern="1200" cap="none" spc="0" normalizeH="0" baseline="0">
              <a:solidFill>
                <a:srgbClr val="808080"/>
              </a:solidFill>
              <a:latin typeface="맑은 고딕"/>
              <a:ea typeface="맑은 고딕"/>
              <a:cs typeface="맑은 고딕"/>
            </a:endParaRPr>
          </a:p>
          <a:p>
            <a:pPr marL="0" indent="0" algn="ctr" defTabSz="914400" rtl="0" eaLnBrk="1" latinLnBrk="1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700" b="0" i="0" u="none" strike="noStrike" kern="1200" cap="none" spc="0" normalizeH="0" baseline="0">
                <a:solidFill>
                  <a:srgbClr val="808080"/>
                </a:solidFill>
                <a:latin typeface="맑은 고딕"/>
                <a:ea typeface="맑은 고딕"/>
                <a:cs typeface="맑은 고딕"/>
              </a:rPr>
              <a:t>EXIT</a:t>
            </a:r>
            <a:r>
              <a:rPr kumimoji="0" lang="ko-KR" altLang="en-US" sz="1700" b="0" i="0" u="none" strike="noStrike" kern="1200" cap="none" spc="0" normalizeH="0" baseline="0">
                <a:solidFill>
                  <a:srgbClr val="80808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kumimoji="0" lang="en-US" altLang="ko-KR" sz="1700" b="0" i="0" u="none" strike="noStrike" kern="1200" cap="none" spc="0" normalizeH="0" baseline="0">
                <a:solidFill>
                  <a:srgbClr val="808080"/>
                </a:solidFill>
                <a:latin typeface="맑은 고딕"/>
                <a:ea typeface="맑은 고딕"/>
                <a:cs typeface="맑은 고딕"/>
              </a:rPr>
              <a:t>BUTTON</a:t>
            </a:r>
            <a:endParaRPr kumimoji="0" lang="ko-KR" altLang="en-US" sz="1700" b="0" i="0" u="none" strike="noStrike" kern="1200" cap="none" spc="0" normalizeH="0" baseline="0">
              <a:solidFill>
                <a:srgbClr val="808080"/>
              </a:solidFill>
              <a:latin typeface="맑은 고딕"/>
              <a:ea typeface="맑은 고딕"/>
              <a:cs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한쪽 모서리가 둥근 사각형 35"/>
          <p:cNvSpPr/>
          <p:nvPr/>
        </p:nvSpPr>
        <p:spPr>
          <a:xfrm>
            <a:off x="0" y="0"/>
            <a:ext cx="3848100" cy="5549900"/>
          </a:xfrm>
          <a:prstGeom prst="round1Rect">
            <a:avLst>
              <a:gd name="adj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5" name="모서리가 둥근 직사각형 4"/>
          <p:cNvSpPr/>
          <p:nvPr/>
        </p:nvSpPr>
        <p:spPr>
          <a:xfrm>
            <a:off x="236537" y="304800"/>
            <a:ext cx="11669713" cy="6265862"/>
          </a:xfrm>
          <a:prstGeom prst="roundRect">
            <a:avLst>
              <a:gd name="adj" fmla="val 4810"/>
            </a:avLst>
          </a:prstGeom>
          <a:solidFill>
            <a:srgbClr val="264259"/>
          </a:solidFill>
          <a:ln w="63500">
            <a:solidFill>
              <a:schemeClr val="tx2">
                <a:lumMod val="50000"/>
              </a:schemeClr>
            </a:solidFill>
          </a:ln>
          <a:effectLst>
            <a:outerShdw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6" name="양쪽 모서리가 둥근 사각형 5"/>
          <p:cNvSpPr/>
          <p:nvPr/>
        </p:nvSpPr>
        <p:spPr>
          <a:xfrm rot="5400000">
            <a:off x="3271463" y="-2062957"/>
            <a:ext cx="6192000" cy="11001376"/>
          </a:xfrm>
          <a:prstGeom prst="round2SameRect">
            <a:avLst>
              <a:gd name="adj1" fmla="val 4506"/>
              <a:gd name="adj2" fmla="val 0"/>
            </a:avLst>
          </a:prstGeom>
          <a:solidFill>
            <a:schemeClr val="bg1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5" name="자유형 14"/>
          <p:cNvSpPr/>
          <p:nvPr/>
        </p:nvSpPr>
        <p:spPr>
          <a:xfrm>
            <a:off x="1574800" y="1863725"/>
            <a:ext cx="73025" cy="85725"/>
          </a:xfrm>
          <a:custGeom>
            <a:avLst/>
            <a:gdLst>
              <a:gd name="connsiteX0" fmla="*/ 0 w 73025"/>
              <a:gd name="connsiteY0" fmla="*/ 31750 h 85725"/>
              <a:gd name="connsiteX1" fmla="*/ 31750 w 73025"/>
              <a:gd name="connsiteY1" fmla="*/ 85725 h 85725"/>
              <a:gd name="connsiteX2" fmla="*/ 73025 w 73025"/>
              <a:gd name="connsiteY2" fmla="*/ 0 h 85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3025" h="85725">
                <a:moveTo>
                  <a:pt x="0" y="31750"/>
                </a:moveTo>
                <a:lnTo>
                  <a:pt x="31750" y="85725"/>
                </a:lnTo>
                <a:lnTo>
                  <a:pt x="73025" y="0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9" name="Freeform 9"/>
          <p:cNvSpPr/>
          <p:nvPr/>
        </p:nvSpPr>
        <p:spPr>
          <a:xfrm>
            <a:off x="477298" y="2470961"/>
            <a:ext cx="141676" cy="186968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lvl="0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23" name="Freeform 36"/>
          <p:cNvSpPr>
            <a:spLocks noEditPoints="1"/>
          </p:cNvSpPr>
          <p:nvPr/>
        </p:nvSpPr>
        <p:spPr>
          <a:xfrm>
            <a:off x="491434" y="4397002"/>
            <a:ext cx="113404" cy="190736"/>
          </a:xfrm>
          <a:custGeom>
            <a:avLst/>
            <a:gdLst>
              <a:gd name="T0" fmla="*/ 937 w 1926"/>
              <a:gd name="T1" fmla="*/ 3639 h 4045"/>
              <a:gd name="T2" fmla="*/ 893 w 1926"/>
              <a:gd name="T3" fmla="*/ 3665 h 4045"/>
              <a:gd name="T4" fmla="*/ 863 w 1926"/>
              <a:gd name="T5" fmla="*/ 3712 h 4045"/>
              <a:gd name="T6" fmla="*/ 851 w 1926"/>
              <a:gd name="T7" fmla="*/ 3772 h 4045"/>
              <a:gd name="T8" fmla="*/ 863 w 1926"/>
              <a:gd name="T9" fmla="*/ 3832 h 4045"/>
              <a:gd name="T10" fmla="*/ 893 w 1926"/>
              <a:gd name="T11" fmla="*/ 3878 h 4045"/>
              <a:gd name="T12" fmla="*/ 937 w 1926"/>
              <a:gd name="T13" fmla="*/ 3905 h 4045"/>
              <a:gd name="T14" fmla="*/ 988 w 1926"/>
              <a:gd name="T15" fmla="*/ 3905 h 4045"/>
              <a:gd name="T16" fmla="*/ 1033 w 1926"/>
              <a:gd name="T17" fmla="*/ 3878 h 4045"/>
              <a:gd name="T18" fmla="*/ 1064 w 1926"/>
              <a:gd name="T19" fmla="*/ 3832 h 4045"/>
              <a:gd name="T20" fmla="*/ 1075 w 1926"/>
              <a:gd name="T21" fmla="*/ 3772 h 4045"/>
              <a:gd name="T22" fmla="*/ 1064 w 1926"/>
              <a:gd name="T23" fmla="*/ 3712 h 4045"/>
              <a:gd name="T24" fmla="*/ 1033 w 1926"/>
              <a:gd name="T25" fmla="*/ 3665 h 4045"/>
              <a:gd name="T26" fmla="*/ 988 w 1926"/>
              <a:gd name="T27" fmla="*/ 3639 h 4045"/>
              <a:gd name="T28" fmla="*/ 156 w 1926"/>
              <a:gd name="T29" fmla="*/ 434 h 4045"/>
              <a:gd name="T30" fmla="*/ 1770 w 1926"/>
              <a:gd name="T31" fmla="*/ 3540 h 4045"/>
              <a:gd name="T32" fmla="*/ 156 w 1926"/>
              <a:gd name="T33" fmla="*/ 434 h 4045"/>
              <a:gd name="T34" fmla="*/ 716 w 1926"/>
              <a:gd name="T35" fmla="*/ 200 h 4045"/>
              <a:gd name="T36" fmla="*/ 701 w 1926"/>
              <a:gd name="T37" fmla="*/ 217 h 4045"/>
              <a:gd name="T38" fmla="*/ 701 w 1926"/>
              <a:gd name="T39" fmla="*/ 243 h 4045"/>
              <a:gd name="T40" fmla="*/ 716 w 1926"/>
              <a:gd name="T41" fmla="*/ 260 h 4045"/>
              <a:gd name="T42" fmla="*/ 1199 w 1926"/>
              <a:gd name="T43" fmla="*/ 262 h 4045"/>
              <a:gd name="T44" fmla="*/ 1218 w 1926"/>
              <a:gd name="T45" fmla="*/ 254 h 4045"/>
              <a:gd name="T46" fmla="*/ 1226 w 1926"/>
              <a:gd name="T47" fmla="*/ 230 h 4045"/>
              <a:gd name="T48" fmla="*/ 1218 w 1926"/>
              <a:gd name="T49" fmla="*/ 207 h 4045"/>
              <a:gd name="T50" fmla="*/ 1199 w 1926"/>
              <a:gd name="T51" fmla="*/ 197 h 4045"/>
              <a:gd name="T52" fmla="*/ 224 w 1926"/>
              <a:gd name="T53" fmla="*/ 0 h 4045"/>
              <a:gd name="T54" fmla="*/ 1738 w 1926"/>
              <a:gd name="T55" fmla="*/ 4 h 4045"/>
              <a:gd name="T56" fmla="*/ 1805 w 1926"/>
              <a:gd name="T57" fmla="*/ 31 h 4045"/>
              <a:gd name="T58" fmla="*/ 1860 w 1926"/>
              <a:gd name="T59" fmla="*/ 81 h 4045"/>
              <a:gd name="T60" fmla="*/ 1900 w 1926"/>
              <a:gd name="T61" fmla="*/ 148 h 4045"/>
              <a:gd name="T62" fmla="*/ 1923 w 1926"/>
              <a:gd name="T63" fmla="*/ 229 h 4045"/>
              <a:gd name="T64" fmla="*/ 1926 w 1926"/>
              <a:gd name="T65" fmla="*/ 3772 h 4045"/>
              <a:gd name="T66" fmla="*/ 1915 w 1926"/>
              <a:gd name="T67" fmla="*/ 3857 h 4045"/>
              <a:gd name="T68" fmla="*/ 1882 w 1926"/>
              <a:gd name="T69" fmla="*/ 3932 h 4045"/>
              <a:gd name="T70" fmla="*/ 1834 w 1926"/>
              <a:gd name="T71" fmla="*/ 3992 h 4045"/>
              <a:gd name="T72" fmla="*/ 1773 w 1926"/>
              <a:gd name="T73" fmla="*/ 4032 h 4045"/>
              <a:gd name="T74" fmla="*/ 1702 w 1926"/>
              <a:gd name="T75" fmla="*/ 4045 h 4045"/>
              <a:gd name="T76" fmla="*/ 188 w 1926"/>
              <a:gd name="T77" fmla="*/ 4041 h 4045"/>
              <a:gd name="T78" fmla="*/ 122 w 1926"/>
              <a:gd name="T79" fmla="*/ 4014 h 4045"/>
              <a:gd name="T80" fmla="*/ 66 w 1926"/>
              <a:gd name="T81" fmla="*/ 3964 h 4045"/>
              <a:gd name="T82" fmla="*/ 25 w 1926"/>
              <a:gd name="T83" fmla="*/ 3897 h 4045"/>
              <a:gd name="T84" fmla="*/ 3 w 1926"/>
              <a:gd name="T85" fmla="*/ 3816 h 4045"/>
              <a:gd name="T86" fmla="*/ 0 w 1926"/>
              <a:gd name="T87" fmla="*/ 273 h 4045"/>
              <a:gd name="T88" fmla="*/ 12 w 1926"/>
              <a:gd name="T89" fmla="*/ 188 h 4045"/>
              <a:gd name="T90" fmla="*/ 43 w 1926"/>
              <a:gd name="T91" fmla="*/ 113 h 4045"/>
              <a:gd name="T92" fmla="*/ 92 w 1926"/>
              <a:gd name="T93" fmla="*/ 53 h 4045"/>
              <a:gd name="T94" fmla="*/ 154 w 1926"/>
              <a:gd name="T95" fmla="*/ 13 h 4045"/>
              <a:gd name="T96" fmla="*/ 224 w 1926"/>
              <a:gd name="T97" fmla="*/ 0 h 40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926" h="4045">
                <a:moveTo>
                  <a:pt x="963" y="3636"/>
                </a:moveTo>
                <a:lnTo>
                  <a:pt x="937" y="3639"/>
                </a:lnTo>
                <a:lnTo>
                  <a:pt x="914" y="3649"/>
                </a:lnTo>
                <a:lnTo>
                  <a:pt x="893" y="3665"/>
                </a:lnTo>
                <a:lnTo>
                  <a:pt x="876" y="3686"/>
                </a:lnTo>
                <a:lnTo>
                  <a:pt x="863" y="3712"/>
                </a:lnTo>
                <a:lnTo>
                  <a:pt x="854" y="3741"/>
                </a:lnTo>
                <a:lnTo>
                  <a:pt x="851" y="3772"/>
                </a:lnTo>
                <a:lnTo>
                  <a:pt x="854" y="3804"/>
                </a:lnTo>
                <a:lnTo>
                  <a:pt x="863" y="3832"/>
                </a:lnTo>
                <a:lnTo>
                  <a:pt x="876" y="3857"/>
                </a:lnTo>
                <a:lnTo>
                  <a:pt x="893" y="3878"/>
                </a:lnTo>
                <a:lnTo>
                  <a:pt x="914" y="3894"/>
                </a:lnTo>
                <a:lnTo>
                  <a:pt x="937" y="3905"/>
                </a:lnTo>
                <a:lnTo>
                  <a:pt x="963" y="3909"/>
                </a:lnTo>
                <a:lnTo>
                  <a:pt x="988" y="3905"/>
                </a:lnTo>
                <a:lnTo>
                  <a:pt x="1013" y="3894"/>
                </a:lnTo>
                <a:lnTo>
                  <a:pt x="1033" y="3878"/>
                </a:lnTo>
                <a:lnTo>
                  <a:pt x="1051" y="3857"/>
                </a:lnTo>
                <a:lnTo>
                  <a:pt x="1064" y="3832"/>
                </a:lnTo>
                <a:lnTo>
                  <a:pt x="1072" y="3804"/>
                </a:lnTo>
                <a:lnTo>
                  <a:pt x="1075" y="3772"/>
                </a:lnTo>
                <a:lnTo>
                  <a:pt x="1072" y="3741"/>
                </a:lnTo>
                <a:lnTo>
                  <a:pt x="1064" y="3712"/>
                </a:lnTo>
                <a:lnTo>
                  <a:pt x="1051" y="3686"/>
                </a:lnTo>
                <a:lnTo>
                  <a:pt x="1033" y="3665"/>
                </a:lnTo>
                <a:lnTo>
                  <a:pt x="1013" y="3649"/>
                </a:lnTo>
                <a:lnTo>
                  <a:pt x="988" y="3639"/>
                </a:lnTo>
                <a:lnTo>
                  <a:pt x="963" y="3636"/>
                </a:lnTo>
                <a:close/>
                <a:moveTo>
                  <a:pt x="156" y="434"/>
                </a:moveTo>
                <a:lnTo>
                  <a:pt x="156" y="3540"/>
                </a:lnTo>
                <a:lnTo>
                  <a:pt x="1770" y="3540"/>
                </a:lnTo>
                <a:lnTo>
                  <a:pt x="1770" y="434"/>
                </a:lnTo>
                <a:lnTo>
                  <a:pt x="156" y="434"/>
                </a:lnTo>
                <a:close/>
                <a:moveTo>
                  <a:pt x="727" y="197"/>
                </a:moveTo>
                <a:lnTo>
                  <a:pt x="716" y="200"/>
                </a:lnTo>
                <a:lnTo>
                  <a:pt x="707" y="207"/>
                </a:lnTo>
                <a:lnTo>
                  <a:pt x="701" y="217"/>
                </a:lnTo>
                <a:lnTo>
                  <a:pt x="699" y="230"/>
                </a:lnTo>
                <a:lnTo>
                  <a:pt x="701" y="243"/>
                </a:lnTo>
                <a:lnTo>
                  <a:pt x="707" y="254"/>
                </a:lnTo>
                <a:lnTo>
                  <a:pt x="716" y="260"/>
                </a:lnTo>
                <a:lnTo>
                  <a:pt x="727" y="262"/>
                </a:lnTo>
                <a:lnTo>
                  <a:pt x="1199" y="262"/>
                </a:lnTo>
                <a:lnTo>
                  <a:pt x="1210" y="260"/>
                </a:lnTo>
                <a:lnTo>
                  <a:pt x="1218" y="254"/>
                </a:lnTo>
                <a:lnTo>
                  <a:pt x="1224" y="243"/>
                </a:lnTo>
                <a:lnTo>
                  <a:pt x="1226" y="230"/>
                </a:lnTo>
                <a:lnTo>
                  <a:pt x="1224" y="217"/>
                </a:lnTo>
                <a:lnTo>
                  <a:pt x="1218" y="207"/>
                </a:lnTo>
                <a:lnTo>
                  <a:pt x="1210" y="200"/>
                </a:lnTo>
                <a:lnTo>
                  <a:pt x="1199" y="197"/>
                </a:lnTo>
                <a:lnTo>
                  <a:pt x="727" y="197"/>
                </a:lnTo>
                <a:close/>
                <a:moveTo>
                  <a:pt x="224" y="0"/>
                </a:moveTo>
                <a:lnTo>
                  <a:pt x="1702" y="0"/>
                </a:lnTo>
                <a:lnTo>
                  <a:pt x="1738" y="4"/>
                </a:lnTo>
                <a:lnTo>
                  <a:pt x="1773" y="13"/>
                </a:lnTo>
                <a:lnTo>
                  <a:pt x="1805" y="31"/>
                </a:lnTo>
                <a:lnTo>
                  <a:pt x="1834" y="53"/>
                </a:lnTo>
                <a:lnTo>
                  <a:pt x="1860" y="81"/>
                </a:lnTo>
                <a:lnTo>
                  <a:pt x="1882" y="113"/>
                </a:lnTo>
                <a:lnTo>
                  <a:pt x="1900" y="148"/>
                </a:lnTo>
                <a:lnTo>
                  <a:pt x="1915" y="188"/>
                </a:lnTo>
                <a:lnTo>
                  <a:pt x="1923" y="229"/>
                </a:lnTo>
                <a:lnTo>
                  <a:pt x="1926" y="273"/>
                </a:lnTo>
                <a:lnTo>
                  <a:pt x="1926" y="3772"/>
                </a:lnTo>
                <a:lnTo>
                  <a:pt x="1923" y="3816"/>
                </a:lnTo>
                <a:lnTo>
                  <a:pt x="1915" y="3857"/>
                </a:lnTo>
                <a:lnTo>
                  <a:pt x="1900" y="3897"/>
                </a:lnTo>
                <a:lnTo>
                  <a:pt x="1882" y="3932"/>
                </a:lnTo>
                <a:lnTo>
                  <a:pt x="1860" y="3964"/>
                </a:lnTo>
                <a:lnTo>
                  <a:pt x="1834" y="3992"/>
                </a:lnTo>
                <a:lnTo>
                  <a:pt x="1805" y="4014"/>
                </a:lnTo>
                <a:lnTo>
                  <a:pt x="1773" y="4032"/>
                </a:lnTo>
                <a:lnTo>
                  <a:pt x="1738" y="4041"/>
                </a:lnTo>
                <a:lnTo>
                  <a:pt x="1702" y="4045"/>
                </a:lnTo>
                <a:lnTo>
                  <a:pt x="224" y="4045"/>
                </a:lnTo>
                <a:lnTo>
                  <a:pt x="188" y="4041"/>
                </a:lnTo>
                <a:lnTo>
                  <a:pt x="154" y="4032"/>
                </a:lnTo>
                <a:lnTo>
                  <a:pt x="122" y="4014"/>
                </a:lnTo>
                <a:lnTo>
                  <a:pt x="92" y="3992"/>
                </a:lnTo>
                <a:lnTo>
                  <a:pt x="66" y="3964"/>
                </a:lnTo>
                <a:lnTo>
                  <a:pt x="43" y="3932"/>
                </a:lnTo>
                <a:lnTo>
                  <a:pt x="25" y="3897"/>
                </a:lnTo>
                <a:lnTo>
                  <a:pt x="12" y="3857"/>
                </a:lnTo>
                <a:lnTo>
                  <a:pt x="3" y="3816"/>
                </a:lnTo>
                <a:lnTo>
                  <a:pt x="0" y="3772"/>
                </a:lnTo>
                <a:lnTo>
                  <a:pt x="0" y="273"/>
                </a:lnTo>
                <a:lnTo>
                  <a:pt x="3" y="229"/>
                </a:lnTo>
                <a:lnTo>
                  <a:pt x="12" y="188"/>
                </a:lnTo>
                <a:lnTo>
                  <a:pt x="25" y="148"/>
                </a:lnTo>
                <a:lnTo>
                  <a:pt x="43" y="113"/>
                </a:lnTo>
                <a:lnTo>
                  <a:pt x="66" y="81"/>
                </a:lnTo>
                <a:lnTo>
                  <a:pt x="92" y="53"/>
                </a:lnTo>
                <a:lnTo>
                  <a:pt x="122" y="31"/>
                </a:lnTo>
                <a:lnTo>
                  <a:pt x="154" y="13"/>
                </a:lnTo>
                <a:lnTo>
                  <a:pt x="188" y="4"/>
                </a:lnTo>
                <a:lnTo>
                  <a:pt x="224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lvl="0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24" name="자유형 23"/>
          <p:cNvSpPr/>
          <p:nvPr/>
        </p:nvSpPr>
        <p:spPr>
          <a:xfrm>
            <a:off x="462778" y="3768685"/>
            <a:ext cx="170716" cy="149410"/>
          </a:xfrm>
          <a:custGeom>
            <a:avLst/>
            <a:gdLst>
              <a:gd name="connsiteX0" fmla="*/ 149021 w 448462"/>
              <a:gd name="connsiteY0" fmla="*/ 328125 h 392491"/>
              <a:gd name="connsiteX1" fmla="*/ 210588 w 448462"/>
              <a:gd name="connsiteY1" fmla="*/ 357224 h 392491"/>
              <a:gd name="connsiteX2" fmla="*/ 160375 w 448462"/>
              <a:gd name="connsiteY2" fmla="*/ 391211 h 392491"/>
              <a:gd name="connsiteX3" fmla="*/ 158502 w 448462"/>
              <a:gd name="connsiteY3" fmla="*/ 392025 h 392491"/>
              <a:gd name="connsiteX4" fmla="*/ 156629 w 448462"/>
              <a:gd name="connsiteY4" fmla="*/ 392491 h 392491"/>
              <a:gd name="connsiteX5" fmla="*/ 154757 w 448462"/>
              <a:gd name="connsiteY5" fmla="*/ 392375 h 392491"/>
              <a:gd name="connsiteX6" fmla="*/ 153001 w 448462"/>
              <a:gd name="connsiteY6" fmla="*/ 391676 h 392491"/>
              <a:gd name="connsiteX7" fmla="*/ 151362 w 448462"/>
              <a:gd name="connsiteY7" fmla="*/ 390396 h 392491"/>
              <a:gd name="connsiteX8" fmla="*/ 150075 w 448462"/>
              <a:gd name="connsiteY8" fmla="*/ 388883 h 392491"/>
              <a:gd name="connsiteX9" fmla="*/ 149255 w 448462"/>
              <a:gd name="connsiteY9" fmla="*/ 387137 h 392491"/>
              <a:gd name="connsiteX10" fmla="*/ 149021 w 448462"/>
              <a:gd name="connsiteY10" fmla="*/ 385158 h 392491"/>
              <a:gd name="connsiteX11" fmla="*/ 441235 w 448462"/>
              <a:gd name="connsiteY11" fmla="*/ 0 h 392491"/>
              <a:gd name="connsiteX12" fmla="*/ 442983 w 448462"/>
              <a:gd name="connsiteY12" fmla="*/ 233 h 392491"/>
              <a:gd name="connsiteX13" fmla="*/ 444615 w 448462"/>
              <a:gd name="connsiteY13" fmla="*/ 816 h 392491"/>
              <a:gd name="connsiteX14" fmla="*/ 446131 w 448462"/>
              <a:gd name="connsiteY14" fmla="*/ 1866 h 392491"/>
              <a:gd name="connsiteX15" fmla="*/ 447530 w 448462"/>
              <a:gd name="connsiteY15" fmla="*/ 3615 h 392491"/>
              <a:gd name="connsiteX16" fmla="*/ 448346 w 448462"/>
              <a:gd name="connsiteY16" fmla="*/ 5714 h 392491"/>
              <a:gd name="connsiteX17" fmla="*/ 448462 w 448462"/>
              <a:gd name="connsiteY17" fmla="*/ 7696 h 392491"/>
              <a:gd name="connsiteX18" fmla="*/ 447879 w 448462"/>
              <a:gd name="connsiteY18" fmla="*/ 9911 h 392491"/>
              <a:gd name="connsiteX19" fmla="*/ 307990 w 448462"/>
              <a:gd name="connsiteY19" fmla="*/ 362641 h 392491"/>
              <a:gd name="connsiteX20" fmla="*/ 306708 w 448462"/>
              <a:gd name="connsiteY20" fmla="*/ 364973 h 392491"/>
              <a:gd name="connsiteX21" fmla="*/ 305076 w 448462"/>
              <a:gd name="connsiteY21" fmla="*/ 366955 h 392491"/>
              <a:gd name="connsiteX22" fmla="*/ 303094 w 448462"/>
              <a:gd name="connsiteY22" fmla="*/ 368588 h 392491"/>
              <a:gd name="connsiteX23" fmla="*/ 300646 w 448462"/>
              <a:gd name="connsiteY23" fmla="*/ 369870 h 392491"/>
              <a:gd name="connsiteX24" fmla="*/ 298314 w 448462"/>
              <a:gd name="connsiteY24" fmla="*/ 370570 h 392491"/>
              <a:gd name="connsiteX25" fmla="*/ 295983 w 448462"/>
              <a:gd name="connsiteY25" fmla="*/ 370803 h 392491"/>
              <a:gd name="connsiteX26" fmla="*/ 293068 w 448462"/>
              <a:gd name="connsiteY26" fmla="*/ 370453 h 392491"/>
              <a:gd name="connsiteX27" fmla="*/ 290387 w 448462"/>
              <a:gd name="connsiteY27" fmla="*/ 369404 h 392491"/>
              <a:gd name="connsiteX28" fmla="*/ 148982 w 448462"/>
              <a:gd name="connsiteY28" fmla="*/ 302123 h 392491"/>
              <a:gd name="connsiteX29" fmla="*/ 347858 w 448462"/>
              <a:gd name="connsiteY29" fmla="*/ 102379 h 392491"/>
              <a:gd name="connsiteX30" fmla="*/ 120771 w 448462"/>
              <a:gd name="connsiteY30" fmla="*/ 288830 h 392491"/>
              <a:gd name="connsiteX31" fmla="*/ 7344 w 448462"/>
              <a:gd name="connsiteY31" fmla="*/ 234842 h 392491"/>
              <a:gd name="connsiteX32" fmla="*/ 4896 w 448462"/>
              <a:gd name="connsiteY32" fmla="*/ 233209 h 392491"/>
              <a:gd name="connsiteX33" fmla="*/ 2798 w 448462"/>
              <a:gd name="connsiteY33" fmla="*/ 231227 h 392491"/>
              <a:gd name="connsiteX34" fmla="*/ 1282 w 448462"/>
              <a:gd name="connsiteY34" fmla="*/ 228895 h 392491"/>
              <a:gd name="connsiteX35" fmla="*/ 349 w 448462"/>
              <a:gd name="connsiteY35" fmla="*/ 226213 h 392491"/>
              <a:gd name="connsiteX36" fmla="*/ 0 w 448462"/>
              <a:gd name="connsiteY36" fmla="*/ 223298 h 392491"/>
              <a:gd name="connsiteX37" fmla="*/ 233 w 448462"/>
              <a:gd name="connsiteY37" fmla="*/ 220499 h 392491"/>
              <a:gd name="connsiteX38" fmla="*/ 1165 w 448462"/>
              <a:gd name="connsiteY38" fmla="*/ 217701 h 392491"/>
              <a:gd name="connsiteX39" fmla="*/ 2681 w 448462"/>
              <a:gd name="connsiteY39" fmla="*/ 215252 h 392491"/>
              <a:gd name="connsiteX40" fmla="*/ 4779 w 448462"/>
              <a:gd name="connsiteY40" fmla="*/ 213270 h 392491"/>
              <a:gd name="connsiteX41" fmla="*/ 7227 w 448462"/>
              <a:gd name="connsiteY41" fmla="*/ 211754 h 392491"/>
              <a:gd name="connsiteX42" fmla="*/ 437971 w 448462"/>
              <a:gd name="connsiteY42" fmla="*/ 583 h 392491"/>
              <a:gd name="connsiteX43" fmla="*/ 439603 w 448462"/>
              <a:gd name="connsiteY43" fmla="*/ 117 h 392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448462" h="392491">
                <a:moveTo>
                  <a:pt x="149021" y="328125"/>
                </a:moveTo>
                <a:lnTo>
                  <a:pt x="210588" y="357224"/>
                </a:lnTo>
                <a:lnTo>
                  <a:pt x="160375" y="391211"/>
                </a:lnTo>
                <a:lnTo>
                  <a:pt x="158502" y="392025"/>
                </a:lnTo>
                <a:lnTo>
                  <a:pt x="156629" y="392491"/>
                </a:lnTo>
                <a:lnTo>
                  <a:pt x="154757" y="392375"/>
                </a:lnTo>
                <a:lnTo>
                  <a:pt x="153001" y="391676"/>
                </a:lnTo>
                <a:lnTo>
                  <a:pt x="151362" y="390396"/>
                </a:lnTo>
                <a:lnTo>
                  <a:pt x="150075" y="388883"/>
                </a:lnTo>
                <a:lnTo>
                  <a:pt x="149255" y="387137"/>
                </a:lnTo>
                <a:lnTo>
                  <a:pt x="149021" y="385158"/>
                </a:lnTo>
                <a:close/>
                <a:moveTo>
                  <a:pt x="441235" y="0"/>
                </a:moveTo>
                <a:lnTo>
                  <a:pt x="442983" y="233"/>
                </a:lnTo>
                <a:lnTo>
                  <a:pt x="444615" y="816"/>
                </a:lnTo>
                <a:lnTo>
                  <a:pt x="446131" y="1866"/>
                </a:lnTo>
                <a:lnTo>
                  <a:pt x="447530" y="3615"/>
                </a:lnTo>
                <a:lnTo>
                  <a:pt x="448346" y="5714"/>
                </a:lnTo>
                <a:lnTo>
                  <a:pt x="448462" y="7696"/>
                </a:lnTo>
                <a:lnTo>
                  <a:pt x="447879" y="9911"/>
                </a:lnTo>
                <a:lnTo>
                  <a:pt x="307990" y="362641"/>
                </a:lnTo>
                <a:lnTo>
                  <a:pt x="306708" y="364973"/>
                </a:lnTo>
                <a:lnTo>
                  <a:pt x="305076" y="366955"/>
                </a:lnTo>
                <a:lnTo>
                  <a:pt x="303094" y="368588"/>
                </a:lnTo>
                <a:lnTo>
                  <a:pt x="300646" y="369870"/>
                </a:lnTo>
                <a:lnTo>
                  <a:pt x="298314" y="370570"/>
                </a:lnTo>
                <a:lnTo>
                  <a:pt x="295983" y="370803"/>
                </a:lnTo>
                <a:lnTo>
                  <a:pt x="293068" y="370453"/>
                </a:lnTo>
                <a:lnTo>
                  <a:pt x="290387" y="369404"/>
                </a:lnTo>
                <a:lnTo>
                  <a:pt x="148982" y="302123"/>
                </a:lnTo>
                <a:lnTo>
                  <a:pt x="347858" y="102379"/>
                </a:lnTo>
                <a:lnTo>
                  <a:pt x="120771" y="288830"/>
                </a:lnTo>
                <a:lnTo>
                  <a:pt x="7344" y="234842"/>
                </a:lnTo>
                <a:lnTo>
                  <a:pt x="4896" y="233209"/>
                </a:lnTo>
                <a:lnTo>
                  <a:pt x="2798" y="231227"/>
                </a:lnTo>
                <a:lnTo>
                  <a:pt x="1282" y="228895"/>
                </a:lnTo>
                <a:lnTo>
                  <a:pt x="349" y="226213"/>
                </a:lnTo>
                <a:lnTo>
                  <a:pt x="0" y="223298"/>
                </a:lnTo>
                <a:lnTo>
                  <a:pt x="233" y="220499"/>
                </a:lnTo>
                <a:lnTo>
                  <a:pt x="1165" y="217701"/>
                </a:lnTo>
                <a:lnTo>
                  <a:pt x="2681" y="215252"/>
                </a:lnTo>
                <a:lnTo>
                  <a:pt x="4779" y="213270"/>
                </a:lnTo>
                <a:lnTo>
                  <a:pt x="7227" y="211754"/>
                </a:lnTo>
                <a:lnTo>
                  <a:pt x="437971" y="583"/>
                </a:lnTo>
                <a:lnTo>
                  <a:pt x="439603" y="117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noAutofit/>
          </a:bodyPr>
          <a:lstStyle/>
          <a:p>
            <a:pPr lvl="0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25" name="Freeform 6"/>
          <p:cNvSpPr/>
          <p:nvPr/>
        </p:nvSpPr>
        <p:spPr>
          <a:xfrm rot="10800000" flipH="1" flipV="1">
            <a:off x="461886" y="3136838"/>
            <a:ext cx="172500" cy="152938"/>
          </a:xfrm>
          <a:custGeom>
            <a:avLst/>
            <a:gdLst>
              <a:gd name="T0" fmla="*/ 2689 w 3491"/>
              <a:gd name="T1" fmla="*/ 15 h 3097"/>
              <a:gd name="T2" fmla="*/ 2963 w 3491"/>
              <a:gd name="T3" fmla="*/ 108 h 3097"/>
              <a:gd name="T4" fmla="*/ 3204 w 3491"/>
              <a:gd name="T5" fmla="*/ 281 h 3097"/>
              <a:gd name="T6" fmla="*/ 3382 w 3491"/>
              <a:gd name="T7" fmla="*/ 518 h 3097"/>
              <a:gd name="T8" fmla="*/ 3475 w 3491"/>
              <a:gd name="T9" fmla="*/ 786 h 3097"/>
              <a:gd name="T10" fmla="*/ 3486 w 3491"/>
              <a:gd name="T11" fmla="*/ 1066 h 3097"/>
              <a:gd name="T12" fmla="*/ 3413 w 3491"/>
              <a:gd name="T13" fmla="*/ 1339 h 3097"/>
              <a:gd name="T14" fmla="*/ 3256 w 3491"/>
              <a:gd name="T15" fmla="*/ 1586 h 3097"/>
              <a:gd name="T16" fmla="*/ 1965 w 3491"/>
              <a:gd name="T17" fmla="*/ 2838 h 3097"/>
              <a:gd name="T18" fmla="*/ 1873 w 3491"/>
              <a:gd name="T19" fmla="*/ 2828 h 3097"/>
              <a:gd name="T20" fmla="*/ 1821 w 3491"/>
              <a:gd name="T21" fmla="*/ 2749 h 3097"/>
              <a:gd name="T22" fmla="*/ 1853 w 3491"/>
              <a:gd name="T23" fmla="*/ 2662 h 3097"/>
              <a:gd name="T24" fmla="*/ 3153 w 3491"/>
              <a:gd name="T25" fmla="*/ 1355 h 3097"/>
              <a:gd name="T26" fmla="*/ 3242 w 3491"/>
              <a:gd name="T27" fmla="*/ 1126 h 3097"/>
              <a:gd name="T28" fmla="*/ 3253 w 3491"/>
              <a:gd name="T29" fmla="*/ 885 h 3097"/>
              <a:gd name="T30" fmla="*/ 3183 w 3491"/>
              <a:gd name="T31" fmla="*/ 653 h 3097"/>
              <a:gd name="T32" fmla="*/ 3035 w 3491"/>
              <a:gd name="T33" fmla="*/ 448 h 3097"/>
              <a:gd name="T34" fmla="*/ 2825 w 3491"/>
              <a:gd name="T35" fmla="*/ 301 h 3097"/>
              <a:gd name="T36" fmla="*/ 2586 w 3491"/>
              <a:gd name="T37" fmla="*/ 234 h 3097"/>
              <a:gd name="T38" fmla="*/ 2340 w 3491"/>
              <a:gd name="T39" fmla="*/ 243 h 3097"/>
              <a:gd name="T40" fmla="*/ 2108 w 3491"/>
              <a:gd name="T41" fmla="*/ 331 h 3097"/>
              <a:gd name="T42" fmla="*/ 378 w 3491"/>
              <a:gd name="T43" fmla="*/ 1972 h 3097"/>
              <a:gd name="T44" fmla="*/ 258 w 3491"/>
              <a:gd name="T45" fmla="*/ 2149 h 3097"/>
              <a:gd name="T46" fmla="*/ 218 w 3491"/>
              <a:gd name="T47" fmla="*/ 2350 h 3097"/>
              <a:gd name="T48" fmla="*/ 258 w 3491"/>
              <a:gd name="T49" fmla="*/ 2551 h 3097"/>
              <a:gd name="T50" fmla="*/ 378 w 3491"/>
              <a:gd name="T51" fmla="*/ 2728 h 3097"/>
              <a:gd name="T52" fmla="*/ 558 w 3491"/>
              <a:gd name="T53" fmla="*/ 2846 h 3097"/>
              <a:gd name="T54" fmla="*/ 763 w 3491"/>
              <a:gd name="T55" fmla="*/ 2885 h 3097"/>
              <a:gd name="T56" fmla="*/ 968 w 3491"/>
              <a:gd name="T57" fmla="*/ 2846 h 3097"/>
              <a:gd name="T58" fmla="*/ 1149 w 3491"/>
              <a:gd name="T59" fmla="*/ 2728 h 3097"/>
              <a:gd name="T60" fmla="*/ 2809 w 3491"/>
              <a:gd name="T61" fmla="*/ 1091 h 3097"/>
              <a:gd name="T62" fmla="*/ 2837 w 3491"/>
              <a:gd name="T63" fmla="*/ 942 h 3097"/>
              <a:gd name="T64" fmla="*/ 2791 w 3491"/>
              <a:gd name="T65" fmla="*/ 797 h 3097"/>
              <a:gd name="T66" fmla="*/ 2677 w 3491"/>
              <a:gd name="T67" fmla="*/ 685 h 3097"/>
              <a:gd name="T68" fmla="*/ 2528 w 3491"/>
              <a:gd name="T69" fmla="*/ 641 h 3097"/>
              <a:gd name="T70" fmla="*/ 2377 w 3491"/>
              <a:gd name="T71" fmla="*/ 668 h 3097"/>
              <a:gd name="T72" fmla="*/ 1082 w 3491"/>
              <a:gd name="T73" fmla="*/ 1906 h 3097"/>
              <a:gd name="T74" fmla="*/ 992 w 3491"/>
              <a:gd name="T75" fmla="*/ 1937 h 3097"/>
              <a:gd name="T76" fmla="*/ 911 w 3491"/>
              <a:gd name="T77" fmla="*/ 1887 h 3097"/>
              <a:gd name="T78" fmla="*/ 900 w 3491"/>
              <a:gd name="T79" fmla="*/ 1796 h 3097"/>
              <a:gd name="T80" fmla="*/ 2165 w 3491"/>
              <a:gd name="T81" fmla="*/ 546 h 3097"/>
              <a:gd name="T82" fmla="*/ 2354 w 3491"/>
              <a:gd name="T83" fmla="*/ 449 h 3097"/>
              <a:gd name="T84" fmla="*/ 2562 w 3491"/>
              <a:gd name="T85" fmla="*/ 429 h 3097"/>
              <a:gd name="T86" fmla="*/ 2763 w 3491"/>
              <a:gd name="T87" fmla="*/ 488 h 3097"/>
              <a:gd name="T88" fmla="*/ 2932 w 3491"/>
              <a:gd name="T89" fmla="*/ 623 h 3097"/>
              <a:gd name="T90" fmla="*/ 3032 w 3491"/>
              <a:gd name="T91" fmla="*/ 809 h 3097"/>
              <a:gd name="T92" fmla="*/ 3053 w 3491"/>
              <a:gd name="T93" fmla="*/ 1012 h 3097"/>
              <a:gd name="T94" fmla="*/ 2993 w 3491"/>
              <a:gd name="T95" fmla="*/ 1209 h 3097"/>
              <a:gd name="T96" fmla="*/ 1303 w 3491"/>
              <a:gd name="T97" fmla="*/ 2879 h 3097"/>
              <a:gd name="T98" fmla="*/ 1094 w 3491"/>
              <a:gd name="T99" fmla="*/ 3025 h 3097"/>
              <a:gd name="T100" fmla="*/ 855 w 3491"/>
              <a:gd name="T101" fmla="*/ 3092 h 3097"/>
              <a:gd name="T102" fmla="*/ 609 w 3491"/>
              <a:gd name="T103" fmla="*/ 3083 h 3097"/>
              <a:gd name="T104" fmla="*/ 377 w 3491"/>
              <a:gd name="T105" fmla="*/ 2995 h 3097"/>
              <a:gd name="T106" fmla="*/ 178 w 3491"/>
              <a:gd name="T107" fmla="*/ 2832 h 3097"/>
              <a:gd name="T108" fmla="*/ 51 w 3491"/>
              <a:gd name="T109" fmla="*/ 2617 h 3097"/>
              <a:gd name="T110" fmla="*/ 0 w 3491"/>
              <a:gd name="T111" fmla="*/ 2381 h 3097"/>
              <a:gd name="T112" fmla="*/ 30 w 3491"/>
              <a:gd name="T113" fmla="*/ 2141 h 3097"/>
              <a:gd name="T114" fmla="*/ 139 w 3491"/>
              <a:gd name="T115" fmla="*/ 1920 h 3097"/>
              <a:gd name="T116" fmla="*/ 1872 w 3491"/>
              <a:gd name="T117" fmla="*/ 230 h 3097"/>
              <a:gd name="T118" fmla="*/ 2123 w 3491"/>
              <a:gd name="T119" fmla="*/ 76 h 3097"/>
              <a:gd name="T120" fmla="*/ 2402 w 3491"/>
              <a:gd name="T121" fmla="*/ 5 h 30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3491" h="3097">
                <a:moveTo>
                  <a:pt x="2474" y="0"/>
                </a:moveTo>
                <a:lnTo>
                  <a:pt x="2546" y="0"/>
                </a:lnTo>
                <a:lnTo>
                  <a:pt x="2618" y="5"/>
                </a:lnTo>
                <a:lnTo>
                  <a:pt x="2689" y="15"/>
                </a:lnTo>
                <a:lnTo>
                  <a:pt x="2758" y="31"/>
                </a:lnTo>
                <a:lnTo>
                  <a:pt x="2828" y="51"/>
                </a:lnTo>
                <a:lnTo>
                  <a:pt x="2896" y="76"/>
                </a:lnTo>
                <a:lnTo>
                  <a:pt x="2963" y="108"/>
                </a:lnTo>
                <a:lnTo>
                  <a:pt x="3026" y="143"/>
                </a:lnTo>
                <a:lnTo>
                  <a:pt x="3088" y="183"/>
                </a:lnTo>
                <a:lnTo>
                  <a:pt x="3147" y="230"/>
                </a:lnTo>
                <a:lnTo>
                  <a:pt x="3204" y="281"/>
                </a:lnTo>
                <a:lnTo>
                  <a:pt x="3256" y="336"/>
                </a:lnTo>
                <a:lnTo>
                  <a:pt x="3303" y="394"/>
                </a:lnTo>
                <a:lnTo>
                  <a:pt x="3345" y="455"/>
                </a:lnTo>
                <a:lnTo>
                  <a:pt x="3382" y="518"/>
                </a:lnTo>
                <a:lnTo>
                  <a:pt x="3413" y="582"/>
                </a:lnTo>
                <a:lnTo>
                  <a:pt x="3439" y="650"/>
                </a:lnTo>
                <a:lnTo>
                  <a:pt x="3460" y="717"/>
                </a:lnTo>
                <a:lnTo>
                  <a:pt x="3475" y="786"/>
                </a:lnTo>
                <a:lnTo>
                  <a:pt x="3486" y="856"/>
                </a:lnTo>
                <a:lnTo>
                  <a:pt x="3491" y="926"/>
                </a:lnTo>
                <a:lnTo>
                  <a:pt x="3491" y="996"/>
                </a:lnTo>
                <a:lnTo>
                  <a:pt x="3486" y="1066"/>
                </a:lnTo>
                <a:lnTo>
                  <a:pt x="3475" y="1136"/>
                </a:lnTo>
                <a:lnTo>
                  <a:pt x="3460" y="1205"/>
                </a:lnTo>
                <a:lnTo>
                  <a:pt x="3439" y="1273"/>
                </a:lnTo>
                <a:lnTo>
                  <a:pt x="3413" y="1339"/>
                </a:lnTo>
                <a:lnTo>
                  <a:pt x="3382" y="1404"/>
                </a:lnTo>
                <a:lnTo>
                  <a:pt x="3345" y="1467"/>
                </a:lnTo>
                <a:lnTo>
                  <a:pt x="3303" y="1528"/>
                </a:lnTo>
                <a:lnTo>
                  <a:pt x="3256" y="1586"/>
                </a:lnTo>
                <a:lnTo>
                  <a:pt x="3204" y="1641"/>
                </a:lnTo>
                <a:lnTo>
                  <a:pt x="2007" y="2813"/>
                </a:lnTo>
                <a:lnTo>
                  <a:pt x="1988" y="2828"/>
                </a:lnTo>
                <a:lnTo>
                  <a:pt x="1965" y="2838"/>
                </a:lnTo>
                <a:lnTo>
                  <a:pt x="1942" y="2844"/>
                </a:lnTo>
                <a:lnTo>
                  <a:pt x="1918" y="2844"/>
                </a:lnTo>
                <a:lnTo>
                  <a:pt x="1894" y="2838"/>
                </a:lnTo>
                <a:lnTo>
                  <a:pt x="1873" y="2828"/>
                </a:lnTo>
                <a:lnTo>
                  <a:pt x="1853" y="2813"/>
                </a:lnTo>
                <a:lnTo>
                  <a:pt x="1837" y="2793"/>
                </a:lnTo>
                <a:lnTo>
                  <a:pt x="1827" y="2772"/>
                </a:lnTo>
                <a:lnTo>
                  <a:pt x="1821" y="2749"/>
                </a:lnTo>
                <a:lnTo>
                  <a:pt x="1821" y="2726"/>
                </a:lnTo>
                <a:lnTo>
                  <a:pt x="1827" y="2703"/>
                </a:lnTo>
                <a:lnTo>
                  <a:pt x="1837" y="2681"/>
                </a:lnTo>
                <a:lnTo>
                  <a:pt x="1853" y="2662"/>
                </a:lnTo>
                <a:lnTo>
                  <a:pt x="3035" y="1505"/>
                </a:lnTo>
                <a:lnTo>
                  <a:pt x="3079" y="1458"/>
                </a:lnTo>
                <a:lnTo>
                  <a:pt x="3118" y="1407"/>
                </a:lnTo>
                <a:lnTo>
                  <a:pt x="3153" y="1355"/>
                </a:lnTo>
                <a:lnTo>
                  <a:pt x="3183" y="1300"/>
                </a:lnTo>
                <a:lnTo>
                  <a:pt x="3208" y="1243"/>
                </a:lnTo>
                <a:lnTo>
                  <a:pt x="3228" y="1185"/>
                </a:lnTo>
                <a:lnTo>
                  <a:pt x="3242" y="1126"/>
                </a:lnTo>
                <a:lnTo>
                  <a:pt x="3253" y="1066"/>
                </a:lnTo>
                <a:lnTo>
                  <a:pt x="3257" y="1006"/>
                </a:lnTo>
                <a:lnTo>
                  <a:pt x="3257" y="946"/>
                </a:lnTo>
                <a:lnTo>
                  <a:pt x="3253" y="885"/>
                </a:lnTo>
                <a:lnTo>
                  <a:pt x="3242" y="826"/>
                </a:lnTo>
                <a:lnTo>
                  <a:pt x="3228" y="766"/>
                </a:lnTo>
                <a:lnTo>
                  <a:pt x="3208" y="709"/>
                </a:lnTo>
                <a:lnTo>
                  <a:pt x="3183" y="653"/>
                </a:lnTo>
                <a:lnTo>
                  <a:pt x="3153" y="598"/>
                </a:lnTo>
                <a:lnTo>
                  <a:pt x="3118" y="545"/>
                </a:lnTo>
                <a:lnTo>
                  <a:pt x="3079" y="495"/>
                </a:lnTo>
                <a:lnTo>
                  <a:pt x="3035" y="448"/>
                </a:lnTo>
                <a:lnTo>
                  <a:pt x="2985" y="403"/>
                </a:lnTo>
                <a:lnTo>
                  <a:pt x="2935" y="364"/>
                </a:lnTo>
                <a:lnTo>
                  <a:pt x="2881" y="331"/>
                </a:lnTo>
                <a:lnTo>
                  <a:pt x="2825" y="301"/>
                </a:lnTo>
                <a:lnTo>
                  <a:pt x="2767" y="277"/>
                </a:lnTo>
                <a:lnTo>
                  <a:pt x="2708" y="258"/>
                </a:lnTo>
                <a:lnTo>
                  <a:pt x="2648" y="243"/>
                </a:lnTo>
                <a:lnTo>
                  <a:pt x="2586" y="234"/>
                </a:lnTo>
                <a:lnTo>
                  <a:pt x="2525" y="229"/>
                </a:lnTo>
                <a:lnTo>
                  <a:pt x="2464" y="229"/>
                </a:lnTo>
                <a:lnTo>
                  <a:pt x="2402" y="234"/>
                </a:lnTo>
                <a:lnTo>
                  <a:pt x="2340" y="243"/>
                </a:lnTo>
                <a:lnTo>
                  <a:pt x="2280" y="258"/>
                </a:lnTo>
                <a:lnTo>
                  <a:pt x="2221" y="277"/>
                </a:lnTo>
                <a:lnTo>
                  <a:pt x="2164" y="301"/>
                </a:lnTo>
                <a:lnTo>
                  <a:pt x="2108" y="331"/>
                </a:lnTo>
                <a:lnTo>
                  <a:pt x="2055" y="364"/>
                </a:lnTo>
                <a:lnTo>
                  <a:pt x="2003" y="403"/>
                </a:lnTo>
                <a:lnTo>
                  <a:pt x="1955" y="448"/>
                </a:lnTo>
                <a:lnTo>
                  <a:pt x="378" y="1972"/>
                </a:lnTo>
                <a:lnTo>
                  <a:pt x="341" y="2013"/>
                </a:lnTo>
                <a:lnTo>
                  <a:pt x="307" y="2057"/>
                </a:lnTo>
                <a:lnTo>
                  <a:pt x="280" y="2102"/>
                </a:lnTo>
                <a:lnTo>
                  <a:pt x="258" y="2149"/>
                </a:lnTo>
                <a:lnTo>
                  <a:pt x="241" y="2199"/>
                </a:lnTo>
                <a:lnTo>
                  <a:pt x="228" y="2248"/>
                </a:lnTo>
                <a:lnTo>
                  <a:pt x="220" y="2299"/>
                </a:lnTo>
                <a:lnTo>
                  <a:pt x="218" y="2350"/>
                </a:lnTo>
                <a:lnTo>
                  <a:pt x="220" y="2402"/>
                </a:lnTo>
                <a:lnTo>
                  <a:pt x="228" y="2452"/>
                </a:lnTo>
                <a:lnTo>
                  <a:pt x="241" y="2503"/>
                </a:lnTo>
                <a:lnTo>
                  <a:pt x="258" y="2551"/>
                </a:lnTo>
                <a:lnTo>
                  <a:pt x="280" y="2599"/>
                </a:lnTo>
                <a:lnTo>
                  <a:pt x="307" y="2644"/>
                </a:lnTo>
                <a:lnTo>
                  <a:pt x="341" y="2687"/>
                </a:lnTo>
                <a:lnTo>
                  <a:pt x="378" y="2728"/>
                </a:lnTo>
                <a:lnTo>
                  <a:pt x="419" y="2765"/>
                </a:lnTo>
                <a:lnTo>
                  <a:pt x="463" y="2796"/>
                </a:lnTo>
                <a:lnTo>
                  <a:pt x="509" y="2824"/>
                </a:lnTo>
                <a:lnTo>
                  <a:pt x="558" y="2846"/>
                </a:lnTo>
                <a:lnTo>
                  <a:pt x="608" y="2863"/>
                </a:lnTo>
                <a:lnTo>
                  <a:pt x="660" y="2874"/>
                </a:lnTo>
                <a:lnTo>
                  <a:pt x="711" y="2882"/>
                </a:lnTo>
                <a:lnTo>
                  <a:pt x="763" y="2885"/>
                </a:lnTo>
                <a:lnTo>
                  <a:pt x="816" y="2882"/>
                </a:lnTo>
                <a:lnTo>
                  <a:pt x="867" y="2874"/>
                </a:lnTo>
                <a:lnTo>
                  <a:pt x="919" y="2863"/>
                </a:lnTo>
                <a:lnTo>
                  <a:pt x="968" y="2846"/>
                </a:lnTo>
                <a:lnTo>
                  <a:pt x="1018" y="2824"/>
                </a:lnTo>
                <a:lnTo>
                  <a:pt x="1064" y="2796"/>
                </a:lnTo>
                <a:lnTo>
                  <a:pt x="1108" y="2765"/>
                </a:lnTo>
                <a:lnTo>
                  <a:pt x="1149" y="2728"/>
                </a:lnTo>
                <a:lnTo>
                  <a:pt x="2741" y="1187"/>
                </a:lnTo>
                <a:lnTo>
                  <a:pt x="2768" y="1158"/>
                </a:lnTo>
                <a:lnTo>
                  <a:pt x="2791" y="1125"/>
                </a:lnTo>
                <a:lnTo>
                  <a:pt x="2809" y="1091"/>
                </a:lnTo>
                <a:lnTo>
                  <a:pt x="2823" y="1055"/>
                </a:lnTo>
                <a:lnTo>
                  <a:pt x="2831" y="1018"/>
                </a:lnTo>
                <a:lnTo>
                  <a:pt x="2837" y="980"/>
                </a:lnTo>
                <a:lnTo>
                  <a:pt x="2837" y="942"/>
                </a:lnTo>
                <a:lnTo>
                  <a:pt x="2831" y="904"/>
                </a:lnTo>
                <a:lnTo>
                  <a:pt x="2823" y="867"/>
                </a:lnTo>
                <a:lnTo>
                  <a:pt x="2809" y="832"/>
                </a:lnTo>
                <a:lnTo>
                  <a:pt x="2791" y="797"/>
                </a:lnTo>
                <a:lnTo>
                  <a:pt x="2768" y="764"/>
                </a:lnTo>
                <a:lnTo>
                  <a:pt x="2741" y="734"/>
                </a:lnTo>
                <a:lnTo>
                  <a:pt x="2710" y="707"/>
                </a:lnTo>
                <a:lnTo>
                  <a:pt x="2677" y="685"/>
                </a:lnTo>
                <a:lnTo>
                  <a:pt x="2642" y="668"/>
                </a:lnTo>
                <a:lnTo>
                  <a:pt x="2605" y="654"/>
                </a:lnTo>
                <a:lnTo>
                  <a:pt x="2567" y="645"/>
                </a:lnTo>
                <a:lnTo>
                  <a:pt x="2528" y="641"/>
                </a:lnTo>
                <a:lnTo>
                  <a:pt x="2490" y="641"/>
                </a:lnTo>
                <a:lnTo>
                  <a:pt x="2452" y="645"/>
                </a:lnTo>
                <a:lnTo>
                  <a:pt x="2415" y="654"/>
                </a:lnTo>
                <a:lnTo>
                  <a:pt x="2377" y="668"/>
                </a:lnTo>
                <a:lnTo>
                  <a:pt x="2343" y="685"/>
                </a:lnTo>
                <a:lnTo>
                  <a:pt x="2309" y="707"/>
                </a:lnTo>
                <a:lnTo>
                  <a:pt x="2278" y="734"/>
                </a:lnTo>
                <a:lnTo>
                  <a:pt x="1082" y="1906"/>
                </a:lnTo>
                <a:lnTo>
                  <a:pt x="1062" y="1922"/>
                </a:lnTo>
                <a:lnTo>
                  <a:pt x="1040" y="1931"/>
                </a:lnTo>
                <a:lnTo>
                  <a:pt x="1017" y="1937"/>
                </a:lnTo>
                <a:lnTo>
                  <a:pt x="992" y="1937"/>
                </a:lnTo>
                <a:lnTo>
                  <a:pt x="969" y="1931"/>
                </a:lnTo>
                <a:lnTo>
                  <a:pt x="947" y="1922"/>
                </a:lnTo>
                <a:lnTo>
                  <a:pt x="927" y="1906"/>
                </a:lnTo>
                <a:lnTo>
                  <a:pt x="911" y="1887"/>
                </a:lnTo>
                <a:lnTo>
                  <a:pt x="900" y="1865"/>
                </a:lnTo>
                <a:lnTo>
                  <a:pt x="896" y="1842"/>
                </a:lnTo>
                <a:lnTo>
                  <a:pt x="896" y="1819"/>
                </a:lnTo>
                <a:lnTo>
                  <a:pt x="900" y="1796"/>
                </a:lnTo>
                <a:lnTo>
                  <a:pt x="911" y="1775"/>
                </a:lnTo>
                <a:lnTo>
                  <a:pt x="927" y="1755"/>
                </a:lnTo>
                <a:lnTo>
                  <a:pt x="2123" y="583"/>
                </a:lnTo>
                <a:lnTo>
                  <a:pt x="2165" y="546"/>
                </a:lnTo>
                <a:lnTo>
                  <a:pt x="2209" y="515"/>
                </a:lnTo>
                <a:lnTo>
                  <a:pt x="2255" y="488"/>
                </a:lnTo>
                <a:lnTo>
                  <a:pt x="2304" y="465"/>
                </a:lnTo>
                <a:lnTo>
                  <a:pt x="2354" y="449"/>
                </a:lnTo>
                <a:lnTo>
                  <a:pt x="2405" y="436"/>
                </a:lnTo>
                <a:lnTo>
                  <a:pt x="2457" y="429"/>
                </a:lnTo>
                <a:lnTo>
                  <a:pt x="2509" y="427"/>
                </a:lnTo>
                <a:lnTo>
                  <a:pt x="2562" y="429"/>
                </a:lnTo>
                <a:lnTo>
                  <a:pt x="2613" y="436"/>
                </a:lnTo>
                <a:lnTo>
                  <a:pt x="2665" y="449"/>
                </a:lnTo>
                <a:lnTo>
                  <a:pt x="2714" y="465"/>
                </a:lnTo>
                <a:lnTo>
                  <a:pt x="2763" y="488"/>
                </a:lnTo>
                <a:lnTo>
                  <a:pt x="2810" y="515"/>
                </a:lnTo>
                <a:lnTo>
                  <a:pt x="2854" y="546"/>
                </a:lnTo>
                <a:lnTo>
                  <a:pt x="2895" y="583"/>
                </a:lnTo>
                <a:lnTo>
                  <a:pt x="2932" y="623"/>
                </a:lnTo>
                <a:lnTo>
                  <a:pt x="2965" y="666"/>
                </a:lnTo>
                <a:lnTo>
                  <a:pt x="2993" y="713"/>
                </a:lnTo>
                <a:lnTo>
                  <a:pt x="3015" y="760"/>
                </a:lnTo>
                <a:lnTo>
                  <a:pt x="3032" y="809"/>
                </a:lnTo>
                <a:lnTo>
                  <a:pt x="3045" y="859"/>
                </a:lnTo>
                <a:lnTo>
                  <a:pt x="3053" y="910"/>
                </a:lnTo>
                <a:lnTo>
                  <a:pt x="3055" y="961"/>
                </a:lnTo>
                <a:lnTo>
                  <a:pt x="3053" y="1012"/>
                </a:lnTo>
                <a:lnTo>
                  <a:pt x="3045" y="1063"/>
                </a:lnTo>
                <a:lnTo>
                  <a:pt x="3032" y="1113"/>
                </a:lnTo>
                <a:lnTo>
                  <a:pt x="3015" y="1162"/>
                </a:lnTo>
                <a:lnTo>
                  <a:pt x="2993" y="1209"/>
                </a:lnTo>
                <a:lnTo>
                  <a:pt x="2965" y="1255"/>
                </a:lnTo>
                <a:lnTo>
                  <a:pt x="2932" y="1298"/>
                </a:lnTo>
                <a:lnTo>
                  <a:pt x="2895" y="1339"/>
                </a:lnTo>
                <a:lnTo>
                  <a:pt x="1303" y="2879"/>
                </a:lnTo>
                <a:lnTo>
                  <a:pt x="1255" y="2923"/>
                </a:lnTo>
                <a:lnTo>
                  <a:pt x="1203" y="2962"/>
                </a:lnTo>
                <a:lnTo>
                  <a:pt x="1150" y="2995"/>
                </a:lnTo>
                <a:lnTo>
                  <a:pt x="1094" y="3025"/>
                </a:lnTo>
                <a:lnTo>
                  <a:pt x="1036" y="3049"/>
                </a:lnTo>
                <a:lnTo>
                  <a:pt x="977" y="3068"/>
                </a:lnTo>
                <a:lnTo>
                  <a:pt x="917" y="3083"/>
                </a:lnTo>
                <a:lnTo>
                  <a:pt x="855" y="3092"/>
                </a:lnTo>
                <a:lnTo>
                  <a:pt x="794" y="3097"/>
                </a:lnTo>
                <a:lnTo>
                  <a:pt x="733" y="3097"/>
                </a:lnTo>
                <a:lnTo>
                  <a:pt x="671" y="3092"/>
                </a:lnTo>
                <a:lnTo>
                  <a:pt x="609" y="3083"/>
                </a:lnTo>
                <a:lnTo>
                  <a:pt x="549" y="3068"/>
                </a:lnTo>
                <a:lnTo>
                  <a:pt x="490" y="3049"/>
                </a:lnTo>
                <a:lnTo>
                  <a:pt x="433" y="3025"/>
                </a:lnTo>
                <a:lnTo>
                  <a:pt x="377" y="2995"/>
                </a:lnTo>
                <a:lnTo>
                  <a:pt x="323" y="2962"/>
                </a:lnTo>
                <a:lnTo>
                  <a:pt x="272" y="2923"/>
                </a:lnTo>
                <a:lnTo>
                  <a:pt x="224" y="2879"/>
                </a:lnTo>
                <a:lnTo>
                  <a:pt x="178" y="2832"/>
                </a:lnTo>
                <a:lnTo>
                  <a:pt x="139" y="2782"/>
                </a:lnTo>
                <a:lnTo>
                  <a:pt x="104" y="2729"/>
                </a:lnTo>
                <a:lnTo>
                  <a:pt x="75" y="2674"/>
                </a:lnTo>
                <a:lnTo>
                  <a:pt x="51" y="2617"/>
                </a:lnTo>
                <a:lnTo>
                  <a:pt x="30" y="2560"/>
                </a:lnTo>
                <a:lnTo>
                  <a:pt x="15" y="2501"/>
                </a:lnTo>
                <a:lnTo>
                  <a:pt x="5" y="2441"/>
                </a:lnTo>
                <a:lnTo>
                  <a:pt x="0" y="2381"/>
                </a:lnTo>
                <a:lnTo>
                  <a:pt x="0" y="2321"/>
                </a:lnTo>
                <a:lnTo>
                  <a:pt x="5" y="2260"/>
                </a:lnTo>
                <a:lnTo>
                  <a:pt x="15" y="2200"/>
                </a:lnTo>
                <a:lnTo>
                  <a:pt x="30" y="2141"/>
                </a:lnTo>
                <a:lnTo>
                  <a:pt x="51" y="2083"/>
                </a:lnTo>
                <a:lnTo>
                  <a:pt x="75" y="2027"/>
                </a:lnTo>
                <a:lnTo>
                  <a:pt x="104" y="1972"/>
                </a:lnTo>
                <a:lnTo>
                  <a:pt x="139" y="1920"/>
                </a:lnTo>
                <a:lnTo>
                  <a:pt x="178" y="1869"/>
                </a:lnTo>
                <a:lnTo>
                  <a:pt x="224" y="1822"/>
                </a:lnTo>
                <a:lnTo>
                  <a:pt x="1815" y="281"/>
                </a:lnTo>
                <a:lnTo>
                  <a:pt x="1872" y="230"/>
                </a:lnTo>
                <a:lnTo>
                  <a:pt x="1931" y="183"/>
                </a:lnTo>
                <a:lnTo>
                  <a:pt x="1992" y="143"/>
                </a:lnTo>
                <a:lnTo>
                  <a:pt x="2057" y="108"/>
                </a:lnTo>
                <a:lnTo>
                  <a:pt x="2123" y="76"/>
                </a:lnTo>
                <a:lnTo>
                  <a:pt x="2191" y="51"/>
                </a:lnTo>
                <a:lnTo>
                  <a:pt x="2261" y="31"/>
                </a:lnTo>
                <a:lnTo>
                  <a:pt x="2331" y="15"/>
                </a:lnTo>
                <a:lnTo>
                  <a:pt x="2402" y="5"/>
                </a:lnTo>
                <a:lnTo>
                  <a:pt x="2474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lvl="0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27" name="그룹 26"/>
          <p:cNvGrpSpPr/>
          <p:nvPr/>
        </p:nvGrpSpPr>
        <p:grpSpPr>
          <a:xfrm>
            <a:off x="393568" y="656552"/>
            <a:ext cx="323769" cy="323769"/>
            <a:chOff x="1593332" y="2172798"/>
            <a:chExt cx="1083168" cy="1083168"/>
          </a:xfrm>
        </p:grpSpPr>
        <p:sp>
          <p:nvSpPr>
            <p:cNvPr id="28" name="타원 27"/>
            <p:cNvSpPr/>
            <p:nvPr/>
          </p:nvSpPr>
          <p:spPr>
            <a:xfrm>
              <a:off x="1593332" y="2172798"/>
              <a:ext cx="1083168" cy="1083168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b="1">
                <a:solidFill>
                  <a:prstClr val="white"/>
                </a:solidFill>
              </a:endParaRPr>
            </a:p>
          </p:txBody>
        </p:sp>
        <p:pic>
          <p:nvPicPr>
            <p:cNvPr id="29" name="그림 28"/>
            <p:cNvPicPr>
              <a:picLocks noChangeAspect="1"/>
            </p:cNvPicPr>
            <p:nvPr/>
          </p:nvPicPr>
          <p:blipFill rotWithShape="1">
            <a:blip r:embed="rId2"/>
            <a:stretch>
              <a:fillRect/>
            </a:stretch>
          </p:blipFill>
          <p:spPr>
            <a:xfrm>
              <a:off x="1741655" y="2321121"/>
              <a:ext cx="786521" cy="786521"/>
            </a:xfrm>
            <a:prstGeom prst="rect">
              <a:avLst/>
            </a:prstGeom>
          </p:spPr>
        </p:pic>
      </p:grpSp>
      <p:sp>
        <p:nvSpPr>
          <p:cNvPr id="32" name="모서리가 둥근 직사각형 31"/>
          <p:cNvSpPr/>
          <p:nvPr/>
        </p:nvSpPr>
        <p:spPr>
          <a:xfrm>
            <a:off x="350136" y="1719059"/>
            <a:ext cx="396000" cy="396000"/>
          </a:xfrm>
          <a:prstGeom prst="roundRect">
            <a:avLst>
              <a:gd name="adj" fmla="val 16667"/>
            </a:avLst>
          </a:prstGeom>
          <a:solidFill>
            <a:srgbClr val="00D6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" anchor="ctr"/>
          <a:lstStyle/>
          <a:p>
            <a:pPr lvl="0">
              <a:defRPr/>
            </a:pPr>
            <a:endParaRPr lang="en-US" altLang="ko-KR" sz="1050">
              <a:solidFill>
                <a:prstClr val="white"/>
              </a:solidFill>
            </a:endParaRPr>
          </a:p>
        </p:txBody>
      </p:sp>
      <p:grpSp>
        <p:nvGrpSpPr>
          <p:cNvPr id="20" name="Group 12"/>
          <p:cNvGrpSpPr>
            <a:grpSpLocks noChangeAspect="1"/>
          </p:cNvGrpSpPr>
          <p:nvPr/>
        </p:nvGrpSpPr>
        <p:grpSpPr>
          <a:xfrm>
            <a:off x="433464" y="1832474"/>
            <a:ext cx="229344" cy="182438"/>
            <a:chOff x="6124" y="305"/>
            <a:chExt cx="841" cy="669"/>
          </a:xfrm>
          <a:solidFill>
            <a:schemeClr val="bg1"/>
          </a:solidFill>
        </p:grpSpPr>
        <p:sp>
          <p:nvSpPr>
            <p:cNvPr id="21" name="Freeform 13"/>
            <p:cNvSpPr/>
            <p:nvPr/>
          </p:nvSpPr>
          <p:spPr>
            <a:xfrm>
              <a:off x="6244" y="440"/>
              <a:ext cx="601" cy="534"/>
            </a:xfrm>
            <a:custGeom>
              <a:avLst/>
              <a:gdLst>
                <a:gd name="T0" fmla="*/ 902 w 1802"/>
                <a:gd name="T1" fmla="*/ 0 h 1602"/>
                <a:gd name="T2" fmla="*/ 2 w 1802"/>
                <a:gd name="T3" fmla="*/ 742 h 1602"/>
                <a:gd name="T4" fmla="*/ 2 w 1802"/>
                <a:gd name="T5" fmla="*/ 743 h 1602"/>
                <a:gd name="T6" fmla="*/ 2 w 1802"/>
                <a:gd name="T7" fmla="*/ 746 h 1602"/>
                <a:gd name="T8" fmla="*/ 0 w 1802"/>
                <a:gd name="T9" fmla="*/ 749 h 1602"/>
                <a:gd name="T10" fmla="*/ 0 w 1802"/>
                <a:gd name="T11" fmla="*/ 751 h 1602"/>
                <a:gd name="T12" fmla="*/ 0 w 1802"/>
                <a:gd name="T13" fmla="*/ 1501 h 1602"/>
                <a:gd name="T14" fmla="*/ 2 w 1802"/>
                <a:gd name="T15" fmla="*/ 1521 h 1602"/>
                <a:gd name="T16" fmla="*/ 16 w 1802"/>
                <a:gd name="T17" fmla="*/ 1557 h 1602"/>
                <a:gd name="T18" fmla="*/ 30 w 1802"/>
                <a:gd name="T19" fmla="*/ 1572 h 1602"/>
                <a:gd name="T20" fmla="*/ 45 w 1802"/>
                <a:gd name="T21" fmla="*/ 1586 h 1602"/>
                <a:gd name="T22" fmla="*/ 81 w 1802"/>
                <a:gd name="T23" fmla="*/ 1601 h 1602"/>
                <a:gd name="T24" fmla="*/ 100 w 1802"/>
                <a:gd name="T25" fmla="*/ 1602 h 1602"/>
                <a:gd name="T26" fmla="*/ 702 w 1802"/>
                <a:gd name="T27" fmla="*/ 1602 h 1602"/>
                <a:gd name="T28" fmla="*/ 702 w 1802"/>
                <a:gd name="T29" fmla="*/ 1001 h 1602"/>
                <a:gd name="T30" fmla="*/ 1102 w 1802"/>
                <a:gd name="T31" fmla="*/ 1001 h 1602"/>
                <a:gd name="T32" fmla="*/ 1102 w 1802"/>
                <a:gd name="T33" fmla="*/ 1602 h 1602"/>
                <a:gd name="T34" fmla="*/ 1703 w 1802"/>
                <a:gd name="T35" fmla="*/ 1602 h 1602"/>
                <a:gd name="T36" fmla="*/ 1723 w 1802"/>
                <a:gd name="T37" fmla="*/ 1601 h 1602"/>
                <a:gd name="T38" fmla="*/ 1758 w 1802"/>
                <a:gd name="T39" fmla="*/ 1586 h 1602"/>
                <a:gd name="T40" fmla="*/ 1773 w 1802"/>
                <a:gd name="T41" fmla="*/ 1572 h 1602"/>
                <a:gd name="T42" fmla="*/ 1786 w 1802"/>
                <a:gd name="T43" fmla="*/ 1557 h 1602"/>
                <a:gd name="T44" fmla="*/ 1802 w 1802"/>
                <a:gd name="T45" fmla="*/ 1521 h 1602"/>
                <a:gd name="T46" fmla="*/ 1802 w 1802"/>
                <a:gd name="T47" fmla="*/ 1501 h 1602"/>
                <a:gd name="T48" fmla="*/ 1802 w 1802"/>
                <a:gd name="T49" fmla="*/ 751 h 1602"/>
                <a:gd name="T50" fmla="*/ 1802 w 1802"/>
                <a:gd name="T51" fmla="*/ 745 h 1602"/>
                <a:gd name="T52" fmla="*/ 1801 w 1802"/>
                <a:gd name="T53" fmla="*/ 742 h 1602"/>
                <a:gd name="T54" fmla="*/ 902 w 1802"/>
                <a:gd name="T55" fmla="*/ 0 h 1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802" h="1602">
                  <a:moveTo>
                    <a:pt x="902" y="0"/>
                  </a:moveTo>
                  <a:lnTo>
                    <a:pt x="2" y="742"/>
                  </a:lnTo>
                  <a:lnTo>
                    <a:pt x="2" y="743"/>
                  </a:lnTo>
                  <a:lnTo>
                    <a:pt x="2" y="746"/>
                  </a:lnTo>
                  <a:lnTo>
                    <a:pt x="0" y="749"/>
                  </a:lnTo>
                  <a:lnTo>
                    <a:pt x="0" y="751"/>
                  </a:lnTo>
                  <a:lnTo>
                    <a:pt x="0" y="1501"/>
                  </a:lnTo>
                  <a:lnTo>
                    <a:pt x="2" y="1521"/>
                  </a:lnTo>
                  <a:lnTo>
                    <a:pt x="16" y="1557"/>
                  </a:lnTo>
                  <a:lnTo>
                    <a:pt x="30" y="1572"/>
                  </a:lnTo>
                  <a:lnTo>
                    <a:pt x="45" y="1586"/>
                  </a:lnTo>
                  <a:lnTo>
                    <a:pt x="81" y="1601"/>
                  </a:lnTo>
                  <a:lnTo>
                    <a:pt x="100" y="1602"/>
                  </a:lnTo>
                  <a:lnTo>
                    <a:pt x="702" y="1602"/>
                  </a:lnTo>
                  <a:lnTo>
                    <a:pt x="702" y="1001"/>
                  </a:lnTo>
                  <a:lnTo>
                    <a:pt x="1102" y="1001"/>
                  </a:lnTo>
                  <a:lnTo>
                    <a:pt x="1102" y="1602"/>
                  </a:lnTo>
                  <a:lnTo>
                    <a:pt x="1703" y="1602"/>
                  </a:lnTo>
                  <a:lnTo>
                    <a:pt x="1723" y="1601"/>
                  </a:lnTo>
                  <a:lnTo>
                    <a:pt x="1758" y="1586"/>
                  </a:lnTo>
                  <a:lnTo>
                    <a:pt x="1773" y="1572"/>
                  </a:lnTo>
                  <a:lnTo>
                    <a:pt x="1786" y="1557"/>
                  </a:lnTo>
                  <a:lnTo>
                    <a:pt x="1802" y="1521"/>
                  </a:lnTo>
                  <a:lnTo>
                    <a:pt x="1802" y="1501"/>
                  </a:lnTo>
                  <a:lnTo>
                    <a:pt x="1802" y="751"/>
                  </a:lnTo>
                  <a:lnTo>
                    <a:pt x="1802" y="745"/>
                  </a:lnTo>
                  <a:lnTo>
                    <a:pt x="1801" y="742"/>
                  </a:lnTo>
                  <a:lnTo>
                    <a:pt x="90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anchor="t" anchorCtr="0">
              <a:prstTxWarp prst="textNoShape">
                <a:avLst/>
              </a:prstTxWarp>
            </a:bodyPr>
            <a:lstStyle/>
            <a:p>
              <a:pPr lvl="0"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22" name="Freeform 14"/>
            <p:cNvSpPr/>
            <p:nvPr/>
          </p:nvSpPr>
          <p:spPr>
            <a:xfrm>
              <a:off x="6124" y="305"/>
              <a:ext cx="841" cy="394"/>
            </a:xfrm>
            <a:custGeom>
              <a:avLst/>
              <a:gdLst>
                <a:gd name="T0" fmla="*/ 2505 w 2522"/>
                <a:gd name="T1" fmla="*/ 978 h 1181"/>
                <a:gd name="T2" fmla="*/ 2162 w 2522"/>
                <a:gd name="T3" fmla="*/ 694 h 1181"/>
                <a:gd name="T4" fmla="*/ 2162 w 2522"/>
                <a:gd name="T5" fmla="*/ 54 h 1181"/>
                <a:gd name="T6" fmla="*/ 2162 w 2522"/>
                <a:gd name="T7" fmla="*/ 44 h 1181"/>
                <a:gd name="T8" fmla="*/ 2155 w 2522"/>
                <a:gd name="T9" fmla="*/ 26 h 1181"/>
                <a:gd name="T10" fmla="*/ 2149 w 2522"/>
                <a:gd name="T11" fmla="*/ 18 h 1181"/>
                <a:gd name="T12" fmla="*/ 2141 w 2522"/>
                <a:gd name="T13" fmla="*/ 13 h 1181"/>
                <a:gd name="T14" fmla="*/ 2123 w 2522"/>
                <a:gd name="T15" fmla="*/ 5 h 1181"/>
                <a:gd name="T16" fmla="*/ 2113 w 2522"/>
                <a:gd name="T17" fmla="*/ 5 h 1181"/>
                <a:gd name="T18" fmla="*/ 1812 w 2522"/>
                <a:gd name="T19" fmla="*/ 5 h 1181"/>
                <a:gd name="T20" fmla="*/ 1802 w 2522"/>
                <a:gd name="T21" fmla="*/ 5 h 1181"/>
                <a:gd name="T22" fmla="*/ 1783 w 2522"/>
                <a:gd name="T23" fmla="*/ 13 h 1181"/>
                <a:gd name="T24" fmla="*/ 1776 w 2522"/>
                <a:gd name="T25" fmla="*/ 18 h 1181"/>
                <a:gd name="T26" fmla="*/ 1770 w 2522"/>
                <a:gd name="T27" fmla="*/ 26 h 1181"/>
                <a:gd name="T28" fmla="*/ 1763 w 2522"/>
                <a:gd name="T29" fmla="*/ 44 h 1181"/>
                <a:gd name="T30" fmla="*/ 1762 w 2522"/>
                <a:gd name="T31" fmla="*/ 54 h 1181"/>
                <a:gd name="T32" fmla="*/ 1762 w 2522"/>
                <a:gd name="T33" fmla="*/ 360 h 1181"/>
                <a:gd name="T34" fmla="*/ 1380 w 2522"/>
                <a:gd name="T35" fmla="*/ 41 h 1181"/>
                <a:gd name="T36" fmla="*/ 1354 w 2522"/>
                <a:gd name="T37" fmla="*/ 23 h 1181"/>
                <a:gd name="T38" fmla="*/ 1295 w 2522"/>
                <a:gd name="T39" fmla="*/ 1 h 1181"/>
                <a:gd name="T40" fmla="*/ 1262 w 2522"/>
                <a:gd name="T41" fmla="*/ 0 h 1181"/>
                <a:gd name="T42" fmla="*/ 1227 w 2522"/>
                <a:gd name="T43" fmla="*/ 1 h 1181"/>
                <a:gd name="T44" fmla="*/ 1168 w 2522"/>
                <a:gd name="T45" fmla="*/ 23 h 1181"/>
                <a:gd name="T46" fmla="*/ 1142 w 2522"/>
                <a:gd name="T47" fmla="*/ 41 h 1181"/>
                <a:gd name="T48" fmla="*/ 17 w 2522"/>
                <a:gd name="T49" fmla="*/ 978 h 1181"/>
                <a:gd name="T50" fmla="*/ 10 w 2522"/>
                <a:gd name="T51" fmla="*/ 985 h 1181"/>
                <a:gd name="T52" fmla="*/ 1 w 2522"/>
                <a:gd name="T53" fmla="*/ 1001 h 1181"/>
                <a:gd name="T54" fmla="*/ 0 w 2522"/>
                <a:gd name="T55" fmla="*/ 1012 h 1181"/>
                <a:gd name="T56" fmla="*/ 0 w 2522"/>
                <a:gd name="T57" fmla="*/ 1023 h 1181"/>
                <a:gd name="T58" fmla="*/ 6 w 2522"/>
                <a:gd name="T59" fmla="*/ 1040 h 1181"/>
                <a:gd name="T60" fmla="*/ 12 w 2522"/>
                <a:gd name="T61" fmla="*/ 1048 h 1181"/>
                <a:gd name="T62" fmla="*/ 108 w 2522"/>
                <a:gd name="T63" fmla="*/ 1164 h 1181"/>
                <a:gd name="T64" fmla="*/ 122 w 2522"/>
                <a:gd name="T65" fmla="*/ 1177 h 1181"/>
                <a:gd name="T66" fmla="*/ 141 w 2522"/>
                <a:gd name="T67" fmla="*/ 1181 h 1181"/>
                <a:gd name="T68" fmla="*/ 160 w 2522"/>
                <a:gd name="T69" fmla="*/ 1181 h 1181"/>
                <a:gd name="T70" fmla="*/ 179 w 2522"/>
                <a:gd name="T71" fmla="*/ 1171 h 1181"/>
                <a:gd name="T72" fmla="*/ 1262 w 2522"/>
                <a:gd name="T73" fmla="*/ 268 h 1181"/>
                <a:gd name="T74" fmla="*/ 2344 w 2522"/>
                <a:gd name="T75" fmla="*/ 1171 h 1181"/>
                <a:gd name="T76" fmla="*/ 2358 w 2522"/>
                <a:gd name="T77" fmla="*/ 1180 h 1181"/>
                <a:gd name="T78" fmla="*/ 2377 w 2522"/>
                <a:gd name="T79" fmla="*/ 1181 h 1181"/>
                <a:gd name="T80" fmla="*/ 2383 w 2522"/>
                <a:gd name="T81" fmla="*/ 1181 h 1181"/>
                <a:gd name="T82" fmla="*/ 2401 w 2522"/>
                <a:gd name="T83" fmla="*/ 1177 h 1181"/>
                <a:gd name="T84" fmla="*/ 2414 w 2522"/>
                <a:gd name="T85" fmla="*/ 1164 h 1181"/>
                <a:gd name="T86" fmla="*/ 2512 w 2522"/>
                <a:gd name="T87" fmla="*/ 1048 h 1181"/>
                <a:gd name="T88" fmla="*/ 2518 w 2522"/>
                <a:gd name="T89" fmla="*/ 1040 h 1181"/>
                <a:gd name="T90" fmla="*/ 2522 w 2522"/>
                <a:gd name="T91" fmla="*/ 1023 h 1181"/>
                <a:gd name="T92" fmla="*/ 2522 w 2522"/>
                <a:gd name="T93" fmla="*/ 1012 h 1181"/>
                <a:gd name="T94" fmla="*/ 2521 w 2522"/>
                <a:gd name="T95" fmla="*/ 1001 h 1181"/>
                <a:gd name="T96" fmla="*/ 2512 w 2522"/>
                <a:gd name="T97" fmla="*/ 985 h 1181"/>
                <a:gd name="T98" fmla="*/ 2505 w 2522"/>
                <a:gd name="T99" fmla="*/ 978 h 1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22" h="1181">
                  <a:moveTo>
                    <a:pt x="2505" y="978"/>
                  </a:moveTo>
                  <a:lnTo>
                    <a:pt x="2162" y="694"/>
                  </a:lnTo>
                  <a:lnTo>
                    <a:pt x="2162" y="54"/>
                  </a:lnTo>
                  <a:lnTo>
                    <a:pt x="2162" y="44"/>
                  </a:lnTo>
                  <a:lnTo>
                    <a:pt x="2155" y="26"/>
                  </a:lnTo>
                  <a:lnTo>
                    <a:pt x="2149" y="18"/>
                  </a:lnTo>
                  <a:lnTo>
                    <a:pt x="2141" y="13"/>
                  </a:lnTo>
                  <a:lnTo>
                    <a:pt x="2123" y="5"/>
                  </a:lnTo>
                  <a:lnTo>
                    <a:pt x="2113" y="5"/>
                  </a:lnTo>
                  <a:lnTo>
                    <a:pt x="1812" y="5"/>
                  </a:lnTo>
                  <a:lnTo>
                    <a:pt x="1802" y="5"/>
                  </a:lnTo>
                  <a:lnTo>
                    <a:pt x="1783" y="13"/>
                  </a:lnTo>
                  <a:lnTo>
                    <a:pt x="1776" y="18"/>
                  </a:lnTo>
                  <a:lnTo>
                    <a:pt x="1770" y="26"/>
                  </a:lnTo>
                  <a:lnTo>
                    <a:pt x="1763" y="44"/>
                  </a:lnTo>
                  <a:lnTo>
                    <a:pt x="1762" y="54"/>
                  </a:lnTo>
                  <a:lnTo>
                    <a:pt x="1762" y="360"/>
                  </a:lnTo>
                  <a:lnTo>
                    <a:pt x="1380" y="41"/>
                  </a:lnTo>
                  <a:lnTo>
                    <a:pt x="1354" y="23"/>
                  </a:lnTo>
                  <a:lnTo>
                    <a:pt x="1295" y="1"/>
                  </a:lnTo>
                  <a:lnTo>
                    <a:pt x="1262" y="0"/>
                  </a:lnTo>
                  <a:lnTo>
                    <a:pt x="1227" y="1"/>
                  </a:lnTo>
                  <a:lnTo>
                    <a:pt x="1168" y="23"/>
                  </a:lnTo>
                  <a:lnTo>
                    <a:pt x="1142" y="41"/>
                  </a:lnTo>
                  <a:lnTo>
                    <a:pt x="17" y="978"/>
                  </a:lnTo>
                  <a:lnTo>
                    <a:pt x="10" y="985"/>
                  </a:lnTo>
                  <a:lnTo>
                    <a:pt x="1" y="1001"/>
                  </a:lnTo>
                  <a:lnTo>
                    <a:pt x="0" y="1012"/>
                  </a:lnTo>
                  <a:lnTo>
                    <a:pt x="0" y="1023"/>
                  </a:lnTo>
                  <a:lnTo>
                    <a:pt x="6" y="1040"/>
                  </a:lnTo>
                  <a:lnTo>
                    <a:pt x="12" y="1048"/>
                  </a:lnTo>
                  <a:lnTo>
                    <a:pt x="108" y="1164"/>
                  </a:lnTo>
                  <a:lnTo>
                    <a:pt x="122" y="1177"/>
                  </a:lnTo>
                  <a:lnTo>
                    <a:pt x="141" y="1181"/>
                  </a:lnTo>
                  <a:lnTo>
                    <a:pt x="160" y="1181"/>
                  </a:lnTo>
                  <a:lnTo>
                    <a:pt x="179" y="1171"/>
                  </a:lnTo>
                  <a:lnTo>
                    <a:pt x="1262" y="268"/>
                  </a:lnTo>
                  <a:lnTo>
                    <a:pt x="2344" y="1171"/>
                  </a:lnTo>
                  <a:lnTo>
                    <a:pt x="2358" y="1180"/>
                  </a:lnTo>
                  <a:lnTo>
                    <a:pt x="2377" y="1181"/>
                  </a:lnTo>
                  <a:lnTo>
                    <a:pt x="2383" y="1181"/>
                  </a:lnTo>
                  <a:lnTo>
                    <a:pt x="2401" y="1177"/>
                  </a:lnTo>
                  <a:lnTo>
                    <a:pt x="2414" y="1164"/>
                  </a:lnTo>
                  <a:lnTo>
                    <a:pt x="2512" y="1048"/>
                  </a:lnTo>
                  <a:lnTo>
                    <a:pt x="2518" y="1040"/>
                  </a:lnTo>
                  <a:lnTo>
                    <a:pt x="2522" y="1023"/>
                  </a:lnTo>
                  <a:lnTo>
                    <a:pt x="2522" y="1012"/>
                  </a:lnTo>
                  <a:lnTo>
                    <a:pt x="2521" y="1001"/>
                  </a:lnTo>
                  <a:lnTo>
                    <a:pt x="2512" y="985"/>
                  </a:lnTo>
                  <a:lnTo>
                    <a:pt x="2505" y="97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anchor="t" anchorCtr="0">
              <a:prstTxWarp prst="textNoShape">
                <a:avLst/>
              </a:prstTxWarp>
            </a:bodyPr>
            <a:lstStyle/>
            <a:p>
              <a:pPr lvl="0"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35" name="타원 34"/>
          <p:cNvSpPr/>
          <p:nvPr/>
        </p:nvSpPr>
        <p:spPr>
          <a:xfrm>
            <a:off x="578088" y="2370814"/>
            <a:ext cx="177525" cy="17752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anchor="ctr"/>
          <a:lstStyle/>
          <a:p>
            <a:pPr algn="ctr">
              <a:defRPr/>
            </a:pPr>
            <a:r>
              <a:rPr lang="en-US" altLang="ko-KR" sz="1000">
                <a:solidFill>
                  <a:prstClr val="white"/>
                </a:solidFill>
              </a:rPr>
              <a:t>18</a:t>
            </a:r>
          </a:p>
        </p:txBody>
      </p:sp>
      <p:sp>
        <p:nvSpPr>
          <p:cNvPr id="38" name="직사각형 37"/>
          <p:cNvSpPr/>
          <p:nvPr/>
        </p:nvSpPr>
        <p:spPr>
          <a:xfrm>
            <a:off x="1420813" y="537998"/>
            <a:ext cx="6096000" cy="907896"/>
          </a:xfrm>
          <a:prstGeom prst="rect">
            <a:avLst/>
          </a:prstGeom>
        </p:spPr>
        <p:txBody>
          <a:bodyPr>
            <a:spAutoFit/>
          </a:bodyPr>
          <a:lstStyle/>
          <a:p>
            <a:pPr latinLnBrk="0">
              <a:lnSpc>
                <a:spcPct val="150000"/>
              </a:lnSpc>
              <a:defRPr/>
            </a:pPr>
            <a:r>
              <a:rPr lang="en-US" altLang="ko-KR" sz="2600" b="1" i="1" kern="0">
                <a:solidFill>
                  <a:prstClr val="black">
                    <a:lumMod val="65000"/>
                    <a:lumOff val="35000"/>
                  </a:prstClr>
                </a:solidFill>
              </a:rPr>
              <a:t>REFERENCE</a:t>
            </a:r>
            <a:endParaRPr lang="ko-KR" altLang="en-US" sz="2600" b="1" i="1" kern="0">
              <a:solidFill>
                <a:prstClr val="black">
                  <a:lumMod val="65000"/>
                  <a:lumOff val="35000"/>
                </a:prstClr>
              </a:solidFill>
            </a:endParaRPr>
          </a:p>
          <a:p>
            <a:pPr latinLnBrk="0">
              <a:lnSpc>
                <a:spcPct val="150000"/>
              </a:lnSpc>
              <a:defRPr/>
            </a:pPr>
            <a:endParaRPr lang="ko-KR" altLang="en-US" sz="1000" b="1" kern="0">
              <a:solidFill>
                <a:schemeClr val="accent6"/>
              </a:solidFill>
            </a:endParaRPr>
          </a:p>
        </p:txBody>
      </p:sp>
      <p:sp>
        <p:nvSpPr>
          <p:cNvPr id="40" name="모서리가 둥근 직사각형 39"/>
          <p:cNvSpPr/>
          <p:nvPr/>
        </p:nvSpPr>
        <p:spPr>
          <a:xfrm>
            <a:off x="1514699" y="1646917"/>
            <a:ext cx="9864501" cy="4279543"/>
          </a:xfrm>
          <a:prstGeom prst="roundRect">
            <a:avLst>
              <a:gd name="adj" fmla="val 3424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" anchor="ctr"/>
          <a:lstStyle/>
          <a:p>
            <a:pPr lvl="0">
              <a:defRPr/>
            </a:pPr>
            <a:endParaRPr lang="en-US" altLang="ko-KR" sz="1050">
              <a:solidFill>
                <a:srgbClr val="264259"/>
              </a:solidFill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1674487" y="1837813"/>
            <a:ext cx="9783451" cy="11701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sz="1600" b="1">
                <a:solidFill>
                  <a:srgbClr val="00D65E"/>
                </a:solidFill>
              </a:rPr>
              <a:t>REFERENCE SITE</a:t>
            </a:r>
            <a:endParaRPr lang="ko-KR" altLang="en-US" sz="1600" b="1">
              <a:solidFill>
                <a:srgbClr val="00D65E"/>
              </a:solidFill>
            </a:endParaRPr>
          </a:p>
          <a:p>
            <a:pPr>
              <a:lnSpc>
                <a:spcPct val="150000"/>
              </a:lnSpc>
              <a:defRPr/>
            </a:pPr>
            <a:endParaRPr lang="ko-KR" altLang="en-US" sz="1600" b="1">
              <a:solidFill>
                <a:srgbClr val="00D65E"/>
              </a:solidFill>
            </a:endParaRPr>
          </a:p>
          <a:p>
            <a:pPr marL="381000" marR="19050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300" b="0" i="0" u="none" strike="noStrike"/>
              <a:t>1. https://web.yonsei.ac.kr/yusong/lecture/materials/Materials.Learning.Style.Analysis.pdf</a:t>
            </a:r>
          </a:p>
        </p:txBody>
      </p:sp>
      <p:sp>
        <p:nvSpPr>
          <p:cNvPr id="51" name="타원 50"/>
          <p:cNvSpPr/>
          <p:nvPr/>
        </p:nvSpPr>
        <p:spPr>
          <a:xfrm>
            <a:off x="555404" y="4304681"/>
            <a:ext cx="177525" cy="17752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anchor="ctr"/>
          <a:lstStyle/>
          <a:p>
            <a:pPr algn="ctr">
              <a:defRPr/>
            </a:pPr>
            <a:r>
              <a:rPr lang="en-US" altLang="ko-KR" sz="600">
                <a:solidFill>
                  <a:prstClr val="white"/>
                </a:solidFill>
              </a:rPr>
              <a:t>off</a:t>
            </a:r>
            <a:endParaRPr lang="ko-KR" altLang="en-US" sz="600">
              <a:solidFill>
                <a:prstClr val="white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919935" y="461016"/>
            <a:ext cx="4236842" cy="6553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en-US" altLang="ko-KR" sz="2800" b="1">
                <a:solidFill>
                  <a:prstClr val="black">
                    <a:lumMod val="75000"/>
                    <a:lumOff val="25000"/>
                  </a:prstClr>
                </a:solidFill>
              </a:rPr>
              <a:t>NEXT WEEK</a:t>
            </a:r>
            <a:endParaRPr lang="ko-KR" altLang="en-US" sz="2800" b="1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8" name="타원 7"/>
          <p:cNvSpPr/>
          <p:nvPr/>
        </p:nvSpPr>
        <p:spPr>
          <a:xfrm>
            <a:off x="286327" y="655782"/>
            <a:ext cx="5902037" cy="5865090"/>
          </a:xfrm>
          <a:prstGeom prst="ellipse">
            <a:avLst/>
          </a:prstGeom>
          <a:solidFill>
            <a:srgbClr val="2642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381000" marR="190500">
              <a:lnSpc>
                <a:spcPct val="180000"/>
              </a:lnSpc>
              <a:defRPr/>
            </a:pPr>
            <a:endParaRPr lang="ko-KR" altLang="en-US" sz="1100" b="1" i="0" u="none" strike="noStrike"/>
          </a:p>
        </p:txBody>
      </p:sp>
      <p:sp>
        <p:nvSpPr>
          <p:cNvPr id="7" name="타원 6"/>
          <p:cNvSpPr/>
          <p:nvPr/>
        </p:nvSpPr>
        <p:spPr>
          <a:xfrm>
            <a:off x="5507334" y="3450432"/>
            <a:ext cx="3507357" cy="3304308"/>
          </a:xfrm>
          <a:prstGeom prst="ellipse">
            <a:avLst/>
          </a:prstGeom>
          <a:solidFill>
            <a:srgbClr val="00D6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381000" marR="19050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1200" b="0" i="0" u="none" strike="noStrike"/>
          </a:p>
        </p:txBody>
      </p:sp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8522923"/>
              </p:ext>
            </p:extLst>
          </p:nvPr>
        </p:nvGraphicFramePr>
        <p:xfrm>
          <a:off x="6670358" y="1969007"/>
          <a:ext cx="5004431" cy="1226817"/>
        </p:xfrm>
        <a:graphic>
          <a:graphicData uri="http://schemas.openxmlformats.org/drawingml/2006/table">
            <a:tbl>
              <a:tblPr firstRow="1" bandRow="1"/>
              <a:tblGrid>
                <a:gridCol w="10085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1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1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31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8939">
                <a:tc>
                  <a:txBody>
                    <a:bodyPr/>
                    <a:lstStyle/>
                    <a:p>
                      <a:pPr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휴먼고딕"/>
                          <a:ea typeface="휴먼고딕"/>
                        </a:rPr>
                        <a:t>Period</a:t>
                      </a:r>
                      <a:endParaRPr sz="1100" b="0" i="0" u="none" strike="noStrike">
                        <a:solidFill>
                          <a:srgbClr val="000000"/>
                        </a:solidFill>
                        <a:latin typeface="휴먼고딕"/>
                        <a:ea typeface="휴먼고딕"/>
                      </a:endParaRPr>
                    </a:p>
                  </a:txBody>
                  <a:tcPr anchor="ctr">
                    <a:lnL w="0">
                      <a:noFill/>
                    </a:lnL>
                    <a:lnR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R>
                    <a:lnT w="38862">
                      <a:solidFill>
                        <a:srgbClr val="699B37">
                          <a:alpha val="100000"/>
                        </a:srgbClr>
                      </a:solidFill>
                      <a:prstDash val="solid"/>
                    </a:lnT>
                    <a:lnB w="38862">
                      <a:solidFill>
                        <a:srgbClr val="699B3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휴먼고딕"/>
                          <a:ea typeface="휴먼고딕"/>
                        </a:rPr>
                        <a:t>2020.03.24.~2020.04.24</a:t>
                      </a:r>
                    </a:p>
                  </a:txBody>
                  <a:tcPr anchor="ctr">
                    <a:lnL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R>
                    <a:lnT w="38862">
                      <a:solidFill>
                        <a:srgbClr val="699B37">
                          <a:alpha val="100000"/>
                        </a:srgbClr>
                      </a:solidFill>
                      <a:prstDash val="solid"/>
                    </a:lnT>
                    <a:lnB w="38862">
                      <a:solidFill>
                        <a:srgbClr val="699B3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/>
                    </a:p>
                  </a:txBody>
                  <a:tcPr>
                    <a:lnL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R>
                    <a:lnT w="38862">
                      <a:solidFill>
                        <a:srgbClr val="699B37">
                          <a:alpha val="100000"/>
                        </a:srgbClr>
                      </a:solidFill>
                      <a:prstDash val="solid"/>
                    </a:lnT>
                    <a:lnB w="38862">
                      <a:solidFill>
                        <a:srgbClr val="699B37">
                          <a:alpha val="100000"/>
                        </a:srgbClr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/>
                    </a:p>
                  </a:txBody>
                  <a:tcPr>
                    <a:lnL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L>
                    <a:lnR w="0">
                      <a:noFill/>
                    </a:lnR>
                    <a:lnT w="38862">
                      <a:solidFill>
                        <a:srgbClr val="699B37">
                          <a:alpha val="100000"/>
                        </a:srgbClr>
                      </a:solidFill>
                      <a:prstDash val="solid"/>
                    </a:lnT>
                    <a:lnB w="38862">
                      <a:solidFill>
                        <a:srgbClr val="699B37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8939">
                <a:tc>
                  <a:txBody>
                    <a:bodyPr/>
                    <a:lstStyle/>
                    <a:p>
                      <a:pPr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휴먼고딕"/>
                          <a:ea typeface="휴먼고딕"/>
                        </a:rPr>
                        <a:t>Requirement</a:t>
                      </a:r>
                      <a:endParaRPr sz="1100" b="0" i="0" u="none" strike="noStrike">
                        <a:solidFill>
                          <a:srgbClr val="000000"/>
                        </a:solidFill>
                        <a:latin typeface="휴먼고딕"/>
                        <a:ea typeface="휴먼고딕"/>
                      </a:endParaRPr>
                    </a:p>
                  </a:txBody>
                  <a:tcPr anchor="ctr">
                    <a:lnL w="0">
                      <a:noFill/>
                    </a:lnL>
                    <a:lnR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R>
                    <a:lnT w="38862">
                      <a:solidFill>
                        <a:srgbClr val="699B37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B>
                    <a:solidFill>
                      <a:srgbClr val="ECF3E5">
                        <a:alpha val="100000"/>
                      </a:srgb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휴먼고딕"/>
                          <a:ea typeface="휴먼고딕"/>
                        </a:rPr>
                        <a:t>Record the best and worst of today</a:t>
                      </a:r>
                      <a:endParaRPr sz="1100" b="0" i="0" u="none" strike="noStrike">
                        <a:solidFill>
                          <a:srgbClr val="000000"/>
                        </a:solidFill>
                        <a:latin typeface="휴먼고딕"/>
                        <a:ea typeface="휴먼고딕"/>
                      </a:endParaRPr>
                    </a:p>
                  </a:txBody>
                  <a:tcPr anchor="ctr">
                    <a:lnL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R>
                    <a:lnT w="38862">
                      <a:solidFill>
                        <a:srgbClr val="699B37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B>
                    <a:solidFill>
                      <a:srgbClr val="ECF3E5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/>
                    </a:p>
                  </a:txBody>
                  <a:tcPr>
                    <a:lnL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R>
                    <a:lnT w="38862">
                      <a:solidFill>
                        <a:srgbClr val="699B37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/>
                    </a:p>
                  </a:txBody>
                  <a:tcPr>
                    <a:lnL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L>
                    <a:lnR w="0">
                      <a:noFill/>
                    </a:lnR>
                    <a:lnT w="38862">
                      <a:solidFill>
                        <a:srgbClr val="699B37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8939">
                <a:tc>
                  <a:txBody>
                    <a:bodyPr/>
                    <a:lstStyle/>
                    <a:p>
                      <a:pPr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휴먼고딕"/>
                          <a:ea typeface="휴먼고딕"/>
                        </a:rPr>
                        <a:t>Reward</a:t>
                      </a:r>
                      <a:endParaRPr sz="1100" b="0" i="0" u="none" strike="noStrike">
                        <a:solidFill>
                          <a:srgbClr val="000000"/>
                        </a:solidFill>
                        <a:latin typeface="휴먼고딕"/>
                        <a:ea typeface="휴먼고딕"/>
                      </a:endParaRPr>
                    </a:p>
                  </a:txBody>
                  <a:tcPr anchor="ctr">
                    <a:lnL w="0">
                      <a:noFill/>
                    </a:lnL>
                    <a:lnR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T>
                    <a:lnB w="38862">
                      <a:solidFill>
                        <a:srgbClr val="699B3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휴먼고딕"/>
                          <a:ea typeface="휴먼고딕"/>
                        </a:rPr>
                        <a:t>gift</a:t>
                      </a:r>
                      <a:endParaRPr sz="1100" b="0" i="0" u="none" strike="noStrike">
                        <a:solidFill>
                          <a:srgbClr val="000000"/>
                        </a:solidFill>
                        <a:latin typeface="휴먼고딕"/>
                        <a:ea typeface="휴먼고딕"/>
                      </a:endParaRPr>
                    </a:p>
                  </a:txBody>
                  <a:tcPr anchor="ctr">
                    <a:lnL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T>
                    <a:lnB w="38862">
                      <a:solidFill>
                        <a:srgbClr val="699B3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휴먼고딕"/>
                          <a:ea typeface="휴먼고딕"/>
                        </a:rPr>
                        <a:t>Accept</a:t>
                      </a:r>
                      <a:endParaRPr sz="1100" b="0" i="0" u="none" strike="noStrike">
                        <a:solidFill>
                          <a:srgbClr val="000000"/>
                        </a:solidFill>
                        <a:latin typeface="휴먼고딕"/>
                        <a:ea typeface="휴먼고딕"/>
                      </a:endParaRPr>
                    </a:p>
                  </a:txBody>
                  <a:tcPr anchor="ctr">
                    <a:lnL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T>
                    <a:lnB w="38862">
                      <a:solidFill>
                        <a:srgbClr val="699B3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휴먼고딕"/>
                          <a:ea typeface="휴먼고딕"/>
                        </a:rPr>
                        <a:t>Decline</a:t>
                      </a:r>
                      <a:endParaRPr sz="1100" b="0" i="0" u="none" strike="noStrike">
                        <a:solidFill>
                          <a:srgbClr val="000000"/>
                        </a:solidFill>
                        <a:latin typeface="휴먼고딕"/>
                        <a:ea typeface="휴먼고딕"/>
                      </a:endParaRPr>
                    </a:p>
                  </a:txBody>
                  <a:tcPr anchor="ctr">
                    <a:lnL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L>
                    <a:lnR w="0">
                      <a:noFill/>
                    </a:lnR>
                    <a:lnT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T>
                    <a:lnB w="38862">
                      <a:solidFill>
                        <a:srgbClr val="699B3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1DFDC78C-9949-4B5C-BEAE-EEB270472EA2}"/>
              </a:ext>
            </a:extLst>
          </p:cNvPr>
          <p:cNvSpPr/>
          <p:nvPr/>
        </p:nvSpPr>
        <p:spPr>
          <a:xfrm>
            <a:off x="871935" y="1714399"/>
            <a:ext cx="6096000" cy="3699154"/>
          </a:xfrm>
          <a:prstGeom prst="rect">
            <a:avLst/>
          </a:prstGeom>
        </p:spPr>
        <p:txBody>
          <a:bodyPr>
            <a:spAutoFit/>
          </a:bodyPr>
          <a:lstStyle/>
          <a:p>
            <a:pPr marL="381000" marR="190500">
              <a:lnSpc>
                <a:spcPct val="180000"/>
              </a:lnSpc>
              <a:defRPr/>
            </a:pPr>
            <a:r>
              <a:rPr lang="en-US" altLang="ko-KR" sz="1200" b="1">
                <a:solidFill>
                  <a:schemeClr val="bg1"/>
                </a:solidFill>
              </a:rPr>
              <a:t>1. User can have one account per person.</a:t>
            </a:r>
          </a:p>
          <a:p>
            <a:pPr marL="381000" marR="19050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altLang="ko-KR" sz="1200" b="1">
              <a:solidFill>
                <a:schemeClr val="bg1"/>
              </a:solidFill>
            </a:endParaRPr>
          </a:p>
          <a:p>
            <a:pPr marL="381000" marR="19050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200" b="1">
                <a:solidFill>
                  <a:schemeClr val="bg1"/>
                </a:solidFill>
              </a:rPr>
              <a:t>2. Only one account can be accessed in one chat room.</a:t>
            </a:r>
          </a:p>
          <a:p>
            <a:pPr marL="381000" marR="19050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altLang="ko-KR" sz="1200" b="1">
              <a:solidFill>
                <a:schemeClr val="bg1"/>
              </a:solidFill>
            </a:endParaRPr>
          </a:p>
          <a:p>
            <a:pPr marL="381000" marR="19050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200" b="1">
                <a:solidFill>
                  <a:schemeClr val="bg1"/>
                </a:solidFill>
              </a:rPr>
              <a:t>3. User can save photo or video used in chat room.</a:t>
            </a:r>
          </a:p>
          <a:p>
            <a:pPr marL="381000" marR="19050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altLang="ko-KR" sz="1200" b="1">
              <a:solidFill>
                <a:schemeClr val="bg1"/>
              </a:solidFill>
            </a:endParaRPr>
          </a:p>
          <a:p>
            <a:pPr marL="381000" marR="19050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200" b="1">
                <a:solidFill>
                  <a:schemeClr val="bg1"/>
                </a:solidFill>
              </a:rPr>
              <a:t>4. Users can charge the amount in the application </a:t>
            </a:r>
          </a:p>
          <a:p>
            <a:pPr marL="381000" marR="19050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200" b="1">
                <a:solidFill>
                  <a:schemeClr val="bg1"/>
                </a:solidFill>
              </a:rPr>
              <a:t>   and transfer the charged amount </a:t>
            </a:r>
          </a:p>
          <a:p>
            <a:pPr marL="381000" marR="19050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200" b="1">
                <a:solidFill>
                  <a:schemeClr val="bg1"/>
                </a:solidFill>
              </a:rPr>
              <a:t>   back to user bank account.</a:t>
            </a:r>
          </a:p>
          <a:p>
            <a:pPr marL="381000" marR="19050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altLang="ko-KR" sz="1200" b="1">
              <a:solidFill>
                <a:schemeClr val="bg1"/>
              </a:solidFill>
            </a:endParaRPr>
          </a:p>
          <a:p>
            <a:pPr marL="381000" marR="19050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200" b="1">
                <a:solidFill>
                  <a:schemeClr val="bg1"/>
                </a:solidFill>
              </a:rPr>
              <a:t>5. If you succeed in the mission, you will earn a reward.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60A1F36-E4CD-42B6-A79D-6E8DB5A31DA9}"/>
              </a:ext>
            </a:extLst>
          </p:cNvPr>
          <p:cNvSpPr/>
          <p:nvPr/>
        </p:nvSpPr>
        <p:spPr>
          <a:xfrm>
            <a:off x="5350615" y="3666754"/>
            <a:ext cx="3722255" cy="27019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81000" marR="190500" algn="ctr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200" b="1"/>
              <a:t> </a:t>
            </a:r>
            <a:r>
              <a:rPr lang="en-US" altLang="ko-KR" sz="1200" b="1">
                <a:solidFill>
                  <a:srgbClr val="000000"/>
                </a:solidFill>
              </a:rPr>
              <a:t>mission A to B</a:t>
            </a:r>
          </a:p>
          <a:p>
            <a:pPr marL="381000" marR="190500" algn="ctr">
              <a:lnSpc>
                <a:spcPct val="180000"/>
              </a:lnSpc>
              <a:defRPr/>
            </a:pPr>
            <a:endParaRPr lang="en-US" altLang="ko-KR" sz="1200" b="1"/>
          </a:p>
          <a:p>
            <a:pPr marL="381000" marR="190500" algn="ctr">
              <a:lnSpc>
                <a:spcPct val="180000"/>
              </a:lnSpc>
              <a:defRPr/>
            </a:pPr>
            <a:r>
              <a:rPr lang="en-US" altLang="ko-KR" sz="1200" b="1"/>
              <a:t>A pays compensation </a:t>
            </a:r>
          </a:p>
          <a:p>
            <a:pPr marL="381000" marR="190500" algn="ctr">
              <a:lnSpc>
                <a:spcPct val="180000"/>
              </a:lnSpc>
              <a:defRPr/>
            </a:pPr>
            <a:r>
              <a:rPr lang="en-US" altLang="ko-KR" sz="1200" b="1"/>
              <a:t>if B achieves the misson.</a:t>
            </a:r>
          </a:p>
          <a:p>
            <a:pPr marL="381000" marR="190500" algn="ctr">
              <a:lnSpc>
                <a:spcPct val="180000"/>
              </a:lnSpc>
              <a:defRPr/>
            </a:pPr>
            <a:endParaRPr lang="en-US" altLang="ko-KR" sz="1200" b="1">
              <a:solidFill>
                <a:srgbClr val="000000"/>
              </a:solidFill>
            </a:endParaRPr>
          </a:p>
          <a:p>
            <a:pPr marL="381000" marR="190500" algn="ctr">
              <a:lnSpc>
                <a:spcPct val="180000"/>
              </a:lnSpc>
              <a:defRPr/>
            </a:pPr>
            <a:r>
              <a:rPr lang="en-US" altLang="ko-KR" sz="1200" b="1"/>
              <a:t>B completes the challenge, </a:t>
            </a:r>
          </a:p>
          <a:p>
            <a:pPr marL="381000" marR="190500" algn="ctr">
              <a:lnSpc>
                <a:spcPct val="180000"/>
              </a:lnSpc>
              <a:defRPr/>
            </a:pPr>
            <a:r>
              <a:rPr lang="en-US" altLang="ko-KR" sz="1200" b="1"/>
              <a:t>it achieves rewards through the application system.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theme/theme1.xml><?xml version="1.0" encoding="utf-8"?>
<a:theme xmlns:a="http://schemas.openxmlformats.org/drawingml/2006/main" name="7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900</Words>
  <Application>Microsoft Office PowerPoint</Application>
  <PresentationFormat>와이드스크린</PresentationFormat>
  <Paragraphs>264</Paragraphs>
  <Slides>20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5" baseType="lpstr">
      <vt:lpstr>맑은 고딕</vt:lpstr>
      <vt:lpstr>함초롬바탕</vt:lpstr>
      <vt:lpstr>휴먼고딕</vt:lpstr>
      <vt:lpstr>Arial</vt:lpstr>
      <vt:lpstr>7_Office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조현석</dc:creator>
  <cp:lastModifiedBy>명회 구</cp:lastModifiedBy>
  <cp:revision>80</cp:revision>
  <dcterms:created xsi:type="dcterms:W3CDTF">2020-04-06T06:06:45Z</dcterms:created>
  <dcterms:modified xsi:type="dcterms:W3CDTF">2020-04-08T11:00:05Z</dcterms:modified>
  <cp:version/>
</cp:coreProperties>
</file>